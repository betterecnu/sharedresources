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79" r:id="rId1"/>
  </p:sldMasterIdLst>
  <p:notesMasterIdLst>
    <p:notesMasterId r:id="rId49"/>
  </p:notesMasterIdLst>
  <p:sldIdLst>
    <p:sldId id="256" r:id="rId2"/>
    <p:sldId id="278" r:id="rId3"/>
    <p:sldId id="279" r:id="rId4"/>
    <p:sldId id="293" r:id="rId5"/>
    <p:sldId id="295" r:id="rId6"/>
    <p:sldId id="294" r:id="rId7"/>
    <p:sldId id="280" r:id="rId8"/>
    <p:sldId id="296" r:id="rId9"/>
    <p:sldId id="297" r:id="rId10"/>
    <p:sldId id="298" r:id="rId11"/>
    <p:sldId id="285" r:id="rId12"/>
    <p:sldId id="281" r:id="rId13"/>
    <p:sldId id="282" r:id="rId14"/>
    <p:sldId id="283" r:id="rId15"/>
    <p:sldId id="284" r:id="rId16"/>
    <p:sldId id="286" r:id="rId17"/>
    <p:sldId id="287" r:id="rId18"/>
    <p:sldId id="288" r:id="rId19"/>
    <p:sldId id="289" r:id="rId20"/>
    <p:sldId id="290" r:id="rId21"/>
    <p:sldId id="291" r:id="rId22"/>
    <p:sldId id="299" r:id="rId23"/>
    <p:sldId id="307" r:id="rId24"/>
    <p:sldId id="308" r:id="rId25"/>
    <p:sldId id="316" r:id="rId26"/>
    <p:sldId id="317" r:id="rId27"/>
    <p:sldId id="300" r:id="rId28"/>
    <p:sldId id="309" r:id="rId29"/>
    <p:sldId id="301" r:id="rId30"/>
    <p:sldId id="310" r:id="rId31"/>
    <p:sldId id="311" r:id="rId32"/>
    <p:sldId id="312" r:id="rId33"/>
    <p:sldId id="313" r:id="rId34"/>
    <p:sldId id="314" r:id="rId35"/>
    <p:sldId id="315" r:id="rId36"/>
    <p:sldId id="302" r:id="rId37"/>
    <p:sldId id="303" r:id="rId38"/>
    <p:sldId id="304" r:id="rId39"/>
    <p:sldId id="305" r:id="rId40"/>
    <p:sldId id="306" r:id="rId41"/>
    <p:sldId id="292" r:id="rId42"/>
    <p:sldId id="318" r:id="rId43"/>
    <p:sldId id="319" r:id="rId44"/>
    <p:sldId id="321" r:id="rId45"/>
    <p:sldId id="325" r:id="rId46"/>
    <p:sldId id="326" r:id="rId47"/>
    <p:sldId id="320" r:id="rId4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B97"/>
    <a:srgbClr val="B2053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浅色样式 3 - 强调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97" autoAdjust="0"/>
    <p:restoredTop sz="90755" autoAdjust="0"/>
  </p:normalViewPr>
  <p:slideViewPr>
    <p:cSldViewPr snapToGrid="0">
      <p:cViewPr varScale="1">
        <p:scale>
          <a:sx n="128" d="100"/>
          <a:sy n="128" d="100"/>
        </p:scale>
        <p:origin x="26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FC7C27-0E44-4290-A7B1-6D6F9A15BBB6}" type="datetimeFigureOut">
              <a:rPr lang="zh-CN" altLang="en-US" smtClean="0"/>
              <a:t>2024/5/8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5581F6-8C05-464A-A316-5949FBD1208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34804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>
            <a:extLst>
              <a:ext uri="{FF2B5EF4-FFF2-40B4-BE49-F238E27FC236}">
                <a16:creationId xmlns:a16="http://schemas.microsoft.com/office/drawing/2014/main" id="{4BF3913C-03C0-4DD1-8A1E-2EA9FC276B2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8500" y="3667967"/>
            <a:ext cx="3175000" cy="2921000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726640F0-29EB-4D05-984D-60BE6FED0B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6ACE81C-946D-4E24-981F-5DE21BD5D5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947B225-EE9E-434E-AD70-00CDCB0147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25752B-FF61-4D93-9460-2C238E22B7E9}" type="datetime1">
              <a:rPr lang="zh-CN" altLang="en-US" smtClean="0"/>
              <a:t>2024/5/8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63649B8-B927-47AF-82EB-5F59ED16B2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Tree Indices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7B73DF2-AF77-44AD-B985-9A5CFC79E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5A79-C12E-4282-8451-1BC984B858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1770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83A7EC1-AE80-4979-A7D6-C87185D6B9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31284FD-8087-4D82-8FD3-8F055885E1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>
            <a:lvl1pPr marL="447675" indent="-447675">
              <a:buClr>
                <a:srgbClr val="FF0000"/>
              </a:buClr>
              <a:buFont typeface="Wingdings" panose="05000000000000000000" pitchFamily="2" charset="2"/>
              <a:buChar char="p"/>
              <a:defRPr/>
            </a:lvl1pPr>
            <a:lvl2pPr marL="808038" indent="-350838">
              <a:buClr>
                <a:srgbClr val="0066FF"/>
              </a:buClr>
              <a:buFont typeface="Wingdings" panose="05000000000000000000" pitchFamily="2" charset="2"/>
              <a:buChar char="l"/>
              <a:defRPr/>
            </a:lvl2pPr>
            <a:lvl3pPr marL="1254125" indent="-339725">
              <a:buClr>
                <a:srgbClr val="00B050"/>
              </a:buClr>
              <a:buSzPct val="60000"/>
              <a:buFont typeface="Wingdings" panose="05000000000000000000" pitchFamily="2" charset="2"/>
              <a:buChar char="u"/>
              <a:defRPr/>
            </a:lvl3pPr>
            <a:lvl4pPr marL="1616075" indent="-244475">
              <a:buClr>
                <a:srgbClr val="7030A0"/>
              </a:buClr>
              <a:defRPr/>
            </a:lvl4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B6126D6-36F6-41DF-A825-F1E8FBB9CD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EA4F4-53A2-4D0B-BC4C-A3E15EFE0830}" type="datetime1">
              <a:rPr lang="zh-CN" altLang="en-US" smtClean="0"/>
              <a:t>2024/5/8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076CEFF-0837-4190-9625-9533CCD66B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Tree Indices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FE5D5BF-5D06-45F3-8ED0-281B61D357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5A79-C12E-4282-8451-1BC984B858F9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7" name="Picture 2" descr="http://old.ecnu.edu.cn/site/identity/images/a4.gif">
            <a:extLst>
              <a:ext uri="{FF2B5EF4-FFF2-40B4-BE49-F238E27FC236}">
                <a16:creationId xmlns:a16="http://schemas.microsoft.com/office/drawing/2014/main" id="{5595DAAA-AB55-4A84-ADB5-02FA029E128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09099" y="371597"/>
            <a:ext cx="1325561" cy="13255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DF1F915F-2E6C-4469-BE1B-3DEED6DFAA85}"/>
              </a:ext>
            </a:extLst>
          </p:cNvPr>
          <p:cNvCxnSpPr>
            <a:cxnSpLocks/>
          </p:cNvCxnSpPr>
          <p:nvPr userDrawn="1"/>
        </p:nvCxnSpPr>
        <p:spPr>
          <a:xfrm>
            <a:off x="850640" y="1573762"/>
            <a:ext cx="9680497" cy="0"/>
          </a:xfrm>
          <a:prstGeom prst="line">
            <a:avLst/>
          </a:prstGeom>
          <a:ln w="25400">
            <a:solidFill>
              <a:srgbClr val="B2053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D2D48080-F667-4226-B356-BBC3C92937C4}"/>
              </a:ext>
            </a:extLst>
          </p:cNvPr>
          <p:cNvCxnSpPr>
            <a:cxnSpLocks/>
          </p:cNvCxnSpPr>
          <p:nvPr userDrawn="1"/>
        </p:nvCxnSpPr>
        <p:spPr>
          <a:xfrm>
            <a:off x="5257006" y="1639083"/>
            <a:ext cx="6049352" cy="0"/>
          </a:xfrm>
          <a:prstGeom prst="line">
            <a:avLst/>
          </a:prstGeom>
          <a:ln w="50800">
            <a:solidFill>
              <a:srgbClr val="B20537"/>
            </a:solidFill>
            <a:head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CB1E1CF1-8B7F-4EA2-92C8-2B4817076AEF}"/>
              </a:ext>
            </a:extLst>
          </p:cNvPr>
          <p:cNvCxnSpPr>
            <a:cxnSpLocks/>
          </p:cNvCxnSpPr>
          <p:nvPr userDrawn="1"/>
        </p:nvCxnSpPr>
        <p:spPr>
          <a:xfrm flipV="1">
            <a:off x="10996904" y="1583091"/>
            <a:ext cx="309454" cy="1"/>
          </a:xfrm>
          <a:prstGeom prst="line">
            <a:avLst/>
          </a:prstGeom>
          <a:ln w="25400">
            <a:solidFill>
              <a:srgbClr val="B2053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195900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B454DB1-E92B-4113-82FE-530FDCC68F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3D509C0-436C-468D-B618-A02B7C51D7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B1C0C03-EC12-4489-B7B6-4F2A82314F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E1C84D-EC55-4B15-AF2C-0FA94C18DCF0}" type="datetime1">
              <a:rPr lang="zh-CN" altLang="en-US" smtClean="0"/>
              <a:t>2024/5/8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E0DFF40-9B68-4F2F-8CD0-7AAE71E005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Tree Indices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F3EA13B-154D-4455-B12D-03EFA34993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5A79-C12E-4282-8451-1BC984B858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91676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4F1D83-F900-45B8-B37E-052B07F323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8C78C22-1F69-43ED-95E7-FF654B3C23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08B764C-5F12-4AC1-B7A8-98C672330C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B2E8530-CA80-4659-8EEC-3FAABA2038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0B3CE-68B5-4FE7-B0F3-E53F41A50666}" type="datetime1">
              <a:rPr lang="zh-CN" altLang="en-US" smtClean="0"/>
              <a:t>2024/5/8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EF6450F-45CB-43FD-8482-8DB8837993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Tree Indices</a:t>
            </a:r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8CDCE72-5275-43EA-ABE5-F76BFF066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5A79-C12E-4282-8451-1BC984B858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64282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AD0A51B-BC75-4FCA-9436-EF78B564E1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89B5BBD-D06F-4A36-B7A2-701789111E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997B718-9D21-42BC-8681-01DA5D7DC7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C878318-E4A8-4C85-B659-5222495A751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7AD809B-D7DF-4155-97EB-8E179A20D8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FD92687-48A0-4338-800A-C5DFDD783E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2E325-8060-4EFB-8D8D-33D9E01289D2}" type="datetime1">
              <a:rPr lang="zh-CN" altLang="en-US" smtClean="0"/>
              <a:t>2024/5/8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63E863C7-5439-4EF1-A21D-5E53501CD3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Tree Indices</a:t>
            </a:r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AD4E9EC9-403E-4D16-B568-9A9A4CB33B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5A79-C12E-4282-8451-1BC984B858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7670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2F30F9-6409-4212-89F8-11CDA167B8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47F5E84-DD0E-408A-BF4D-15867859FC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F598BE-F695-4B71-952A-25BA9B3F4191}" type="datetime1">
              <a:rPr lang="zh-CN" altLang="en-US" smtClean="0"/>
              <a:t>2024/5/8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61CA323-9181-44B4-85A3-3C2F7D113A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Tree Indices</a:t>
            </a:r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E3F7471-B90E-467F-910F-52202B7855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5A79-C12E-4282-8451-1BC984B858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65240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DA7D63A-5BFD-499F-B3EA-463127E644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A1D611-79A0-400F-88BF-9EABB45853BD}" type="datetime1">
              <a:rPr lang="zh-CN" altLang="en-US" smtClean="0"/>
              <a:t>2024/5/8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AAE59A3-DD05-4D90-96DC-686CB5174A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Tree Indices</a:t>
            </a:r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FD54B72-0D71-4D0F-BB90-83EAA438B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5A79-C12E-4282-8451-1BC984B858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49559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C45C962-3DDF-4D21-8468-6B248102E5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443BD7E-88DC-4D87-BF3D-D55FF0186F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60E8564-7092-4141-AD63-AAC23E8B03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C893888-8F45-487B-923D-D4472215D9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632099-2C6E-4BB1-9EF8-A029D9631A28}" type="datetime1">
              <a:rPr lang="zh-CN" altLang="en-US" smtClean="0"/>
              <a:t>2024/5/8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A644FAC-6EEA-44B4-A4F1-653CB1CAD1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Tree Indices</a:t>
            </a:r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53FA2B3-11DB-4BEE-84C8-2311B0A207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5A79-C12E-4282-8451-1BC984B858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6616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20FA414-D77C-4B82-8529-656C31367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4F31F53-4CC4-46DC-8E70-3572E64FBA8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F67C09-3FA3-4589-B78F-DCBEAED52C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089F04E-67F4-4F68-B37D-A00A57E947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C49822-C447-4C15-A180-4FD00BB337EB}" type="datetime1">
              <a:rPr lang="zh-CN" altLang="en-US" smtClean="0"/>
              <a:t>2024/5/8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099ECEA-4528-4530-A522-778BBB9C72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Tree Indices</a:t>
            </a:r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29C5F91-AAED-4F20-AF2C-9D1FF6496D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5A79-C12E-4282-8451-1BC984B858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54394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D96D1D9-B232-4A42-AB69-863156B1C7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33A2D74-7775-4D3C-9091-9BAA39C8D0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D32DD2D-FDAC-4A32-B731-E3842FF1C6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2CAB3-D9DC-4CA6-9F79-5A74769C2E12}" type="datetime1">
              <a:rPr lang="zh-CN" altLang="en-US" smtClean="0"/>
              <a:t>2024/5/8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B69388B-1355-49B2-B918-3CEE224704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Tree Indices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EC7334B-18F2-480F-8F95-682C88AE9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5A79-C12E-4282-8451-1BC984B858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68445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AB35CB8-CD11-431D-8FCF-85C153D2E26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7FEF1E3-5F13-4B29-B438-6C1D20D6BE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C1A534A-6E71-4D12-AD85-7E28669D1D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0F9F4F-0E02-4327-BC5E-F4DE6620632B}" type="datetime1">
              <a:rPr lang="zh-CN" altLang="en-US" smtClean="0"/>
              <a:t>2024/5/8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6FD16A3-5950-48B1-80C7-09517A34D0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Tree Indices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45AEE19-5033-4C14-A64A-F63DEA781E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5A79-C12E-4282-8451-1BC984B858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63918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4888034C-A9C2-4DAC-9DB6-29CEC9FAE4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1F32A96-A572-45D8-B504-F225478C5D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C144EE8-4BFD-44E6-ACC4-C609EAA85F0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DC12F691-1EED-4E8D-A02C-CB35F843E9C4}" type="datetime1">
              <a:rPr lang="zh-CN" altLang="en-US" smtClean="0"/>
              <a:t>2024/5/8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0B2F3-D1DF-4CD8-BACC-8EA9D95652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CN"/>
              <a:t>Tree Indices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AF03E20-0C80-4229-8EE6-4E74029041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87E75A79-C12E-4282-8451-1BC984B858F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41661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0" r:id="rId1"/>
    <p:sldLayoutId id="2147483781" r:id="rId2"/>
    <p:sldLayoutId id="2147483782" r:id="rId3"/>
    <p:sldLayoutId id="2147483783" r:id="rId4"/>
    <p:sldLayoutId id="2147483784" r:id="rId5"/>
    <p:sldLayoutId id="2147483785" r:id="rId6"/>
    <p:sldLayoutId id="2147483786" r:id="rId7"/>
    <p:sldLayoutId id="2147483787" r:id="rId8"/>
    <p:sldLayoutId id="2147483788" r:id="rId9"/>
    <p:sldLayoutId id="2147483789" r:id="rId10"/>
    <p:sldLayoutId id="2147483790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447675" indent="-447675" algn="l" defTabSz="914400" rtl="0" eaLnBrk="1" latinLnBrk="0" hangingPunct="1">
        <a:lnSpc>
          <a:spcPct val="90000"/>
        </a:lnSpc>
        <a:spcBef>
          <a:spcPts val="1000"/>
        </a:spcBef>
        <a:buClr>
          <a:srgbClr val="FF0000"/>
        </a:buClr>
        <a:buFont typeface="Wingdings" panose="05000000000000000000" pitchFamily="2" charset="2"/>
        <a:buChar char="p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808038" indent="-350838" algn="l" defTabSz="914400" rtl="0" eaLnBrk="1" latinLnBrk="0" hangingPunct="1">
        <a:lnSpc>
          <a:spcPct val="90000"/>
        </a:lnSpc>
        <a:spcBef>
          <a:spcPts val="500"/>
        </a:spcBef>
        <a:buClr>
          <a:srgbClr val="0066FF"/>
        </a:buClr>
        <a:buFont typeface="Wingdings" panose="05000000000000000000" pitchFamily="2" charset="2"/>
        <a:buChar char="l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254125" indent="-339725" algn="l" defTabSz="914400" rtl="0" eaLnBrk="1" latinLnBrk="0" hangingPunct="1">
        <a:lnSpc>
          <a:spcPct val="90000"/>
        </a:lnSpc>
        <a:spcBef>
          <a:spcPts val="500"/>
        </a:spcBef>
        <a:buClr>
          <a:srgbClr val="00B050"/>
        </a:buClr>
        <a:buSzPct val="70000"/>
        <a:buFont typeface="Wingdings" panose="05000000000000000000" pitchFamily="2" charset="2"/>
        <a:buChar char="u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701800" indent="-330200" algn="l" defTabSz="914400" rtl="0" eaLnBrk="1" latinLnBrk="0" hangingPunct="1">
        <a:lnSpc>
          <a:spcPct val="90000"/>
        </a:lnSpc>
        <a:spcBef>
          <a:spcPts val="500"/>
        </a:spcBef>
        <a:buClr>
          <a:srgbClr val="00B0F0"/>
        </a:buClr>
        <a:buSzPct val="80000"/>
        <a:buFont typeface="Wingdings" panose="05000000000000000000" pitchFamily="2" charset="2"/>
        <a:buChar char="n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154238" indent="-325438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image" Target="../media/image21.emf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image" Target="../media/image22.emf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24.emf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cs.usfca.edu/~galles/visualization/BPlusTree.html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791A7B-F351-49FF-9E1D-E0348C33AB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5289" y="1047719"/>
            <a:ext cx="10152736" cy="1344608"/>
          </a:xfrm>
        </p:spPr>
        <p:txBody>
          <a:bodyPr>
            <a:noAutofit/>
          </a:bodyPr>
          <a:lstStyle/>
          <a:p>
            <a:r>
              <a:rPr lang="en-US" altLang="zh-CN" sz="4800" dirty="0"/>
              <a:t>Tree Indices</a:t>
            </a:r>
            <a:endParaRPr lang="zh-CN" altLang="en-US" sz="4800" b="1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6B5AC91-97D4-4848-9A24-2C940C7DCD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077644"/>
            <a:ext cx="9144000" cy="1055818"/>
          </a:xfrm>
        </p:spPr>
        <p:txBody>
          <a:bodyPr>
            <a:normAutofit/>
          </a:bodyPr>
          <a:lstStyle/>
          <a:p>
            <a:r>
              <a:rPr lang="en-US" altLang="zh-CN" dirty="0"/>
              <a:t>SEI. </a:t>
            </a:r>
            <a:r>
              <a:rPr lang="en-US" altLang="zh-CN"/>
              <a:t>ECNU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4143445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63A6BA-E7A8-4199-A9F7-13D20F493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Basic Concepts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41D338E-6007-4685-B707-13D151D5BE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665662"/>
          </a:xfrm>
        </p:spPr>
        <p:txBody>
          <a:bodyPr>
            <a:normAutofit fontScale="85000" lnSpcReduction="10000"/>
          </a:bodyPr>
          <a:lstStyle/>
          <a:p>
            <a:pPr>
              <a:lnSpc>
                <a:spcPct val="120000"/>
              </a:lnSpc>
              <a:spcBef>
                <a:spcPts val="1200"/>
              </a:spcBef>
            </a:pPr>
            <a:r>
              <a:rPr lang="en-US" altLang="zh-CN" dirty="0"/>
              <a:t>A table index is a replica of a </a:t>
            </a:r>
            <a:r>
              <a:rPr lang="en-US" altLang="zh-CN" b="1" dirty="0">
                <a:solidFill>
                  <a:srgbClr val="00B050"/>
                </a:solidFill>
              </a:rPr>
              <a:t>subset</a:t>
            </a:r>
            <a:r>
              <a:rPr lang="en-US" altLang="zh-CN" dirty="0"/>
              <a:t> of a table’s attributes that are organized and/or sorted for </a:t>
            </a:r>
            <a:r>
              <a:rPr lang="en-US" altLang="zh-CN" b="1" dirty="0">
                <a:solidFill>
                  <a:srgbClr val="FF0000"/>
                </a:solidFill>
              </a:rPr>
              <a:t>efficient</a:t>
            </a:r>
            <a:r>
              <a:rPr lang="en-US" altLang="zh-CN" dirty="0"/>
              <a:t> access</a:t>
            </a:r>
          </a:p>
          <a:p>
            <a:pPr>
              <a:lnSpc>
                <a:spcPct val="120000"/>
              </a:lnSpc>
              <a:spcBef>
                <a:spcPts val="1200"/>
              </a:spcBef>
            </a:pPr>
            <a:r>
              <a:rPr lang="en-US" altLang="zh-CN" dirty="0"/>
              <a:t>The DBMS ensures that the contents of the table and the index are logically in </a:t>
            </a:r>
            <a:r>
              <a:rPr lang="en-US" altLang="zh-CN" b="1" dirty="0">
                <a:solidFill>
                  <a:srgbClr val="00B050"/>
                </a:solidFill>
              </a:rPr>
              <a:t>sync</a:t>
            </a:r>
            <a:endParaRPr lang="en-US" altLang="zh-CN" dirty="0"/>
          </a:p>
          <a:p>
            <a:pPr>
              <a:lnSpc>
                <a:spcPct val="120000"/>
              </a:lnSpc>
              <a:spcBef>
                <a:spcPts val="1200"/>
              </a:spcBef>
            </a:pPr>
            <a:r>
              <a:rPr lang="en-US" altLang="zh-CN" dirty="0"/>
              <a:t>It is the DBMS's job to figure out the </a:t>
            </a:r>
            <a:r>
              <a:rPr lang="en-US" altLang="zh-CN" b="1" dirty="0">
                <a:solidFill>
                  <a:srgbClr val="00B050"/>
                </a:solidFill>
              </a:rPr>
              <a:t>best</a:t>
            </a:r>
            <a:r>
              <a:rPr lang="en-US" altLang="zh-CN" dirty="0"/>
              <a:t> index(es) to use to execute each query.</a:t>
            </a:r>
          </a:p>
          <a:p>
            <a:pPr>
              <a:lnSpc>
                <a:spcPct val="120000"/>
              </a:lnSpc>
              <a:spcBef>
                <a:spcPts val="1200"/>
              </a:spcBef>
            </a:pPr>
            <a:r>
              <a:rPr lang="en-US" altLang="zh-CN" dirty="0"/>
              <a:t>There is a </a:t>
            </a:r>
            <a:r>
              <a:rPr lang="en-US" altLang="zh-CN" b="1" dirty="0">
                <a:solidFill>
                  <a:srgbClr val="FF0000"/>
                </a:solidFill>
              </a:rPr>
              <a:t>trade-off</a:t>
            </a:r>
            <a:r>
              <a:rPr lang="en-US" altLang="zh-CN" dirty="0"/>
              <a:t> on the number of indexes to create per database.</a:t>
            </a:r>
          </a:p>
          <a:p>
            <a:pPr lvl="1">
              <a:lnSpc>
                <a:spcPct val="120000"/>
              </a:lnSpc>
              <a:spcBef>
                <a:spcPts val="1200"/>
              </a:spcBef>
            </a:pPr>
            <a:r>
              <a:rPr lang="en-US" altLang="zh-CN" dirty="0"/>
              <a:t>Storage Overhead</a:t>
            </a:r>
          </a:p>
          <a:p>
            <a:pPr lvl="1">
              <a:lnSpc>
                <a:spcPct val="120000"/>
              </a:lnSpc>
              <a:spcBef>
                <a:spcPts val="1200"/>
              </a:spcBef>
            </a:pPr>
            <a:r>
              <a:rPr lang="en-US" altLang="zh-CN" dirty="0"/>
              <a:t>Maintenance Overhead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C82B485-330C-4F7C-AD75-86FB6EFA3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AE940-D553-44F0-8727-7D65C947A8C4}" type="datetime1">
              <a:rPr lang="zh-CN" altLang="en-US" smtClean="0"/>
              <a:t>2024/5/8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9398CB-94F3-4CE3-9880-9F79A418A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Tree Indices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98061EF-E67D-4B6D-B836-FE67DC6C8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5A79-C12E-4282-8451-1BC984B858F9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89239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6" name="组合 165">
            <a:extLst>
              <a:ext uri="{FF2B5EF4-FFF2-40B4-BE49-F238E27FC236}">
                <a16:creationId xmlns:a16="http://schemas.microsoft.com/office/drawing/2014/main" id="{D43E0A83-B277-4E19-AD9A-604C8698CD2D}"/>
              </a:ext>
            </a:extLst>
          </p:cNvPr>
          <p:cNvGrpSpPr/>
          <p:nvPr/>
        </p:nvGrpSpPr>
        <p:grpSpPr>
          <a:xfrm>
            <a:off x="4504879" y="2963087"/>
            <a:ext cx="1609983" cy="827209"/>
            <a:chOff x="1345113" y="4685810"/>
            <a:chExt cx="1609983" cy="827209"/>
          </a:xfrm>
        </p:grpSpPr>
        <p:sp>
          <p:nvSpPr>
            <p:cNvPr id="163" name="矩形 162">
              <a:extLst>
                <a:ext uri="{FF2B5EF4-FFF2-40B4-BE49-F238E27FC236}">
                  <a16:creationId xmlns:a16="http://schemas.microsoft.com/office/drawing/2014/main" id="{F5CE09E1-009A-49EF-8787-91878D8E8A21}"/>
                </a:ext>
              </a:extLst>
            </p:cNvPr>
            <p:cNvSpPr/>
            <p:nvPr/>
          </p:nvSpPr>
          <p:spPr>
            <a:xfrm>
              <a:off x="1345113" y="4685810"/>
              <a:ext cx="1609983" cy="22659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lIns="36000" tIns="36000" rIns="36000" bIns="36000">
              <a:spAutoFit/>
            </a:bodyPr>
            <a:lstStyle/>
            <a:p>
              <a:r>
                <a:rPr lang="fr-FR" altLang="zh-CN" sz="1000" b="1" dirty="0">
                  <a:solidFill>
                    <a:srgbClr val="00B050"/>
                  </a:solidFill>
                  <a:latin typeface="NimbusRomDOT-Reg"/>
                </a:rPr>
                <a:t>45565</a:t>
              </a:r>
              <a:r>
                <a:rPr lang="fr-FR" altLang="zh-CN" sz="1000" dirty="0">
                  <a:latin typeface="NimbusRomDOT-Reg"/>
                </a:rPr>
                <a:t> Katz Comp. Sci. 75000</a:t>
              </a:r>
              <a:endParaRPr lang="zh-CN" altLang="en-US" sz="1000" dirty="0"/>
            </a:p>
          </p:txBody>
        </p:sp>
        <p:sp>
          <p:nvSpPr>
            <p:cNvPr id="164" name="矩形 163">
              <a:extLst>
                <a:ext uri="{FF2B5EF4-FFF2-40B4-BE49-F238E27FC236}">
                  <a16:creationId xmlns:a16="http://schemas.microsoft.com/office/drawing/2014/main" id="{1364C876-2A43-4893-AB43-7274F1B3C2C3}"/>
                </a:ext>
              </a:extLst>
            </p:cNvPr>
            <p:cNvSpPr/>
            <p:nvPr/>
          </p:nvSpPr>
          <p:spPr>
            <a:xfrm>
              <a:off x="1346577" y="4986119"/>
              <a:ext cx="1581129" cy="22659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lIns="36000" tIns="36000" rIns="36000" bIns="36000">
              <a:spAutoFit/>
            </a:bodyPr>
            <a:lstStyle/>
            <a:p>
              <a:r>
                <a:rPr lang="en-US" altLang="zh-CN" sz="1000" dirty="0">
                  <a:latin typeface="NimbusRomDOT-Reg"/>
                </a:rPr>
                <a:t>58583 Califieri History 62000</a:t>
              </a:r>
              <a:endParaRPr lang="zh-CN" altLang="en-US" sz="1000" dirty="0"/>
            </a:p>
          </p:txBody>
        </p:sp>
        <p:sp>
          <p:nvSpPr>
            <p:cNvPr id="165" name="矩形 164">
              <a:extLst>
                <a:ext uri="{FF2B5EF4-FFF2-40B4-BE49-F238E27FC236}">
                  <a16:creationId xmlns:a16="http://schemas.microsoft.com/office/drawing/2014/main" id="{4E776E35-2FDE-4455-8EEA-70D55A58EAFD}"/>
                </a:ext>
              </a:extLst>
            </p:cNvPr>
            <p:cNvSpPr/>
            <p:nvPr/>
          </p:nvSpPr>
          <p:spPr>
            <a:xfrm>
              <a:off x="1355469" y="5286428"/>
              <a:ext cx="1502582" cy="22659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lIns="36000" tIns="36000" rIns="36000" bIns="36000">
              <a:spAutoFit/>
            </a:bodyPr>
            <a:lstStyle/>
            <a:p>
              <a:r>
                <a:rPr lang="en-US" altLang="zh-CN" sz="1000" dirty="0">
                  <a:latin typeface="NimbusRomDOT-Reg"/>
                </a:rPr>
                <a:t>76543 Singh Finance 80000</a:t>
              </a:r>
              <a:endParaRPr lang="zh-CN" altLang="en-US" sz="1000" dirty="0"/>
            </a:p>
          </p:txBody>
        </p:sp>
      </p:grpSp>
      <p:grpSp>
        <p:nvGrpSpPr>
          <p:cNvPr id="110" name="组合 109">
            <a:extLst>
              <a:ext uri="{FF2B5EF4-FFF2-40B4-BE49-F238E27FC236}">
                <a16:creationId xmlns:a16="http://schemas.microsoft.com/office/drawing/2014/main" id="{5818D168-84DF-4048-AB50-9D51C9DFA9DC}"/>
              </a:ext>
            </a:extLst>
          </p:cNvPr>
          <p:cNvGrpSpPr/>
          <p:nvPr/>
        </p:nvGrpSpPr>
        <p:grpSpPr>
          <a:xfrm>
            <a:off x="9394529" y="3041739"/>
            <a:ext cx="1525024" cy="1280528"/>
            <a:chOff x="9305290" y="3627503"/>
            <a:chExt cx="1525024" cy="1280528"/>
          </a:xfrm>
        </p:grpSpPr>
        <p:sp>
          <p:nvSpPr>
            <p:cNvPr id="111" name="矩形 110">
              <a:extLst>
                <a:ext uri="{FF2B5EF4-FFF2-40B4-BE49-F238E27FC236}">
                  <a16:creationId xmlns:a16="http://schemas.microsoft.com/office/drawing/2014/main" id="{6E232680-A9DE-4524-A309-E0335F183681}"/>
                </a:ext>
              </a:extLst>
            </p:cNvPr>
            <p:cNvSpPr/>
            <p:nvPr/>
          </p:nvSpPr>
          <p:spPr>
            <a:xfrm>
              <a:off x="9305290" y="3627503"/>
              <a:ext cx="1525024" cy="1280528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2" name="矩形 111">
              <a:extLst>
                <a:ext uri="{FF2B5EF4-FFF2-40B4-BE49-F238E27FC236}">
                  <a16:creationId xmlns:a16="http://schemas.microsoft.com/office/drawing/2014/main" id="{837CBCB2-A516-4883-B8E9-95A453D2BB46}"/>
                </a:ext>
              </a:extLst>
            </p:cNvPr>
            <p:cNvSpPr/>
            <p:nvPr/>
          </p:nvSpPr>
          <p:spPr>
            <a:xfrm>
              <a:off x="9356344" y="3681749"/>
              <a:ext cx="176036" cy="21730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lIns="36000" tIns="36000" rIns="36000" bIns="36000">
              <a:spAutoFit/>
            </a:bodyPr>
            <a:lstStyle/>
            <a:p>
              <a:endParaRPr lang="zh-CN" altLang="en-US" sz="1000" dirty="0"/>
            </a:p>
          </p:txBody>
        </p:sp>
        <p:sp>
          <p:nvSpPr>
            <p:cNvPr id="113" name="矩形 112">
              <a:extLst>
                <a:ext uri="{FF2B5EF4-FFF2-40B4-BE49-F238E27FC236}">
                  <a16:creationId xmlns:a16="http://schemas.microsoft.com/office/drawing/2014/main" id="{9BD0E60B-DE91-40ED-BC1A-1DA4C4676ED4}"/>
                </a:ext>
              </a:extLst>
            </p:cNvPr>
            <p:cNvSpPr/>
            <p:nvPr/>
          </p:nvSpPr>
          <p:spPr>
            <a:xfrm>
              <a:off x="9546089" y="3681749"/>
              <a:ext cx="74690" cy="21730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lIns="36000" tIns="36000" rIns="36000" bIns="36000">
              <a:spAutoFit/>
            </a:bodyPr>
            <a:lstStyle/>
            <a:p>
              <a:endParaRPr lang="zh-CN" altLang="en-US" sz="1000" dirty="0"/>
            </a:p>
          </p:txBody>
        </p:sp>
        <p:sp>
          <p:nvSpPr>
            <p:cNvPr id="114" name="矩形 113">
              <a:extLst>
                <a:ext uri="{FF2B5EF4-FFF2-40B4-BE49-F238E27FC236}">
                  <a16:creationId xmlns:a16="http://schemas.microsoft.com/office/drawing/2014/main" id="{74592D93-3B44-4FA3-A9E2-C7DCC29A272B}"/>
                </a:ext>
              </a:extLst>
            </p:cNvPr>
            <p:cNvSpPr/>
            <p:nvPr/>
          </p:nvSpPr>
          <p:spPr>
            <a:xfrm>
              <a:off x="9634488" y="3681749"/>
              <a:ext cx="74690" cy="21730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lIns="36000" tIns="36000" rIns="36000" bIns="36000">
              <a:spAutoFit/>
            </a:bodyPr>
            <a:lstStyle/>
            <a:p>
              <a:endParaRPr lang="zh-CN" altLang="en-US" sz="1000" dirty="0"/>
            </a:p>
          </p:txBody>
        </p:sp>
        <p:sp>
          <p:nvSpPr>
            <p:cNvPr id="115" name="矩形 114">
              <a:extLst>
                <a:ext uri="{FF2B5EF4-FFF2-40B4-BE49-F238E27FC236}">
                  <a16:creationId xmlns:a16="http://schemas.microsoft.com/office/drawing/2014/main" id="{0697B1F4-E3FB-4F3F-A22A-A9B3094B91D7}"/>
                </a:ext>
              </a:extLst>
            </p:cNvPr>
            <p:cNvSpPr/>
            <p:nvPr/>
          </p:nvSpPr>
          <p:spPr>
            <a:xfrm>
              <a:off x="9722887" y="3681749"/>
              <a:ext cx="74690" cy="21730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lIns="36000" tIns="36000" rIns="36000" bIns="36000">
              <a:spAutoFit/>
            </a:bodyPr>
            <a:lstStyle/>
            <a:p>
              <a:endParaRPr lang="zh-CN" altLang="en-US" sz="1000" dirty="0"/>
            </a:p>
          </p:txBody>
        </p:sp>
        <p:cxnSp>
          <p:nvCxnSpPr>
            <p:cNvPr id="116" name="直接箭头连接符 79">
              <a:extLst>
                <a:ext uri="{FF2B5EF4-FFF2-40B4-BE49-F238E27FC236}">
                  <a16:creationId xmlns:a16="http://schemas.microsoft.com/office/drawing/2014/main" id="{3C22368B-9033-47C7-9CC8-BB24DB118F8E}"/>
                </a:ext>
              </a:extLst>
            </p:cNvPr>
            <p:cNvCxnSpPr>
              <a:cxnSpLocks/>
              <a:stCxn id="115" idx="2"/>
              <a:endCxn id="121" idx="1"/>
            </p:cNvCxnSpPr>
            <p:nvPr/>
          </p:nvCxnSpPr>
          <p:spPr>
            <a:xfrm rot="16200000" flipH="1">
              <a:off x="9941811" y="3717470"/>
              <a:ext cx="146646" cy="509804"/>
            </a:xfrm>
            <a:prstGeom prst="curvedConnector2">
              <a:avLst/>
            </a:prstGeom>
            <a:ln w="12700">
              <a:solidFill>
                <a:srgbClr val="FF0000"/>
              </a:solidFill>
              <a:headEnd type="oval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7" name="矩形 116">
              <a:extLst>
                <a:ext uri="{FF2B5EF4-FFF2-40B4-BE49-F238E27FC236}">
                  <a16:creationId xmlns:a16="http://schemas.microsoft.com/office/drawing/2014/main" id="{04190661-E886-46AC-B548-24E34A33EA9C}"/>
                </a:ext>
              </a:extLst>
            </p:cNvPr>
            <p:cNvSpPr/>
            <p:nvPr/>
          </p:nvSpPr>
          <p:spPr>
            <a:xfrm>
              <a:off x="9375560" y="4606038"/>
              <a:ext cx="1404799" cy="22659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lIns="36000" tIns="36000" rIns="36000" bIns="36000">
              <a:spAutoFit/>
            </a:bodyPr>
            <a:lstStyle/>
            <a:p>
              <a:r>
                <a:rPr lang="en-US" altLang="zh-CN" sz="1000" dirty="0">
                  <a:latin typeface="NimbusRomDOT-Reg"/>
                </a:rPr>
                <a:t>22 Einstein Physics 95000</a:t>
              </a:r>
              <a:endParaRPr lang="zh-CN" altLang="en-US" sz="1000" dirty="0"/>
            </a:p>
          </p:txBody>
        </p:sp>
        <p:sp>
          <p:nvSpPr>
            <p:cNvPr id="118" name="矩形 117">
              <a:extLst>
                <a:ext uri="{FF2B5EF4-FFF2-40B4-BE49-F238E27FC236}">
                  <a16:creationId xmlns:a16="http://schemas.microsoft.com/office/drawing/2014/main" id="{B44F978F-DB5A-40BA-86FC-A68249EB5CD3}"/>
                </a:ext>
              </a:extLst>
            </p:cNvPr>
            <p:cNvSpPr/>
            <p:nvPr/>
          </p:nvSpPr>
          <p:spPr>
            <a:xfrm>
              <a:off x="9376396" y="4380247"/>
              <a:ext cx="1167555" cy="22659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lIns="36000" tIns="36000" rIns="36000" bIns="36000">
              <a:spAutoFit/>
            </a:bodyPr>
            <a:lstStyle/>
            <a:p>
              <a:r>
                <a:rPr lang="en-US" altLang="zh-CN" sz="1000" dirty="0">
                  <a:latin typeface="NimbusRomDOT-Reg"/>
                </a:rPr>
                <a:t>El Said History 60000</a:t>
              </a:r>
              <a:endParaRPr lang="zh-CN" altLang="en-US" sz="1000" dirty="0"/>
            </a:p>
          </p:txBody>
        </p:sp>
        <p:sp>
          <p:nvSpPr>
            <p:cNvPr id="119" name="矩形 118">
              <a:extLst>
                <a:ext uri="{FF2B5EF4-FFF2-40B4-BE49-F238E27FC236}">
                  <a16:creationId xmlns:a16="http://schemas.microsoft.com/office/drawing/2014/main" id="{EE7666A7-CA27-4825-8B0C-243BE76943A7}"/>
                </a:ext>
              </a:extLst>
            </p:cNvPr>
            <p:cNvSpPr/>
            <p:nvPr/>
          </p:nvSpPr>
          <p:spPr>
            <a:xfrm>
              <a:off x="10510486" y="4379447"/>
              <a:ext cx="269873" cy="22659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lIns="36000" tIns="36000" rIns="36000" bIns="36000">
              <a:spAutoFit/>
            </a:bodyPr>
            <a:lstStyle/>
            <a:p>
              <a:r>
                <a:rPr lang="en-US" altLang="zh-CN" sz="1000" dirty="0">
                  <a:latin typeface="NimbusRomDOT-Reg"/>
                </a:rPr>
                <a:t>222</a:t>
              </a:r>
              <a:endParaRPr lang="zh-CN" altLang="en-US" sz="1000" dirty="0"/>
            </a:p>
          </p:txBody>
        </p:sp>
        <p:sp>
          <p:nvSpPr>
            <p:cNvPr id="120" name="矩形 119">
              <a:extLst>
                <a:ext uri="{FF2B5EF4-FFF2-40B4-BE49-F238E27FC236}">
                  <a16:creationId xmlns:a16="http://schemas.microsoft.com/office/drawing/2014/main" id="{F9728EC4-5273-427F-A72C-90179D30EB7A}"/>
                </a:ext>
              </a:extLst>
            </p:cNvPr>
            <p:cNvSpPr/>
            <p:nvPr/>
          </p:nvSpPr>
          <p:spPr>
            <a:xfrm>
              <a:off x="9376077" y="4156011"/>
              <a:ext cx="996033" cy="22659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lIns="36000" tIns="36000" rIns="36000" bIns="36000">
              <a:spAutoFit/>
            </a:bodyPr>
            <a:lstStyle/>
            <a:p>
              <a:r>
                <a:rPr lang="en-US" altLang="zh-CN" sz="1000" dirty="0">
                  <a:latin typeface="NimbusRomDOT-Reg"/>
                </a:rPr>
                <a:t>old Physics 87000</a:t>
              </a:r>
              <a:endParaRPr lang="zh-CN" altLang="en-US" sz="1000" dirty="0"/>
            </a:p>
          </p:txBody>
        </p:sp>
        <p:sp>
          <p:nvSpPr>
            <p:cNvPr id="121" name="矩形 120">
              <a:extLst>
                <a:ext uri="{FF2B5EF4-FFF2-40B4-BE49-F238E27FC236}">
                  <a16:creationId xmlns:a16="http://schemas.microsoft.com/office/drawing/2014/main" id="{F7C1EFA6-CAD8-485A-BA73-07B3E6B8F71F}"/>
                </a:ext>
              </a:extLst>
            </p:cNvPr>
            <p:cNvSpPr/>
            <p:nvPr/>
          </p:nvSpPr>
          <p:spPr>
            <a:xfrm>
              <a:off x="10270036" y="3932399"/>
              <a:ext cx="510323" cy="22659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lIns="36000" tIns="36000" rIns="36000" bIns="36000">
              <a:spAutoFit/>
            </a:bodyPr>
            <a:lstStyle/>
            <a:p>
              <a:r>
                <a:rPr lang="en-US" altLang="zh-CN" sz="1000" dirty="0">
                  <a:latin typeface="NimbusRomDOT-Reg"/>
                </a:rPr>
                <a:t>33456 G</a:t>
              </a:r>
              <a:endParaRPr lang="zh-CN" altLang="en-US" sz="1000" dirty="0"/>
            </a:p>
          </p:txBody>
        </p:sp>
        <p:sp>
          <p:nvSpPr>
            <p:cNvPr id="122" name="矩形 121">
              <a:extLst>
                <a:ext uri="{FF2B5EF4-FFF2-40B4-BE49-F238E27FC236}">
                  <a16:creationId xmlns:a16="http://schemas.microsoft.com/office/drawing/2014/main" id="{E5C8DC1B-2946-40AC-AC98-32BA02E32929}"/>
                </a:ext>
              </a:extLst>
            </p:cNvPr>
            <p:cNvSpPr/>
            <p:nvPr/>
          </p:nvSpPr>
          <p:spPr>
            <a:xfrm>
              <a:off x="10379040" y="4156161"/>
              <a:ext cx="401319" cy="22659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lIns="36000" tIns="36000" rIns="36000" bIns="36000">
              <a:spAutoFit/>
            </a:bodyPr>
            <a:lstStyle/>
            <a:p>
              <a:r>
                <a:rPr lang="en-US" altLang="zh-CN" sz="1000" dirty="0">
                  <a:latin typeface="NimbusRomDOT-Reg"/>
                </a:rPr>
                <a:t>32343</a:t>
              </a:r>
              <a:endParaRPr lang="zh-CN" altLang="en-US" sz="1000" dirty="0"/>
            </a:p>
          </p:txBody>
        </p:sp>
        <p:cxnSp>
          <p:nvCxnSpPr>
            <p:cNvPr id="123" name="直接箭头连接符 79">
              <a:extLst>
                <a:ext uri="{FF2B5EF4-FFF2-40B4-BE49-F238E27FC236}">
                  <a16:creationId xmlns:a16="http://schemas.microsoft.com/office/drawing/2014/main" id="{74A6EBF8-2B93-494D-B2B1-C2E6426A4862}"/>
                </a:ext>
              </a:extLst>
            </p:cNvPr>
            <p:cNvCxnSpPr>
              <a:cxnSpLocks/>
              <a:stCxn id="113" idx="2"/>
              <a:endCxn id="119" idx="1"/>
            </p:cNvCxnSpPr>
            <p:nvPr/>
          </p:nvCxnSpPr>
          <p:spPr>
            <a:xfrm rot="16200000" flipH="1">
              <a:off x="9750113" y="3732370"/>
              <a:ext cx="593694" cy="927052"/>
            </a:xfrm>
            <a:prstGeom prst="curvedConnector2">
              <a:avLst/>
            </a:prstGeom>
            <a:ln w="12700">
              <a:solidFill>
                <a:srgbClr val="FF0000"/>
              </a:solidFill>
              <a:headEnd type="oval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直接箭头连接符 79">
              <a:extLst>
                <a:ext uri="{FF2B5EF4-FFF2-40B4-BE49-F238E27FC236}">
                  <a16:creationId xmlns:a16="http://schemas.microsoft.com/office/drawing/2014/main" id="{EF00E739-8D07-4340-BB96-086D180E3F81}"/>
                </a:ext>
              </a:extLst>
            </p:cNvPr>
            <p:cNvCxnSpPr>
              <a:cxnSpLocks/>
              <a:stCxn id="114" idx="2"/>
              <a:endCxn id="122" idx="1"/>
            </p:cNvCxnSpPr>
            <p:nvPr/>
          </p:nvCxnSpPr>
          <p:spPr>
            <a:xfrm rot="16200000" flipH="1">
              <a:off x="9840232" y="3730649"/>
              <a:ext cx="370408" cy="707207"/>
            </a:xfrm>
            <a:prstGeom prst="curvedConnector2">
              <a:avLst/>
            </a:prstGeom>
            <a:ln w="12700">
              <a:solidFill>
                <a:srgbClr val="FF0000"/>
              </a:solidFill>
              <a:headEnd type="oval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5" name="组合 94">
            <a:extLst>
              <a:ext uri="{FF2B5EF4-FFF2-40B4-BE49-F238E27FC236}">
                <a16:creationId xmlns:a16="http://schemas.microsoft.com/office/drawing/2014/main" id="{3DF237DA-9248-44FD-8DC9-F2F203E3EA53}"/>
              </a:ext>
            </a:extLst>
          </p:cNvPr>
          <p:cNvGrpSpPr/>
          <p:nvPr/>
        </p:nvGrpSpPr>
        <p:grpSpPr>
          <a:xfrm>
            <a:off x="7656239" y="3041739"/>
            <a:ext cx="1525024" cy="1280528"/>
            <a:chOff x="9305290" y="2113300"/>
            <a:chExt cx="1525024" cy="1280528"/>
          </a:xfrm>
        </p:grpSpPr>
        <p:sp>
          <p:nvSpPr>
            <p:cNvPr id="96" name="矩形 95">
              <a:extLst>
                <a:ext uri="{FF2B5EF4-FFF2-40B4-BE49-F238E27FC236}">
                  <a16:creationId xmlns:a16="http://schemas.microsoft.com/office/drawing/2014/main" id="{87B26B23-4925-411B-B4FA-026D79DCB4BA}"/>
                </a:ext>
              </a:extLst>
            </p:cNvPr>
            <p:cNvSpPr/>
            <p:nvPr/>
          </p:nvSpPr>
          <p:spPr>
            <a:xfrm>
              <a:off x="9305290" y="2113300"/>
              <a:ext cx="1525024" cy="1280528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7" name="矩形 96">
              <a:extLst>
                <a:ext uri="{FF2B5EF4-FFF2-40B4-BE49-F238E27FC236}">
                  <a16:creationId xmlns:a16="http://schemas.microsoft.com/office/drawing/2014/main" id="{4B2C2C99-D3D2-4EE5-AFD9-7B0CAF0DA403}"/>
                </a:ext>
              </a:extLst>
            </p:cNvPr>
            <p:cNvSpPr/>
            <p:nvPr/>
          </p:nvSpPr>
          <p:spPr>
            <a:xfrm>
              <a:off x="9356586" y="2910531"/>
              <a:ext cx="928707" cy="22659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lIns="36000" tIns="36000" rIns="36000" bIns="36000">
              <a:spAutoFit/>
            </a:bodyPr>
            <a:lstStyle/>
            <a:p>
              <a:r>
                <a:rPr lang="en-US" altLang="zh-CN" sz="1000" dirty="0">
                  <a:latin typeface="NimbusRomDOT-Reg"/>
                </a:rPr>
                <a:t>u Finance 90000</a:t>
              </a:r>
              <a:endParaRPr lang="zh-CN" altLang="en-US" sz="1000" dirty="0"/>
            </a:p>
          </p:txBody>
        </p:sp>
        <p:sp>
          <p:nvSpPr>
            <p:cNvPr id="98" name="矩形 97">
              <a:extLst>
                <a:ext uri="{FF2B5EF4-FFF2-40B4-BE49-F238E27FC236}">
                  <a16:creationId xmlns:a16="http://schemas.microsoft.com/office/drawing/2014/main" id="{C52EB8DE-6693-4754-90F8-1576CA6801C9}"/>
                </a:ext>
              </a:extLst>
            </p:cNvPr>
            <p:cNvSpPr/>
            <p:nvPr/>
          </p:nvSpPr>
          <p:spPr>
            <a:xfrm>
              <a:off x="9356344" y="2688651"/>
              <a:ext cx="917486" cy="22659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lIns="36000" tIns="36000" rIns="36000" bIns="36000">
              <a:spAutoFit/>
            </a:bodyPr>
            <a:lstStyle/>
            <a:p>
              <a:r>
                <a:rPr lang="en-US" altLang="zh-CN" sz="1000" dirty="0">
                  <a:latin typeface="NimbusRomDOT-Reg"/>
                </a:rPr>
                <a:t>art Music 40000</a:t>
              </a:r>
              <a:endParaRPr lang="zh-CN" altLang="en-US" sz="1000" dirty="0"/>
            </a:p>
          </p:txBody>
        </p:sp>
        <p:sp>
          <p:nvSpPr>
            <p:cNvPr id="99" name="矩形 98">
              <a:extLst>
                <a:ext uri="{FF2B5EF4-FFF2-40B4-BE49-F238E27FC236}">
                  <a16:creationId xmlns:a16="http://schemas.microsoft.com/office/drawing/2014/main" id="{1732142D-63AD-4EB1-81EA-C6F612E90544}"/>
                </a:ext>
              </a:extLst>
            </p:cNvPr>
            <p:cNvSpPr/>
            <p:nvPr/>
          </p:nvSpPr>
          <p:spPr>
            <a:xfrm>
              <a:off x="9356586" y="3137122"/>
              <a:ext cx="1422432" cy="22659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lIns="36000" tIns="36000" rIns="36000" bIns="36000">
              <a:spAutoFit/>
            </a:bodyPr>
            <a:lstStyle/>
            <a:p>
              <a:r>
                <a:rPr lang="it-IT" altLang="zh-CN" sz="1000" dirty="0">
                  <a:latin typeface="NimbusRomDOT-Reg"/>
                </a:rPr>
                <a:t>inivasan Comp. Sci. 65000</a:t>
              </a:r>
              <a:endParaRPr lang="zh-CN" altLang="en-US" sz="1000" dirty="0"/>
            </a:p>
          </p:txBody>
        </p:sp>
        <p:sp>
          <p:nvSpPr>
            <p:cNvPr id="100" name="矩形 99">
              <a:extLst>
                <a:ext uri="{FF2B5EF4-FFF2-40B4-BE49-F238E27FC236}">
                  <a16:creationId xmlns:a16="http://schemas.microsoft.com/office/drawing/2014/main" id="{663CE0F0-B5ED-4802-9821-FA878C879BDA}"/>
                </a:ext>
              </a:extLst>
            </p:cNvPr>
            <p:cNvSpPr/>
            <p:nvPr/>
          </p:nvSpPr>
          <p:spPr>
            <a:xfrm>
              <a:off x="10244650" y="2910531"/>
              <a:ext cx="534368" cy="22659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lIns="36000" tIns="36000" rIns="36000" bIns="36000">
              <a:spAutoFit/>
            </a:bodyPr>
            <a:lstStyle/>
            <a:p>
              <a:r>
                <a:rPr lang="it-IT" altLang="zh-CN" sz="1000" dirty="0">
                  <a:latin typeface="NimbusRomDOT-Reg"/>
                </a:rPr>
                <a:t>10101 Sr</a:t>
              </a:r>
              <a:endParaRPr lang="zh-CN" altLang="en-US" sz="1000" dirty="0"/>
            </a:p>
          </p:txBody>
        </p:sp>
        <p:sp>
          <p:nvSpPr>
            <p:cNvPr id="101" name="矩形 100">
              <a:extLst>
                <a:ext uri="{FF2B5EF4-FFF2-40B4-BE49-F238E27FC236}">
                  <a16:creationId xmlns:a16="http://schemas.microsoft.com/office/drawing/2014/main" id="{5E9FE8AC-ACD3-4AE7-BB19-F58BE2BE891D}"/>
                </a:ext>
              </a:extLst>
            </p:cNvPr>
            <p:cNvSpPr/>
            <p:nvPr/>
          </p:nvSpPr>
          <p:spPr>
            <a:xfrm>
              <a:off x="10239841" y="2688652"/>
              <a:ext cx="543986" cy="22659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lIns="36000" tIns="36000" rIns="36000" bIns="36000">
              <a:spAutoFit/>
            </a:bodyPr>
            <a:lstStyle/>
            <a:p>
              <a:r>
                <a:rPr lang="en-US" altLang="zh-CN" sz="1000" dirty="0">
                  <a:latin typeface="NimbusRomDOT-Reg"/>
                </a:rPr>
                <a:t>12121 W</a:t>
              </a:r>
              <a:endParaRPr lang="zh-CN" altLang="en-US" sz="1000" dirty="0"/>
            </a:p>
          </p:txBody>
        </p:sp>
        <p:sp>
          <p:nvSpPr>
            <p:cNvPr id="102" name="矩形 101">
              <a:extLst>
                <a:ext uri="{FF2B5EF4-FFF2-40B4-BE49-F238E27FC236}">
                  <a16:creationId xmlns:a16="http://schemas.microsoft.com/office/drawing/2014/main" id="{3C5C00A3-8C3F-482F-92A2-62D8BEE9A037}"/>
                </a:ext>
              </a:extLst>
            </p:cNvPr>
            <p:cNvSpPr/>
            <p:nvPr/>
          </p:nvSpPr>
          <p:spPr>
            <a:xfrm>
              <a:off x="10126534" y="2462061"/>
              <a:ext cx="657800" cy="22659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lIns="36000" tIns="36000" rIns="36000" bIns="36000">
              <a:spAutoFit/>
            </a:bodyPr>
            <a:lstStyle/>
            <a:p>
              <a:r>
                <a:rPr lang="en-US" altLang="zh-CN" sz="1000" dirty="0">
                  <a:latin typeface="NimbusRomDOT-Reg"/>
                </a:rPr>
                <a:t>15151 </a:t>
              </a:r>
              <a:r>
                <a:rPr lang="en-US" altLang="zh-CN" sz="1000" dirty="0" err="1">
                  <a:latin typeface="NimbusRomDOT-Reg"/>
                </a:rPr>
                <a:t>Moz</a:t>
              </a:r>
              <a:endParaRPr lang="zh-CN" altLang="en-US" sz="1000" dirty="0"/>
            </a:p>
          </p:txBody>
        </p:sp>
        <p:sp>
          <p:nvSpPr>
            <p:cNvPr id="103" name="矩形 102">
              <a:extLst>
                <a:ext uri="{FF2B5EF4-FFF2-40B4-BE49-F238E27FC236}">
                  <a16:creationId xmlns:a16="http://schemas.microsoft.com/office/drawing/2014/main" id="{E26252BE-BC28-47B8-B5DC-460AD0CE7D90}"/>
                </a:ext>
              </a:extLst>
            </p:cNvPr>
            <p:cNvSpPr/>
            <p:nvPr/>
          </p:nvSpPr>
          <p:spPr>
            <a:xfrm>
              <a:off x="9356344" y="2180798"/>
              <a:ext cx="176036" cy="21730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lIns="36000" tIns="36000" rIns="36000" bIns="36000">
              <a:spAutoFit/>
            </a:bodyPr>
            <a:lstStyle/>
            <a:p>
              <a:endParaRPr lang="zh-CN" altLang="en-US" sz="1000" dirty="0"/>
            </a:p>
          </p:txBody>
        </p:sp>
        <p:sp>
          <p:nvSpPr>
            <p:cNvPr id="104" name="矩形 103">
              <a:extLst>
                <a:ext uri="{FF2B5EF4-FFF2-40B4-BE49-F238E27FC236}">
                  <a16:creationId xmlns:a16="http://schemas.microsoft.com/office/drawing/2014/main" id="{DA71CDD8-D0BD-4209-B0F8-3C00BDAF3D3B}"/>
                </a:ext>
              </a:extLst>
            </p:cNvPr>
            <p:cNvSpPr/>
            <p:nvPr/>
          </p:nvSpPr>
          <p:spPr>
            <a:xfrm>
              <a:off x="9546089" y="2180798"/>
              <a:ext cx="74690" cy="21730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lIns="36000" tIns="36000" rIns="36000" bIns="36000">
              <a:spAutoFit/>
            </a:bodyPr>
            <a:lstStyle/>
            <a:p>
              <a:endParaRPr lang="zh-CN" altLang="en-US" sz="1000" dirty="0"/>
            </a:p>
          </p:txBody>
        </p:sp>
        <p:sp>
          <p:nvSpPr>
            <p:cNvPr id="105" name="矩形 104">
              <a:extLst>
                <a:ext uri="{FF2B5EF4-FFF2-40B4-BE49-F238E27FC236}">
                  <a16:creationId xmlns:a16="http://schemas.microsoft.com/office/drawing/2014/main" id="{5185A4F8-24F9-4073-997D-AD87416CA097}"/>
                </a:ext>
              </a:extLst>
            </p:cNvPr>
            <p:cNvSpPr/>
            <p:nvPr/>
          </p:nvSpPr>
          <p:spPr>
            <a:xfrm>
              <a:off x="9634488" y="2180798"/>
              <a:ext cx="74690" cy="21730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lIns="36000" tIns="36000" rIns="36000" bIns="36000">
              <a:spAutoFit/>
            </a:bodyPr>
            <a:lstStyle/>
            <a:p>
              <a:endParaRPr lang="zh-CN" altLang="en-US" sz="1000" dirty="0"/>
            </a:p>
          </p:txBody>
        </p:sp>
        <p:sp>
          <p:nvSpPr>
            <p:cNvPr id="106" name="矩形 105">
              <a:extLst>
                <a:ext uri="{FF2B5EF4-FFF2-40B4-BE49-F238E27FC236}">
                  <a16:creationId xmlns:a16="http://schemas.microsoft.com/office/drawing/2014/main" id="{8FA42E2F-D47F-476F-AB93-BC98996BAB7E}"/>
                </a:ext>
              </a:extLst>
            </p:cNvPr>
            <p:cNvSpPr/>
            <p:nvPr/>
          </p:nvSpPr>
          <p:spPr>
            <a:xfrm>
              <a:off x="9722887" y="2180798"/>
              <a:ext cx="74690" cy="21730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lIns="36000" tIns="36000" rIns="36000" bIns="36000">
              <a:spAutoFit/>
            </a:bodyPr>
            <a:lstStyle/>
            <a:p>
              <a:endParaRPr lang="zh-CN" altLang="en-US" sz="1000" dirty="0"/>
            </a:p>
          </p:txBody>
        </p:sp>
        <p:cxnSp>
          <p:nvCxnSpPr>
            <p:cNvPr id="107" name="直接箭头连接符 79">
              <a:extLst>
                <a:ext uri="{FF2B5EF4-FFF2-40B4-BE49-F238E27FC236}">
                  <a16:creationId xmlns:a16="http://schemas.microsoft.com/office/drawing/2014/main" id="{6BFC176E-2C4D-4782-BCD1-47FC0DE11B23}"/>
                </a:ext>
              </a:extLst>
            </p:cNvPr>
            <p:cNvCxnSpPr>
              <a:stCxn id="104" idx="2"/>
              <a:endCxn id="100" idx="1"/>
            </p:cNvCxnSpPr>
            <p:nvPr/>
          </p:nvCxnSpPr>
          <p:spPr>
            <a:xfrm rot="16200000" flipH="1">
              <a:off x="9601178" y="2380354"/>
              <a:ext cx="625729" cy="661216"/>
            </a:xfrm>
            <a:prstGeom prst="curvedConnector2">
              <a:avLst/>
            </a:prstGeom>
            <a:ln w="12700">
              <a:solidFill>
                <a:srgbClr val="FF0000"/>
              </a:solidFill>
              <a:headEnd type="oval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直接箭头连接符 79">
              <a:extLst>
                <a:ext uri="{FF2B5EF4-FFF2-40B4-BE49-F238E27FC236}">
                  <a16:creationId xmlns:a16="http://schemas.microsoft.com/office/drawing/2014/main" id="{8354A946-6FAB-4ECB-AC19-E15739FD440C}"/>
                </a:ext>
              </a:extLst>
            </p:cNvPr>
            <p:cNvCxnSpPr>
              <a:cxnSpLocks/>
              <a:stCxn id="105" idx="2"/>
              <a:endCxn id="101" idx="1"/>
            </p:cNvCxnSpPr>
            <p:nvPr/>
          </p:nvCxnSpPr>
          <p:spPr>
            <a:xfrm rot="16200000" flipH="1">
              <a:off x="9753912" y="2316019"/>
              <a:ext cx="403850" cy="568008"/>
            </a:xfrm>
            <a:prstGeom prst="curvedConnector2">
              <a:avLst/>
            </a:prstGeom>
            <a:ln w="12700">
              <a:solidFill>
                <a:srgbClr val="FF0000"/>
              </a:solidFill>
              <a:headEnd type="oval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直接箭头连接符 79">
              <a:extLst>
                <a:ext uri="{FF2B5EF4-FFF2-40B4-BE49-F238E27FC236}">
                  <a16:creationId xmlns:a16="http://schemas.microsoft.com/office/drawing/2014/main" id="{681C29C1-39D3-4B97-B2D7-75E500E5CFC2}"/>
                </a:ext>
              </a:extLst>
            </p:cNvPr>
            <p:cNvCxnSpPr>
              <a:cxnSpLocks/>
              <a:stCxn id="106" idx="2"/>
              <a:endCxn id="102" idx="1"/>
            </p:cNvCxnSpPr>
            <p:nvPr/>
          </p:nvCxnSpPr>
          <p:spPr>
            <a:xfrm rot="16200000" flipH="1">
              <a:off x="9854754" y="2303576"/>
              <a:ext cx="177259" cy="366302"/>
            </a:xfrm>
            <a:prstGeom prst="curvedConnector2">
              <a:avLst/>
            </a:prstGeom>
            <a:ln w="12700">
              <a:solidFill>
                <a:srgbClr val="FF0000"/>
              </a:solidFill>
              <a:headEnd type="oval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3" name="组合 132">
            <a:extLst>
              <a:ext uri="{FF2B5EF4-FFF2-40B4-BE49-F238E27FC236}">
                <a16:creationId xmlns:a16="http://schemas.microsoft.com/office/drawing/2014/main" id="{7CE3A276-67A3-4F92-871E-E689B58D8D22}"/>
              </a:ext>
            </a:extLst>
          </p:cNvPr>
          <p:cNvGrpSpPr/>
          <p:nvPr/>
        </p:nvGrpSpPr>
        <p:grpSpPr>
          <a:xfrm>
            <a:off x="4479785" y="4613160"/>
            <a:ext cx="1630822" cy="852963"/>
            <a:chOff x="1246635" y="4643602"/>
            <a:chExt cx="1630822" cy="852963"/>
          </a:xfrm>
        </p:grpSpPr>
        <p:sp>
          <p:nvSpPr>
            <p:cNvPr id="130" name="矩形 129">
              <a:extLst>
                <a:ext uri="{FF2B5EF4-FFF2-40B4-BE49-F238E27FC236}">
                  <a16:creationId xmlns:a16="http://schemas.microsoft.com/office/drawing/2014/main" id="{31BDC032-2E11-4EEB-A5EA-B32FB40E697A}"/>
                </a:ext>
              </a:extLst>
            </p:cNvPr>
            <p:cNvSpPr/>
            <p:nvPr/>
          </p:nvSpPr>
          <p:spPr>
            <a:xfrm>
              <a:off x="1246635" y="4643602"/>
              <a:ext cx="1630822" cy="22659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lIns="36000" tIns="36000" rIns="36000" bIns="36000">
              <a:spAutoFit/>
            </a:bodyPr>
            <a:lstStyle/>
            <a:p>
              <a:r>
                <a:rPr lang="en-US" altLang="zh-CN" sz="1000" dirty="0">
                  <a:latin typeface="NimbusRomDOT-Reg"/>
                </a:rPr>
                <a:t>22222 Einstein Physics 95000</a:t>
              </a:r>
              <a:endParaRPr lang="zh-CN" altLang="en-US" sz="1000" dirty="0"/>
            </a:p>
          </p:txBody>
        </p:sp>
        <p:sp>
          <p:nvSpPr>
            <p:cNvPr id="131" name="矩形 130">
              <a:extLst>
                <a:ext uri="{FF2B5EF4-FFF2-40B4-BE49-F238E27FC236}">
                  <a16:creationId xmlns:a16="http://schemas.microsoft.com/office/drawing/2014/main" id="{88C14785-E8B0-442E-AE4D-DB93A8024CBC}"/>
                </a:ext>
              </a:extLst>
            </p:cNvPr>
            <p:cNvSpPr/>
            <p:nvPr/>
          </p:nvSpPr>
          <p:spPr>
            <a:xfrm>
              <a:off x="1246635" y="4956788"/>
              <a:ext cx="1525024" cy="22659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lIns="36000" tIns="36000" rIns="36000" bIns="36000">
              <a:spAutoFit/>
            </a:bodyPr>
            <a:lstStyle/>
            <a:p>
              <a:r>
                <a:rPr lang="en-US" altLang="zh-CN" sz="1000" dirty="0">
                  <a:latin typeface="NimbusRomDOT-Reg"/>
                </a:rPr>
                <a:t>32343 El Said History 60000</a:t>
              </a:r>
              <a:endParaRPr lang="zh-CN" altLang="en-US" sz="1000" dirty="0"/>
            </a:p>
          </p:txBody>
        </p:sp>
        <p:sp>
          <p:nvSpPr>
            <p:cNvPr id="132" name="矩形 131">
              <a:extLst>
                <a:ext uri="{FF2B5EF4-FFF2-40B4-BE49-F238E27FC236}">
                  <a16:creationId xmlns:a16="http://schemas.microsoft.com/office/drawing/2014/main" id="{0E69B5C2-41F6-4930-9A91-C8AADD731406}"/>
                </a:ext>
              </a:extLst>
            </p:cNvPr>
            <p:cNvSpPr/>
            <p:nvPr/>
          </p:nvSpPr>
          <p:spPr>
            <a:xfrm>
              <a:off x="1246635" y="5269974"/>
              <a:ext cx="1433653" cy="22659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lIns="36000" tIns="36000" rIns="36000" bIns="36000">
              <a:spAutoFit/>
            </a:bodyPr>
            <a:lstStyle/>
            <a:p>
              <a:r>
                <a:rPr lang="en-US" altLang="zh-CN" sz="1000" dirty="0">
                  <a:latin typeface="NimbusRomDOT-Reg"/>
                </a:rPr>
                <a:t>33456 Gold Physics 87000</a:t>
              </a:r>
              <a:endParaRPr lang="zh-CN" altLang="en-US" sz="1000" dirty="0"/>
            </a:p>
          </p:txBody>
        </p:sp>
      </p:grpSp>
      <p:grpSp>
        <p:nvGrpSpPr>
          <p:cNvPr id="129" name="组合 128">
            <a:extLst>
              <a:ext uri="{FF2B5EF4-FFF2-40B4-BE49-F238E27FC236}">
                <a16:creationId xmlns:a16="http://schemas.microsoft.com/office/drawing/2014/main" id="{E9B3C362-0015-46EE-81A7-22DFE75E9A86}"/>
              </a:ext>
            </a:extLst>
          </p:cNvPr>
          <p:cNvGrpSpPr/>
          <p:nvPr/>
        </p:nvGrpSpPr>
        <p:grpSpPr>
          <a:xfrm>
            <a:off x="4491029" y="2963087"/>
            <a:ext cx="1884096" cy="868623"/>
            <a:chOff x="1131157" y="3682003"/>
            <a:chExt cx="1884096" cy="868623"/>
          </a:xfrm>
        </p:grpSpPr>
        <p:sp>
          <p:nvSpPr>
            <p:cNvPr id="125" name="矩形 124">
              <a:extLst>
                <a:ext uri="{FF2B5EF4-FFF2-40B4-BE49-F238E27FC236}">
                  <a16:creationId xmlns:a16="http://schemas.microsoft.com/office/drawing/2014/main" id="{BFFECAA1-E20F-44D0-8CEE-02E958BF629D}"/>
                </a:ext>
              </a:extLst>
            </p:cNvPr>
            <p:cNvSpPr/>
            <p:nvPr/>
          </p:nvSpPr>
          <p:spPr>
            <a:xfrm>
              <a:off x="1131157" y="3682003"/>
              <a:ext cx="1884096" cy="22659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lIns="36000" tIns="36000" rIns="36000" bIns="36000">
              <a:spAutoFit/>
            </a:bodyPr>
            <a:lstStyle/>
            <a:p>
              <a:r>
                <a:rPr lang="it-IT" altLang="zh-CN" sz="1000" dirty="0">
                  <a:latin typeface="NimbusRomDOT-Reg"/>
                </a:rPr>
                <a:t>10101 Srinivasan Comp. Sci. 65000</a:t>
              </a:r>
              <a:endParaRPr lang="zh-CN" altLang="en-US" sz="1000" dirty="0"/>
            </a:p>
          </p:txBody>
        </p:sp>
        <p:sp>
          <p:nvSpPr>
            <p:cNvPr id="127" name="矩形 126">
              <a:extLst>
                <a:ext uri="{FF2B5EF4-FFF2-40B4-BE49-F238E27FC236}">
                  <a16:creationId xmlns:a16="http://schemas.microsoft.com/office/drawing/2014/main" id="{1F7F7DC5-BB6D-4687-B670-2BC9DDAA267C}"/>
                </a:ext>
              </a:extLst>
            </p:cNvPr>
            <p:cNvSpPr/>
            <p:nvPr/>
          </p:nvSpPr>
          <p:spPr>
            <a:xfrm>
              <a:off x="1131157" y="4007584"/>
              <a:ext cx="1399990" cy="22659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lIns="36000" tIns="36000" rIns="36000" bIns="36000">
              <a:spAutoFit/>
            </a:bodyPr>
            <a:lstStyle/>
            <a:p>
              <a:r>
                <a:rPr lang="en-US" altLang="zh-CN" sz="1000" dirty="0">
                  <a:latin typeface="NimbusRomDOT-Reg"/>
                </a:rPr>
                <a:t>12121 Wu Finance 90000</a:t>
              </a:r>
              <a:endParaRPr lang="zh-CN" altLang="en-US" sz="1000" dirty="0"/>
            </a:p>
          </p:txBody>
        </p:sp>
        <p:sp>
          <p:nvSpPr>
            <p:cNvPr id="128" name="矩形 127">
              <a:extLst>
                <a:ext uri="{FF2B5EF4-FFF2-40B4-BE49-F238E27FC236}">
                  <a16:creationId xmlns:a16="http://schemas.microsoft.com/office/drawing/2014/main" id="{C4055CB6-6333-464D-ACEC-D50FC7297636}"/>
                </a:ext>
              </a:extLst>
            </p:cNvPr>
            <p:cNvSpPr/>
            <p:nvPr/>
          </p:nvSpPr>
          <p:spPr>
            <a:xfrm>
              <a:off x="1131157" y="4324035"/>
              <a:ext cx="1502582" cy="22659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lIns="36000" tIns="36000" rIns="36000" bIns="36000">
              <a:spAutoFit/>
            </a:bodyPr>
            <a:lstStyle/>
            <a:p>
              <a:r>
                <a:rPr lang="en-US" altLang="zh-CN" sz="1000" dirty="0">
                  <a:latin typeface="NimbusRomDOT-Reg"/>
                </a:rPr>
                <a:t>15151 Mozart Music 40000</a:t>
              </a:r>
              <a:endParaRPr lang="zh-CN" altLang="en-US" sz="1000" dirty="0"/>
            </a:p>
          </p:txBody>
        </p:sp>
      </p:grpSp>
      <p:sp>
        <p:nvSpPr>
          <p:cNvPr id="90" name="矩形 89">
            <a:extLst>
              <a:ext uri="{FF2B5EF4-FFF2-40B4-BE49-F238E27FC236}">
                <a16:creationId xmlns:a16="http://schemas.microsoft.com/office/drawing/2014/main" id="{3DAC40CF-5EDC-4D8E-99CC-51D992D72F70}"/>
              </a:ext>
            </a:extLst>
          </p:cNvPr>
          <p:cNvSpPr/>
          <p:nvPr/>
        </p:nvSpPr>
        <p:spPr>
          <a:xfrm>
            <a:off x="4038600" y="2040835"/>
            <a:ext cx="2419422" cy="422992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dash"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4" name="流程图: 磁盘 73">
            <a:extLst>
              <a:ext uri="{FF2B5EF4-FFF2-40B4-BE49-F238E27FC236}">
                <a16:creationId xmlns:a16="http://schemas.microsoft.com/office/drawing/2014/main" id="{C86B2621-D074-4561-A61C-9983F3B995D1}"/>
              </a:ext>
            </a:extLst>
          </p:cNvPr>
          <p:cNvSpPr/>
          <p:nvPr/>
        </p:nvSpPr>
        <p:spPr>
          <a:xfrm>
            <a:off x="7282069" y="1056037"/>
            <a:ext cx="3902767" cy="5348695"/>
          </a:xfrm>
          <a:prstGeom prst="flowChartMagneticDisk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4D63A6BA-E7A8-4199-A9F7-13D20F493D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131" y="219351"/>
            <a:ext cx="7237319" cy="867327"/>
          </a:xfrm>
        </p:spPr>
        <p:txBody>
          <a:bodyPr>
            <a:normAutofit/>
          </a:bodyPr>
          <a:lstStyle/>
          <a:p>
            <a:r>
              <a:rPr lang="en-US" altLang="zh-CN" dirty="0"/>
              <a:t>Show Case (Table Scan)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C82B485-330C-4F7C-AD75-86FB6EFA3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26C56-3687-4D8D-90A2-6F91497CF029}" type="datetime1">
              <a:rPr lang="zh-CN" altLang="en-US" smtClean="0"/>
              <a:t>2024/5/8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9398CB-94F3-4CE3-9880-9F79A418A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Tree Indices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98061EF-E67D-4B6D-B836-FE67DC6C8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5A79-C12E-4282-8451-1BC984B858F9}" type="slidenum">
              <a:rPr lang="zh-CN" altLang="en-US" smtClean="0"/>
              <a:t>3</a:t>
            </a:fld>
            <a:endParaRPr lang="zh-CN" altLang="en-US"/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E3D0A259-2D19-475B-A8CC-EF7D697EFCE4}"/>
              </a:ext>
            </a:extLst>
          </p:cNvPr>
          <p:cNvGrpSpPr/>
          <p:nvPr/>
        </p:nvGrpSpPr>
        <p:grpSpPr>
          <a:xfrm>
            <a:off x="7653847" y="3041739"/>
            <a:ext cx="1525024" cy="1280528"/>
            <a:chOff x="9305290" y="2113300"/>
            <a:chExt cx="1525024" cy="1280528"/>
          </a:xfrm>
        </p:grpSpPr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7853BE8C-9881-4DD5-85E5-F19620E040B2}"/>
                </a:ext>
              </a:extLst>
            </p:cNvPr>
            <p:cNvSpPr/>
            <p:nvPr/>
          </p:nvSpPr>
          <p:spPr>
            <a:xfrm>
              <a:off x="9305290" y="2113300"/>
              <a:ext cx="1525024" cy="1280528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807FD911-C013-4A08-8561-8A40B7FEDC43}"/>
                </a:ext>
              </a:extLst>
            </p:cNvPr>
            <p:cNvSpPr/>
            <p:nvPr/>
          </p:nvSpPr>
          <p:spPr>
            <a:xfrm>
              <a:off x="9356586" y="2910531"/>
              <a:ext cx="928707" cy="22659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lIns="36000" tIns="36000" rIns="36000" bIns="36000">
              <a:spAutoFit/>
            </a:bodyPr>
            <a:lstStyle/>
            <a:p>
              <a:r>
                <a:rPr lang="en-US" altLang="zh-CN" sz="1000" dirty="0">
                  <a:latin typeface="NimbusRomDOT-Reg"/>
                </a:rPr>
                <a:t>u Finance 90000</a:t>
              </a:r>
              <a:endParaRPr lang="zh-CN" altLang="en-US" sz="1000" dirty="0"/>
            </a:p>
          </p:txBody>
        </p: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1821259E-A32E-4585-9BDB-B058A7BD2DD4}"/>
                </a:ext>
              </a:extLst>
            </p:cNvPr>
            <p:cNvSpPr/>
            <p:nvPr/>
          </p:nvSpPr>
          <p:spPr>
            <a:xfrm>
              <a:off x="9356344" y="2688651"/>
              <a:ext cx="917486" cy="22659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lIns="36000" tIns="36000" rIns="36000" bIns="36000">
              <a:spAutoFit/>
            </a:bodyPr>
            <a:lstStyle/>
            <a:p>
              <a:r>
                <a:rPr lang="en-US" altLang="zh-CN" sz="1000" dirty="0">
                  <a:latin typeface="NimbusRomDOT-Reg"/>
                </a:rPr>
                <a:t>art Music 40000</a:t>
              </a:r>
              <a:endParaRPr lang="zh-CN" altLang="en-US" sz="1000" dirty="0"/>
            </a:p>
          </p:txBody>
        </p:sp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32432D3D-7D6E-4DB6-9618-55B88B95D44B}"/>
                </a:ext>
              </a:extLst>
            </p:cNvPr>
            <p:cNvSpPr/>
            <p:nvPr/>
          </p:nvSpPr>
          <p:spPr>
            <a:xfrm>
              <a:off x="9356586" y="3137122"/>
              <a:ext cx="1422432" cy="22659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lIns="36000" tIns="36000" rIns="36000" bIns="36000">
              <a:spAutoFit/>
            </a:bodyPr>
            <a:lstStyle/>
            <a:p>
              <a:r>
                <a:rPr lang="it-IT" altLang="zh-CN" sz="1000" dirty="0">
                  <a:latin typeface="NimbusRomDOT-Reg"/>
                </a:rPr>
                <a:t>inivasan Comp. Sci. 65000</a:t>
              </a:r>
              <a:endParaRPr lang="zh-CN" altLang="en-US" sz="1000" dirty="0"/>
            </a:p>
          </p:txBody>
        </p:sp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F53DDC6C-160E-4027-89F6-FD379A8202CE}"/>
                </a:ext>
              </a:extLst>
            </p:cNvPr>
            <p:cNvSpPr/>
            <p:nvPr/>
          </p:nvSpPr>
          <p:spPr>
            <a:xfrm>
              <a:off x="10244650" y="2910531"/>
              <a:ext cx="534368" cy="22659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lIns="36000" tIns="36000" rIns="36000" bIns="36000">
              <a:spAutoFit/>
            </a:bodyPr>
            <a:lstStyle/>
            <a:p>
              <a:r>
                <a:rPr lang="it-IT" altLang="zh-CN" sz="1000" dirty="0">
                  <a:latin typeface="NimbusRomDOT-Reg"/>
                </a:rPr>
                <a:t>10101 Sr</a:t>
              </a:r>
              <a:endParaRPr lang="zh-CN" altLang="en-US" sz="1000" dirty="0"/>
            </a:p>
          </p:txBody>
        </p: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5AC9FB89-AC75-4BF1-9180-DC4613DFCD56}"/>
                </a:ext>
              </a:extLst>
            </p:cNvPr>
            <p:cNvSpPr/>
            <p:nvPr/>
          </p:nvSpPr>
          <p:spPr>
            <a:xfrm>
              <a:off x="10239841" y="2688652"/>
              <a:ext cx="543986" cy="22659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lIns="36000" tIns="36000" rIns="36000" bIns="36000">
              <a:spAutoFit/>
            </a:bodyPr>
            <a:lstStyle/>
            <a:p>
              <a:r>
                <a:rPr lang="en-US" altLang="zh-CN" sz="1000" dirty="0">
                  <a:latin typeface="NimbusRomDOT-Reg"/>
                </a:rPr>
                <a:t>12121 W</a:t>
              </a:r>
              <a:endParaRPr lang="zh-CN" altLang="en-US" sz="1000" dirty="0"/>
            </a:p>
          </p:txBody>
        </p:sp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3DB489A6-04B1-4AB0-9CBE-C6BF5B3ECE20}"/>
                </a:ext>
              </a:extLst>
            </p:cNvPr>
            <p:cNvSpPr/>
            <p:nvPr/>
          </p:nvSpPr>
          <p:spPr>
            <a:xfrm>
              <a:off x="10126534" y="2462061"/>
              <a:ext cx="657800" cy="22659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lIns="36000" tIns="36000" rIns="36000" bIns="36000">
              <a:spAutoFit/>
            </a:bodyPr>
            <a:lstStyle/>
            <a:p>
              <a:r>
                <a:rPr lang="en-US" altLang="zh-CN" sz="1000" dirty="0">
                  <a:latin typeface="NimbusRomDOT-Reg"/>
                </a:rPr>
                <a:t>15151 </a:t>
              </a:r>
              <a:r>
                <a:rPr lang="en-US" altLang="zh-CN" sz="1000" dirty="0" err="1">
                  <a:latin typeface="NimbusRomDOT-Reg"/>
                </a:rPr>
                <a:t>Moz</a:t>
              </a:r>
              <a:endParaRPr lang="zh-CN" altLang="en-US" sz="1000" dirty="0"/>
            </a:p>
          </p:txBody>
        </p:sp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4434BF42-A345-43C6-AEE2-5F59FE075B97}"/>
                </a:ext>
              </a:extLst>
            </p:cNvPr>
            <p:cNvSpPr/>
            <p:nvPr/>
          </p:nvSpPr>
          <p:spPr>
            <a:xfrm>
              <a:off x="9356344" y="2180798"/>
              <a:ext cx="176036" cy="21730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lIns="36000" tIns="36000" rIns="36000" bIns="36000">
              <a:spAutoFit/>
            </a:bodyPr>
            <a:lstStyle/>
            <a:p>
              <a:endParaRPr lang="zh-CN" altLang="en-US" sz="1000" dirty="0"/>
            </a:p>
          </p:txBody>
        </p:sp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C783986B-4EBB-457C-AFF1-9464EE1BC61B}"/>
                </a:ext>
              </a:extLst>
            </p:cNvPr>
            <p:cNvSpPr/>
            <p:nvPr/>
          </p:nvSpPr>
          <p:spPr>
            <a:xfrm>
              <a:off x="9546089" y="2180798"/>
              <a:ext cx="74690" cy="21730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lIns="36000" tIns="36000" rIns="36000" bIns="36000">
              <a:spAutoFit/>
            </a:bodyPr>
            <a:lstStyle/>
            <a:p>
              <a:endParaRPr lang="zh-CN" altLang="en-US" sz="1000" dirty="0"/>
            </a:p>
          </p:txBody>
        </p:sp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4F8B6C72-4F31-4677-A9B6-42CFE9BDCE38}"/>
                </a:ext>
              </a:extLst>
            </p:cNvPr>
            <p:cNvSpPr/>
            <p:nvPr/>
          </p:nvSpPr>
          <p:spPr>
            <a:xfrm>
              <a:off x="9634488" y="2180798"/>
              <a:ext cx="74690" cy="21730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lIns="36000" tIns="36000" rIns="36000" bIns="36000">
              <a:spAutoFit/>
            </a:bodyPr>
            <a:lstStyle/>
            <a:p>
              <a:endParaRPr lang="zh-CN" altLang="en-US" sz="1000" dirty="0"/>
            </a:p>
          </p:txBody>
        </p:sp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10480EEA-6935-4D20-B65C-529019FFB1BC}"/>
                </a:ext>
              </a:extLst>
            </p:cNvPr>
            <p:cNvSpPr/>
            <p:nvPr/>
          </p:nvSpPr>
          <p:spPr>
            <a:xfrm>
              <a:off x="9722887" y="2180798"/>
              <a:ext cx="74690" cy="21730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lIns="36000" tIns="36000" rIns="36000" bIns="36000">
              <a:spAutoFit/>
            </a:bodyPr>
            <a:lstStyle/>
            <a:p>
              <a:endParaRPr lang="zh-CN" altLang="en-US" sz="1000" dirty="0"/>
            </a:p>
          </p:txBody>
        </p:sp>
        <p:cxnSp>
          <p:nvCxnSpPr>
            <p:cNvPr id="26" name="直接箭头连接符 79">
              <a:extLst>
                <a:ext uri="{FF2B5EF4-FFF2-40B4-BE49-F238E27FC236}">
                  <a16:creationId xmlns:a16="http://schemas.microsoft.com/office/drawing/2014/main" id="{2AD973FC-EA0A-4952-AE86-BE22124C9141}"/>
                </a:ext>
              </a:extLst>
            </p:cNvPr>
            <p:cNvCxnSpPr>
              <a:stCxn id="23" idx="2"/>
              <a:endCxn id="19" idx="1"/>
            </p:cNvCxnSpPr>
            <p:nvPr/>
          </p:nvCxnSpPr>
          <p:spPr>
            <a:xfrm rot="16200000" flipH="1">
              <a:off x="9601178" y="2380354"/>
              <a:ext cx="625729" cy="661216"/>
            </a:xfrm>
            <a:prstGeom prst="curvedConnector2">
              <a:avLst/>
            </a:prstGeom>
            <a:ln w="12700">
              <a:solidFill>
                <a:srgbClr val="FF0000"/>
              </a:solidFill>
              <a:headEnd type="oval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箭头连接符 79">
              <a:extLst>
                <a:ext uri="{FF2B5EF4-FFF2-40B4-BE49-F238E27FC236}">
                  <a16:creationId xmlns:a16="http://schemas.microsoft.com/office/drawing/2014/main" id="{18D9CDAD-D8FB-4071-9A2A-07798792FA77}"/>
                </a:ext>
              </a:extLst>
            </p:cNvPr>
            <p:cNvCxnSpPr>
              <a:cxnSpLocks/>
              <a:stCxn id="24" idx="2"/>
              <a:endCxn id="20" idx="1"/>
            </p:cNvCxnSpPr>
            <p:nvPr/>
          </p:nvCxnSpPr>
          <p:spPr>
            <a:xfrm rot="16200000" flipH="1">
              <a:off x="9753912" y="2316019"/>
              <a:ext cx="403850" cy="568008"/>
            </a:xfrm>
            <a:prstGeom prst="curvedConnector2">
              <a:avLst/>
            </a:prstGeom>
            <a:ln w="12700">
              <a:solidFill>
                <a:srgbClr val="FF0000"/>
              </a:solidFill>
              <a:headEnd type="oval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接箭头连接符 79">
              <a:extLst>
                <a:ext uri="{FF2B5EF4-FFF2-40B4-BE49-F238E27FC236}">
                  <a16:creationId xmlns:a16="http://schemas.microsoft.com/office/drawing/2014/main" id="{A33B352F-0A6A-401B-BAC9-571FBAF08433}"/>
                </a:ext>
              </a:extLst>
            </p:cNvPr>
            <p:cNvCxnSpPr>
              <a:cxnSpLocks/>
              <a:stCxn id="25" idx="2"/>
              <a:endCxn id="21" idx="1"/>
            </p:cNvCxnSpPr>
            <p:nvPr/>
          </p:nvCxnSpPr>
          <p:spPr>
            <a:xfrm rot="16200000" flipH="1">
              <a:off x="9854754" y="2303576"/>
              <a:ext cx="177259" cy="366302"/>
            </a:xfrm>
            <a:prstGeom prst="curvedConnector2">
              <a:avLst/>
            </a:prstGeom>
            <a:ln w="12700">
              <a:solidFill>
                <a:srgbClr val="FF0000"/>
              </a:solidFill>
              <a:headEnd type="oval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6D8B4323-7AA8-4388-9E2D-AEF7C57EBB31}"/>
              </a:ext>
            </a:extLst>
          </p:cNvPr>
          <p:cNvGrpSpPr/>
          <p:nvPr/>
        </p:nvGrpSpPr>
        <p:grpSpPr>
          <a:xfrm>
            <a:off x="9388624" y="3041739"/>
            <a:ext cx="1525024" cy="1280528"/>
            <a:chOff x="9305290" y="3627503"/>
            <a:chExt cx="1525024" cy="1280528"/>
          </a:xfrm>
        </p:grpSpPr>
        <p:sp>
          <p:nvSpPr>
            <p:cNvPr id="30" name="矩形 29">
              <a:extLst>
                <a:ext uri="{FF2B5EF4-FFF2-40B4-BE49-F238E27FC236}">
                  <a16:creationId xmlns:a16="http://schemas.microsoft.com/office/drawing/2014/main" id="{F86EEB62-F8AA-4C3C-BB3F-C1BAC2CD48DF}"/>
                </a:ext>
              </a:extLst>
            </p:cNvPr>
            <p:cNvSpPr/>
            <p:nvPr/>
          </p:nvSpPr>
          <p:spPr>
            <a:xfrm>
              <a:off x="9305290" y="3627503"/>
              <a:ext cx="1525024" cy="1280528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08B130B7-AAD0-45DF-BBAD-A2E19C69C0BC}"/>
                </a:ext>
              </a:extLst>
            </p:cNvPr>
            <p:cNvSpPr/>
            <p:nvPr/>
          </p:nvSpPr>
          <p:spPr>
            <a:xfrm>
              <a:off x="9356344" y="3681749"/>
              <a:ext cx="176036" cy="21730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lIns="36000" tIns="36000" rIns="36000" bIns="36000">
              <a:spAutoFit/>
            </a:bodyPr>
            <a:lstStyle/>
            <a:p>
              <a:endParaRPr lang="zh-CN" altLang="en-US" sz="1000" dirty="0"/>
            </a:p>
          </p:txBody>
        </p:sp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0B77AB71-F91F-42A9-80E3-51E7D6D9BAB5}"/>
                </a:ext>
              </a:extLst>
            </p:cNvPr>
            <p:cNvSpPr/>
            <p:nvPr/>
          </p:nvSpPr>
          <p:spPr>
            <a:xfrm>
              <a:off x="9546089" y="3681749"/>
              <a:ext cx="74690" cy="21730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lIns="36000" tIns="36000" rIns="36000" bIns="36000">
              <a:spAutoFit/>
            </a:bodyPr>
            <a:lstStyle/>
            <a:p>
              <a:endParaRPr lang="zh-CN" altLang="en-US" sz="1000" dirty="0"/>
            </a:p>
          </p:txBody>
        </p:sp>
        <p:sp>
          <p:nvSpPr>
            <p:cNvPr id="33" name="矩形 32">
              <a:extLst>
                <a:ext uri="{FF2B5EF4-FFF2-40B4-BE49-F238E27FC236}">
                  <a16:creationId xmlns:a16="http://schemas.microsoft.com/office/drawing/2014/main" id="{4CD247B0-992B-401E-8FA2-DE3A982EC26B}"/>
                </a:ext>
              </a:extLst>
            </p:cNvPr>
            <p:cNvSpPr/>
            <p:nvPr/>
          </p:nvSpPr>
          <p:spPr>
            <a:xfrm>
              <a:off x="9634488" y="3681749"/>
              <a:ext cx="74690" cy="21730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lIns="36000" tIns="36000" rIns="36000" bIns="36000">
              <a:spAutoFit/>
            </a:bodyPr>
            <a:lstStyle/>
            <a:p>
              <a:endParaRPr lang="zh-CN" altLang="en-US" sz="1000" dirty="0"/>
            </a:p>
          </p:txBody>
        </p:sp>
        <p:sp>
          <p:nvSpPr>
            <p:cNvPr id="34" name="矩形 33">
              <a:extLst>
                <a:ext uri="{FF2B5EF4-FFF2-40B4-BE49-F238E27FC236}">
                  <a16:creationId xmlns:a16="http://schemas.microsoft.com/office/drawing/2014/main" id="{8D9B4835-E000-48A0-9F85-800A32FAB544}"/>
                </a:ext>
              </a:extLst>
            </p:cNvPr>
            <p:cNvSpPr/>
            <p:nvPr/>
          </p:nvSpPr>
          <p:spPr>
            <a:xfrm>
              <a:off x="9722887" y="3681749"/>
              <a:ext cx="74690" cy="21730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lIns="36000" tIns="36000" rIns="36000" bIns="36000">
              <a:spAutoFit/>
            </a:bodyPr>
            <a:lstStyle/>
            <a:p>
              <a:endParaRPr lang="zh-CN" altLang="en-US" sz="1000" dirty="0"/>
            </a:p>
          </p:txBody>
        </p:sp>
        <p:cxnSp>
          <p:nvCxnSpPr>
            <p:cNvPr id="35" name="直接箭头连接符 79">
              <a:extLst>
                <a:ext uri="{FF2B5EF4-FFF2-40B4-BE49-F238E27FC236}">
                  <a16:creationId xmlns:a16="http://schemas.microsoft.com/office/drawing/2014/main" id="{2CF7C0D1-61A3-4E3E-832F-81E8BEA8AA8D}"/>
                </a:ext>
              </a:extLst>
            </p:cNvPr>
            <p:cNvCxnSpPr>
              <a:cxnSpLocks/>
              <a:stCxn id="34" idx="2"/>
              <a:endCxn id="40" idx="1"/>
            </p:cNvCxnSpPr>
            <p:nvPr/>
          </p:nvCxnSpPr>
          <p:spPr>
            <a:xfrm rot="16200000" flipH="1">
              <a:off x="9941811" y="3717470"/>
              <a:ext cx="146646" cy="509804"/>
            </a:xfrm>
            <a:prstGeom prst="curvedConnector2">
              <a:avLst/>
            </a:prstGeom>
            <a:ln w="12700">
              <a:solidFill>
                <a:srgbClr val="FF0000"/>
              </a:solidFill>
              <a:headEnd type="oval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矩形 35">
              <a:extLst>
                <a:ext uri="{FF2B5EF4-FFF2-40B4-BE49-F238E27FC236}">
                  <a16:creationId xmlns:a16="http://schemas.microsoft.com/office/drawing/2014/main" id="{8D159003-92C8-4BC2-9B66-472FDE78E5E2}"/>
                </a:ext>
              </a:extLst>
            </p:cNvPr>
            <p:cNvSpPr/>
            <p:nvPr/>
          </p:nvSpPr>
          <p:spPr>
            <a:xfrm>
              <a:off x="9375560" y="4606038"/>
              <a:ext cx="1404799" cy="22659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lIns="36000" tIns="36000" rIns="36000" bIns="36000">
              <a:spAutoFit/>
            </a:bodyPr>
            <a:lstStyle/>
            <a:p>
              <a:r>
                <a:rPr lang="en-US" altLang="zh-CN" sz="1000" dirty="0">
                  <a:latin typeface="NimbusRomDOT-Reg"/>
                </a:rPr>
                <a:t>22 Einstein Physics 95000</a:t>
              </a:r>
              <a:endParaRPr lang="zh-CN" altLang="en-US" sz="1000" dirty="0"/>
            </a:p>
          </p:txBody>
        </p:sp>
        <p:sp>
          <p:nvSpPr>
            <p:cNvPr id="37" name="矩形 36">
              <a:extLst>
                <a:ext uri="{FF2B5EF4-FFF2-40B4-BE49-F238E27FC236}">
                  <a16:creationId xmlns:a16="http://schemas.microsoft.com/office/drawing/2014/main" id="{AA920B31-1083-4C70-9BDF-A8A209ADB10C}"/>
                </a:ext>
              </a:extLst>
            </p:cNvPr>
            <p:cNvSpPr/>
            <p:nvPr/>
          </p:nvSpPr>
          <p:spPr>
            <a:xfrm>
              <a:off x="9376396" y="4380247"/>
              <a:ext cx="1167555" cy="22659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lIns="36000" tIns="36000" rIns="36000" bIns="36000">
              <a:spAutoFit/>
            </a:bodyPr>
            <a:lstStyle/>
            <a:p>
              <a:r>
                <a:rPr lang="en-US" altLang="zh-CN" sz="1000" dirty="0">
                  <a:latin typeface="NimbusRomDOT-Reg"/>
                </a:rPr>
                <a:t>El Said History 60000</a:t>
              </a:r>
              <a:endParaRPr lang="zh-CN" altLang="en-US" sz="1000" dirty="0"/>
            </a:p>
          </p:txBody>
        </p:sp>
        <p:sp>
          <p:nvSpPr>
            <p:cNvPr id="38" name="矩形 37">
              <a:extLst>
                <a:ext uri="{FF2B5EF4-FFF2-40B4-BE49-F238E27FC236}">
                  <a16:creationId xmlns:a16="http://schemas.microsoft.com/office/drawing/2014/main" id="{2937A73A-F2DE-4727-AE78-A3F605BD9801}"/>
                </a:ext>
              </a:extLst>
            </p:cNvPr>
            <p:cNvSpPr/>
            <p:nvPr/>
          </p:nvSpPr>
          <p:spPr>
            <a:xfrm>
              <a:off x="10510486" y="4379447"/>
              <a:ext cx="269873" cy="22659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lIns="36000" tIns="36000" rIns="36000" bIns="36000">
              <a:spAutoFit/>
            </a:bodyPr>
            <a:lstStyle/>
            <a:p>
              <a:r>
                <a:rPr lang="en-US" altLang="zh-CN" sz="1000" dirty="0">
                  <a:latin typeface="NimbusRomDOT-Reg"/>
                </a:rPr>
                <a:t>222</a:t>
              </a:r>
              <a:endParaRPr lang="zh-CN" altLang="en-US" sz="1000" dirty="0"/>
            </a:p>
          </p:txBody>
        </p:sp>
        <p:sp>
          <p:nvSpPr>
            <p:cNvPr id="39" name="矩形 38">
              <a:extLst>
                <a:ext uri="{FF2B5EF4-FFF2-40B4-BE49-F238E27FC236}">
                  <a16:creationId xmlns:a16="http://schemas.microsoft.com/office/drawing/2014/main" id="{3C268EAE-811C-4012-9388-9037D88FFB01}"/>
                </a:ext>
              </a:extLst>
            </p:cNvPr>
            <p:cNvSpPr/>
            <p:nvPr/>
          </p:nvSpPr>
          <p:spPr>
            <a:xfrm>
              <a:off x="9376077" y="4156011"/>
              <a:ext cx="996033" cy="22659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lIns="36000" tIns="36000" rIns="36000" bIns="36000">
              <a:spAutoFit/>
            </a:bodyPr>
            <a:lstStyle/>
            <a:p>
              <a:r>
                <a:rPr lang="en-US" altLang="zh-CN" sz="1000" dirty="0">
                  <a:latin typeface="NimbusRomDOT-Reg"/>
                </a:rPr>
                <a:t>old Physics 87000</a:t>
              </a:r>
              <a:endParaRPr lang="zh-CN" altLang="en-US" sz="1000" dirty="0"/>
            </a:p>
          </p:txBody>
        </p:sp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5233297A-68BA-4152-BC8C-9B53368C4C91}"/>
                </a:ext>
              </a:extLst>
            </p:cNvPr>
            <p:cNvSpPr/>
            <p:nvPr/>
          </p:nvSpPr>
          <p:spPr>
            <a:xfrm>
              <a:off x="10270036" y="3932399"/>
              <a:ext cx="510323" cy="22659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lIns="36000" tIns="36000" rIns="36000" bIns="36000">
              <a:spAutoFit/>
            </a:bodyPr>
            <a:lstStyle/>
            <a:p>
              <a:r>
                <a:rPr lang="en-US" altLang="zh-CN" sz="1000" dirty="0">
                  <a:latin typeface="NimbusRomDOT-Reg"/>
                </a:rPr>
                <a:t>33456 G</a:t>
              </a:r>
              <a:endParaRPr lang="zh-CN" altLang="en-US" sz="1000" dirty="0"/>
            </a:p>
          </p:txBody>
        </p:sp>
        <p:sp>
          <p:nvSpPr>
            <p:cNvPr id="41" name="矩形 40">
              <a:extLst>
                <a:ext uri="{FF2B5EF4-FFF2-40B4-BE49-F238E27FC236}">
                  <a16:creationId xmlns:a16="http://schemas.microsoft.com/office/drawing/2014/main" id="{63C81D55-4D23-40E2-BC0C-007BFA37926E}"/>
                </a:ext>
              </a:extLst>
            </p:cNvPr>
            <p:cNvSpPr/>
            <p:nvPr/>
          </p:nvSpPr>
          <p:spPr>
            <a:xfrm>
              <a:off x="10379040" y="4156161"/>
              <a:ext cx="401319" cy="22659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lIns="36000" tIns="36000" rIns="36000" bIns="36000">
              <a:spAutoFit/>
            </a:bodyPr>
            <a:lstStyle/>
            <a:p>
              <a:r>
                <a:rPr lang="en-US" altLang="zh-CN" sz="1000" dirty="0">
                  <a:latin typeface="NimbusRomDOT-Reg"/>
                </a:rPr>
                <a:t>32343</a:t>
              </a:r>
              <a:endParaRPr lang="zh-CN" altLang="en-US" sz="1000" dirty="0"/>
            </a:p>
          </p:txBody>
        </p:sp>
        <p:cxnSp>
          <p:nvCxnSpPr>
            <p:cNvPr id="42" name="直接箭头连接符 79">
              <a:extLst>
                <a:ext uri="{FF2B5EF4-FFF2-40B4-BE49-F238E27FC236}">
                  <a16:creationId xmlns:a16="http://schemas.microsoft.com/office/drawing/2014/main" id="{B2739800-3895-4D1B-B410-D9F474FB21FC}"/>
                </a:ext>
              </a:extLst>
            </p:cNvPr>
            <p:cNvCxnSpPr>
              <a:cxnSpLocks/>
              <a:stCxn id="32" idx="2"/>
              <a:endCxn id="38" idx="1"/>
            </p:cNvCxnSpPr>
            <p:nvPr/>
          </p:nvCxnSpPr>
          <p:spPr>
            <a:xfrm rot="16200000" flipH="1">
              <a:off x="9750113" y="3732370"/>
              <a:ext cx="593694" cy="927052"/>
            </a:xfrm>
            <a:prstGeom prst="curvedConnector2">
              <a:avLst/>
            </a:prstGeom>
            <a:ln w="12700">
              <a:solidFill>
                <a:srgbClr val="FF0000"/>
              </a:solidFill>
              <a:headEnd type="oval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箭头连接符 79">
              <a:extLst>
                <a:ext uri="{FF2B5EF4-FFF2-40B4-BE49-F238E27FC236}">
                  <a16:creationId xmlns:a16="http://schemas.microsoft.com/office/drawing/2014/main" id="{1EE3A1B3-01FD-4723-B447-4346B3C22D17}"/>
                </a:ext>
              </a:extLst>
            </p:cNvPr>
            <p:cNvCxnSpPr>
              <a:cxnSpLocks/>
              <a:stCxn id="33" idx="2"/>
              <a:endCxn id="41" idx="1"/>
            </p:cNvCxnSpPr>
            <p:nvPr/>
          </p:nvCxnSpPr>
          <p:spPr>
            <a:xfrm rot="16200000" flipH="1">
              <a:off x="9840232" y="3730649"/>
              <a:ext cx="370408" cy="707207"/>
            </a:xfrm>
            <a:prstGeom prst="curvedConnector2">
              <a:avLst/>
            </a:prstGeom>
            <a:ln w="12700">
              <a:solidFill>
                <a:srgbClr val="FF0000"/>
              </a:solidFill>
              <a:headEnd type="oval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4" name="组合 43">
            <a:extLst>
              <a:ext uri="{FF2B5EF4-FFF2-40B4-BE49-F238E27FC236}">
                <a16:creationId xmlns:a16="http://schemas.microsoft.com/office/drawing/2014/main" id="{06CBCD48-1EE2-4A05-BB0B-1C46AB12DC2B}"/>
              </a:ext>
            </a:extLst>
          </p:cNvPr>
          <p:cNvGrpSpPr/>
          <p:nvPr/>
        </p:nvGrpSpPr>
        <p:grpSpPr>
          <a:xfrm>
            <a:off x="7651450" y="4467444"/>
            <a:ext cx="1525024" cy="1280528"/>
            <a:chOff x="6482576" y="2572105"/>
            <a:chExt cx="1525024" cy="1280528"/>
          </a:xfrm>
        </p:grpSpPr>
        <p:sp>
          <p:nvSpPr>
            <p:cNvPr id="45" name="矩形 44">
              <a:extLst>
                <a:ext uri="{FF2B5EF4-FFF2-40B4-BE49-F238E27FC236}">
                  <a16:creationId xmlns:a16="http://schemas.microsoft.com/office/drawing/2014/main" id="{D6B1C94A-7F96-41F3-99AF-D7CD2518736A}"/>
                </a:ext>
              </a:extLst>
            </p:cNvPr>
            <p:cNvSpPr/>
            <p:nvPr/>
          </p:nvSpPr>
          <p:spPr>
            <a:xfrm>
              <a:off x="6482576" y="2572105"/>
              <a:ext cx="1525024" cy="1280528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" name="矩形 45">
              <a:extLst>
                <a:ext uri="{FF2B5EF4-FFF2-40B4-BE49-F238E27FC236}">
                  <a16:creationId xmlns:a16="http://schemas.microsoft.com/office/drawing/2014/main" id="{6E21F320-53F6-4992-BF18-353F74819976}"/>
                </a:ext>
              </a:extLst>
            </p:cNvPr>
            <p:cNvSpPr/>
            <p:nvPr/>
          </p:nvSpPr>
          <p:spPr>
            <a:xfrm>
              <a:off x="6533630" y="2639603"/>
              <a:ext cx="176036" cy="21730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lIns="36000" tIns="36000" rIns="36000" bIns="36000">
              <a:spAutoFit/>
            </a:bodyPr>
            <a:lstStyle/>
            <a:p>
              <a:endParaRPr lang="zh-CN" altLang="en-US" sz="1000" dirty="0"/>
            </a:p>
          </p:txBody>
        </p:sp>
        <p:sp>
          <p:nvSpPr>
            <p:cNvPr id="47" name="矩形 46">
              <a:extLst>
                <a:ext uri="{FF2B5EF4-FFF2-40B4-BE49-F238E27FC236}">
                  <a16:creationId xmlns:a16="http://schemas.microsoft.com/office/drawing/2014/main" id="{545CB8D4-B2B3-4079-A618-310235953AD0}"/>
                </a:ext>
              </a:extLst>
            </p:cNvPr>
            <p:cNvSpPr/>
            <p:nvPr/>
          </p:nvSpPr>
          <p:spPr>
            <a:xfrm>
              <a:off x="6723375" y="2639603"/>
              <a:ext cx="74690" cy="21730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lIns="36000" tIns="36000" rIns="36000" bIns="36000">
              <a:spAutoFit/>
            </a:bodyPr>
            <a:lstStyle/>
            <a:p>
              <a:endParaRPr lang="zh-CN" altLang="en-US" sz="1000" dirty="0"/>
            </a:p>
          </p:txBody>
        </p:sp>
        <p:sp>
          <p:nvSpPr>
            <p:cNvPr id="48" name="矩形 47">
              <a:extLst>
                <a:ext uri="{FF2B5EF4-FFF2-40B4-BE49-F238E27FC236}">
                  <a16:creationId xmlns:a16="http://schemas.microsoft.com/office/drawing/2014/main" id="{9061819C-3BF8-4248-992C-CD9F8F2F78E2}"/>
                </a:ext>
              </a:extLst>
            </p:cNvPr>
            <p:cNvSpPr/>
            <p:nvPr/>
          </p:nvSpPr>
          <p:spPr>
            <a:xfrm>
              <a:off x="6811774" y="2639603"/>
              <a:ext cx="74690" cy="21730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lIns="36000" tIns="36000" rIns="36000" bIns="36000">
              <a:spAutoFit/>
            </a:bodyPr>
            <a:lstStyle/>
            <a:p>
              <a:endParaRPr lang="zh-CN" altLang="en-US" sz="1000" dirty="0"/>
            </a:p>
          </p:txBody>
        </p:sp>
        <p:sp>
          <p:nvSpPr>
            <p:cNvPr id="49" name="矩形 48">
              <a:extLst>
                <a:ext uri="{FF2B5EF4-FFF2-40B4-BE49-F238E27FC236}">
                  <a16:creationId xmlns:a16="http://schemas.microsoft.com/office/drawing/2014/main" id="{FB230E95-6B18-4025-BB0B-9D8BF38BD990}"/>
                </a:ext>
              </a:extLst>
            </p:cNvPr>
            <p:cNvSpPr/>
            <p:nvPr/>
          </p:nvSpPr>
          <p:spPr>
            <a:xfrm>
              <a:off x="6900173" y="2639603"/>
              <a:ext cx="74690" cy="21730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lIns="36000" tIns="36000" rIns="36000" bIns="36000">
              <a:spAutoFit/>
            </a:bodyPr>
            <a:lstStyle/>
            <a:p>
              <a:endParaRPr lang="zh-CN" altLang="en-US" sz="1000" dirty="0"/>
            </a:p>
          </p:txBody>
        </p:sp>
        <p:cxnSp>
          <p:nvCxnSpPr>
            <p:cNvPr id="50" name="直接箭头连接符 79">
              <a:extLst>
                <a:ext uri="{FF2B5EF4-FFF2-40B4-BE49-F238E27FC236}">
                  <a16:creationId xmlns:a16="http://schemas.microsoft.com/office/drawing/2014/main" id="{B670144A-F91F-4E5E-A62C-31C3E3771C2C}"/>
                </a:ext>
              </a:extLst>
            </p:cNvPr>
            <p:cNvCxnSpPr>
              <a:cxnSpLocks/>
              <a:stCxn id="49" idx="2"/>
              <a:endCxn id="55" idx="1"/>
            </p:cNvCxnSpPr>
            <p:nvPr/>
          </p:nvCxnSpPr>
          <p:spPr>
            <a:xfrm rot="16200000" flipH="1">
              <a:off x="7037541" y="2756880"/>
              <a:ext cx="160160" cy="360206"/>
            </a:xfrm>
            <a:prstGeom prst="curvedConnector2">
              <a:avLst/>
            </a:prstGeom>
            <a:ln w="12700">
              <a:solidFill>
                <a:srgbClr val="FF0000"/>
              </a:solidFill>
              <a:headEnd type="oval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矩形 50">
              <a:extLst>
                <a:ext uri="{FF2B5EF4-FFF2-40B4-BE49-F238E27FC236}">
                  <a16:creationId xmlns:a16="http://schemas.microsoft.com/office/drawing/2014/main" id="{F0EDF021-AB78-4D21-AABE-F23BBFFE0339}"/>
                </a:ext>
              </a:extLst>
            </p:cNvPr>
            <p:cNvSpPr/>
            <p:nvPr/>
          </p:nvSpPr>
          <p:spPr>
            <a:xfrm>
              <a:off x="6553108" y="3584890"/>
              <a:ext cx="1383960" cy="22659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lIns="36000" tIns="36000" rIns="36000" bIns="36000">
              <a:spAutoFit/>
            </a:bodyPr>
            <a:lstStyle/>
            <a:p>
              <a:r>
                <a:rPr lang="fr-FR" altLang="zh-CN" sz="1000" dirty="0">
                  <a:latin typeface="NimbusRomDOT-Reg"/>
                </a:rPr>
                <a:t>65 Katz Comp. Sci. 75000</a:t>
              </a:r>
              <a:endParaRPr lang="zh-CN" altLang="en-US" sz="1000" dirty="0"/>
            </a:p>
          </p:txBody>
        </p:sp>
        <p:sp>
          <p:nvSpPr>
            <p:cNvPr id="52" name="矩形 51">
              <a:extLst>
                <a:ext uri="{FF2B5EF4-FFF2-40B4-BE49-F238E27FC236}">
                  <a16:creationId xmlns:a16="http://schemas.microsoft.com/office/drawing/2014/main" id="{663F1C1A-135C-4B96-B3D2-F78AFF3CB2CE}"/>
                </a:ext>
              </a:extLst>
            </p:cNvPr>
            <p:cNvSpPr/>
            <p:nvPr/>
          </p:nvSpPr>
          <p:spPr>
            <a:xfrm>
              <a:off x="6556512" y="3358299"/>
              <a:ext cx="1154731" cy="22659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lIns="36000" tIns="36000" rIns="36000" bIns="36000">
              <a:spAutoFit/>
            </a:bodyPr>
            <a:lstStyle/>
            <a:p>
              <a:r>
                <a:rPr lang="en-US" altLang="zh-CN" sz="1000" dirty="0" err="1">
                  <a:latin typeface="NimbusRomDOT-Reg"/>
                </a:rPr>
                <a:t>alifieri</a:t>
              </a:r>
              <a:r>
                <a:rPr lang="en-US" altLang="zh-CN" sz="1000" dirty="0">
                  <a:latin typeface="NimbusRomDOT-Reg"/>
                </a:rPr>
                <a:t> History 62000</a:t>
              </a:r>
              <a:endParaRPr lang="zh-CN" altLang="en-US" sz="1000" dirty="0"/>
            </a:p>
          </p:txBody>
        </p:sp>
        <p:sp>
          <p:nvSpPr>
            <p:cNvPr id="53" name="矩形 52">
              <a:extLst>
                <a:ext uri="{FF2B5EF4-FFF2-40B4-BE49-F238E27FC236}">
                  <a16:creationId xmlns:a16="http://schemas.microsoft.com/office/drawing/2014/main" id="{5D5C980D-1B2B-4A6D-99E8-CB43920B1C5D}"/>
                </a:ext>
              </a:extLst>
            </p:cNvPr>
            <p:cNvSpPr/>
            <p:nvPr/>
          </p:nvSpPr>
          <p:spPr>
            <a:xfrm>
              <a:off x="7667499" y="3358299"/>
              <a:ext cx="269873" cy="22659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lIns="36000" tIns="36000" rIns="36000" bIns="36000">
              <a:spAutoFit/>
            </a:bodyPr>
            <a:lstStyle/>
            <a:p>
              <a:r>
                <a:rPr lang="fr-FR" altLang="zh-CN" sz="1000" dirty="0">
                  <a:latin typeface="NimbusRomDOT-Reg"/>
                </a:rPr>
                <a:t>455</a:t>
              </a:r>
              <a:endParaRPr lang="zh-CN" altLang="en-US" sz="1000" dirty="0"/>
            </a:p>
          </p:txBody>
        </p:sp>
        <p:sp>
          <p:nvSpPr>
            <p:cNvPr id="54" name="矩形 53">
              <a:extLst>
                <a:ext uri="{FF2B5EF4-FFF2-40B4-BE49-F238E27FC236}">
                  <a16:creationId xmlns:a16="http://schemas.microsoft.com/office/drawing/2014/main" id="{CEF6B567-9E42-4C1D-8D74-74084CAA3B15}"/>
                </a:ext>
              </a:extLst>
            </p:cNvPr>
            <p:cNvSpPr/>
            <p:nvPr/>
          </p:nvSpPr>
          <p:spPr>
            <a:xfrm>
              <a:off x="6554722" y="3132522"/>
              <a:ext cx="928707" cy="22659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lIns="36000" tIns="36000" rIns="36000" bIns="36000">
              <a:spAutoFit/>
            </a:bodyPr>
            <a:lstStyle/>
            <a:p>
              <a:r>
                <a:rPr lang="en-US" altLang="zh-CN" sz="1000" dirty="0">
                  <a:latin typeface="NimbusRomDOT-Reg"/>
                </a:rPr>
                <a:t>h Finance 80000</a:t>
              </a:r>
              <a:endParaRPr lang="zh-CN" altLang="en-US" sz="1000" dirty="0"/>
            </a:p>
          </p:txBody>
        </p:sp>
        <p:sp>
          <p:nvSpPr>
            <p:cNvPr id="55" name="矩形 54">
              <a:extLst>
                <a:ext uri="{FF2B5EF4-FFF2-40B4-BE49-F238E27FC236}">
                  <a16:creationId xmlns:a16="http://schemas.microsoft.com/office/drawing/2014/main" id="{41F509E6-337A-48AC-AB8C-C44243F878C7}"/>
                </a:ext>
              </a:extLst>
            </p:cNvPr>
            <p:cNvSpPr/>
            <p:nvPr/>
          </p:nvSpPr>
          <p:spPr>
            <a:xfrm>
              <a:off x="7297724" y="2903767"/>
              <a:ext cx="646578" cy="22659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lIns="36000" tIns="36000" rIns="36000" bIns="36000">
              <a:spAutoFit/>
            </a:bodyPr>
            <a:lstStyle/>
            <a:p>
              <a:r>
                <a:rPr lang="en-US" altLang="zh-CN" sz="1000" dirty="0">
                  <a:latin typeface="NimbusRomDOT-Reg"/>
                </a:rPr>
                <a:t>76543 Sing</a:t>
              </a:r>
              <a:endParaRPr lang="zh-CN" altLang="en-US" sz="1000" dirty="0"/>
            </a:p>
          </p:txBody>
        </p:sp>
        <p:sp>
          <p:nvSpPr>
            <p:cNvPr id="56" name="矩形 55">
              <a:extLst>
                <a:ext uri="{FF2B5EF4-FFF2-40B4-BE49-F238E27FC236}">
                  <a16:creationId xmlns:a16="http://schemas.microsoft.com/office/drawing/2014/main" id="{DF16C9C0-4673-43ED-86DE-F3972302CA1C}"/>
                </a:ext>
              </a:extLst>
            </p:cNvPr>
            <p:cNvSpPr/>
            <p:nvPr/>
          </p:nvSpPr>
          <p:spPr>
            <a:xfrm>
              <a:off x="7445200" y="3131033"/>
              <a:ext cx="499102" cy="22659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lIns="36000" tIns="36000" rIns="36000" bIns="36000">
              <a:spAutoFit/>
            </a:bodyPr>
            <a:lstStyle/>
            <a:p>
              <a:r>
                <a:rPr lang="en-US" altLang="zh-CN" sz="1000" dirty="0">
                  <a:latin typeface="NimbusRomDOT-Reg"/>
                </a:rPr>
                <a:t>58583 C</a:t>
              </a:r>
              <a:endParaRPr lang="zh-CN" altLang="en-US" sz="1000" dirty="0"/>
            </a:p>
          </p:txBody>
        </p:sp>
        <p:cxnSp>
          <p:nvCxnSpPr>
            <p:cNvPr id="57" name="直接箭头连接符 79">
              <a:extLst>
                <a:ext uri="{FF2B5EF4-FFF2-40B4-BE49-F238E27FC236}">
                  <a16:creationId xmlns:a16="http://schemas.microsoft.com/office/drawing/2014/main" id="{2336732A-198D-453A-A98E-E0533409E135}"/>
                </a:ext>
              </a:extLst>
            </p:cNvPr>
            <p:cNvCxnSpPr>
              <a:cxnSpLocks/>
              <a:stCxn id="47" idx="2"/>
              <a:endCxn id="53" idx="1"/>
            </p:cNvCxnSpPr>
            <p:nvPr/>
          </p:nvCxnSpPr>
          <p:spPr>
            <a:xfrm rot="16200000" flipH="1">
              <a:off x="6906763" y="2710859"/>
              <a:ext cx="614692" cy="906779"/>
            </a:xfrm>
            <a:prstGeom prst="curvedConnector2">
              <a:avLst/>
            </a:prstGeom>
            <a:ln w="12700">
              <a:solidFill>
                <a:srgbClr val="FF0000"/>
              </a:solidFill>
              <a:headEnd type="oval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接箭头连接符 79">
              <a:extLst>
                <a:ext uri="{FF2B5EF4-FFF2-40B4-BE49-F238E27FC236}">
                  <a16:creationId xmlns:a16="http://schemas.microsoft.com/office/drawing/2014/main" id="{5C602FCB-8DD3-4910-A108-D6458201B1F0}"/>
                </a:ext>
              </a:extLst>
            </p:cNvPr>
            <p:cNvCxnSpPr>
              <a:cxnSpLocks/>
              <a:stCxn id="48" idx="2"/>
              <a:endCxn id="56" idx="1"/>
            </p:cNvCxnSpPr>
            <p:nvPr/>
          </p:nvCxnSpPr>
          <p:spPr>
            <a:xfrm rot="16200000" flipH="1">
              <a:off x="6953446" y="2752575"/>
              <a:ext cx="387426" cy="596081"/>
            </a:xfrm>
            <a:prstGeom prst="curvedConnector2">
              <a:avLst/>
            </a:prstGeom>
            <a:ln w="12700">
              <a:solidFill>
                <a:srgbClr val="FF0000"/>
              </a:solidFill>
              <a:headEnd type="oval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9" name="组合 58">
            <a:extLst>
              <a:ext uri="{FF2B5EF4-FFF2-40B4-BE49-F238E27FC236}">
                <a16:creationId xmlns:a16="http://schemas.microsoft.com/office/drawing/2014/main" id="{80B9B126-3333-4E9C-AEBB-3470342A257E}"/>
              </a:ext>
            </a:extLst>
          </p:cNvPr>
          <p:cNvGrpSpPr/>
          <p:nvPr/>
        </p:nvGrpSpPr>
        <p:grpSpPr>
          <a:xfrm>
            <a:off x="9375775" y="4467444"/>
            <a:ext cx="1525024" cy="1248642"/>
            <a:chOff x="5479365" y="3612513"/>
            <a:chExt cx="1525024" cy="1248642"/>
          </a:xfrm>
        </p:grpSpPr>
        <p:sp>
          <p:nvSpPr>
            <p:cNvPr id="60" name="矩形 59">
              <a:extLst>
                <a:ext uri="{FF2B5EF4-FFF2-40B4-BE49-F238E27FC236}">
                  <a16:creationId xmlns:a16="http://schemas.microsoft.com/office/drawing/2014/main" id="{46AC0D8C-011C-4897-AC93-0D6998F23F98}"/>
                </a:ext>
              </a:extLst>
            </p:cNvPr>
            <p:cNvSpPr/>
            <p:nvPr/>
          </p:nvSpPr>
          <p:spPr>
            <a:xfrm>
              <a:off x="5479365" y="3612513"/>
              <a:ext cx="1525024" cy="1248642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1" name="矩形 60">
              <a:extLst>
                <a:ext uri="{FF2B5EF4-FFF2-40B4-BE49-F238E27FC236}">
                  <a16:creationId xmlns:a16="http://schemas.microsoft.com/office/drawing/2014/main" id="{B5254A59-FA5F-4BEA-ADB5-3A9BE2C9F411}"/>
                </a:ext>
              </a:extLst>
            </p:cNvPr>
            <p:cNvSpPr/>
            <p:nvPr/>
          </p:nvSpPr>
          <p:spPr>
            <a:xfrm>
              <a:off x="5530419" y="3681255"/>
              <a:ext cx="176036" cy="21730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lIns="36000" tIns="36000" rIns="36000" bIns="36000">
              <a:spAutoFit/>
            </a:bodyPr>
            <a:lstStyle/>
            <a:p>
              <a:endParaRPr lang="zh-CN" altLang="en-US" sz="1000" dirty="0"/>
            </a:p>
          </p:txBody>
        </p:sp>
        <p:sp>
          <p:nvSpPr>
            <p:cNvPr id="62" name="矩形 61">
              <a:extLst>
                <a:ext uri="{FF2B5EF4-FFF2-40B4-BE49-F238E27FC236}">
                  <a16:creationId xmlns:a16="http://schemas.microsoft.com/office/drawing/2014/main" id="{23C66185-08F0-40C3-BEB0-13FB183C1923}"/>
                </a:ext>
              </a:extLst>
            </p:cNvPr>
            <p:cNvSpPr/>
            <p:nvPr/>
          </p:nvSpPr>
          <p:spPr>
            <a:xfrm>
              <a:off x="5720164" y="3681255"/>
              <a:ext cx="74690" cy="21730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lIns="36000" tIns="36000" rIns="36000" bIns="36000">
              <a:spAutoFit/>
            </a:bodyPr>
            <a:lstStyle/>
            <a:p>
              <a:endParaRPr lang="zh-CN" altLang="en-US" sz="1000" dirty="0"/>
            </a:p>
          </p:txBody>
        </p:sp>
        <p:sp>
          <p:nvSpPr>
            <p:cNvPr id="63" name="矩形 62">
              <a:extLst>
                <a:ext uri="{FF2B5EF4-FFF2-40B4-BE49-F238E27FC236}">
                  <a16:creationId xmlns:a16="http://schemas.microsoft.com/office/drawing/2014/main" id="{BE56FB35-8075-4827-A7A0-6364DF35FBD8}"/>
                </a:ext>
              </a:extLst>
            </p:cNvPr>
            <p:cNvSpPr/>
            <p:nvPr/>
          </p:nvSpPr>
          <p:spPr>
            <a:xfrm>
              <a:off x="5808563" y="3681255"/>
              <a:ext cx="74690" cy="21730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lIns="36000" tIns="36000" rIns="36000" bIns="36000">
              <a:spAutoFit/>
            </a:bodyPr>
            <a:lstStyle/>
            <a:p>
              <a:endParaRPr lang="zh-CN" altLang="en-US" sz="1000" dirty="0"/>
            </a:p>
          </p:txBody>
        </p:sp>
        <p:sp>
          <p:nvSpPr>
            <p:cNvPr id="64" name="矩形 63">
              <a:extLst>
                <a:ext uri="{FF2B5EF4-FFF2-40B4-BE49-F238E27FC236}">
                  <a16:creationId xmlns:a16="http://schemas.microsoft.com/office/drawing/2014/main" id="{F04BE089-D6CB-4085-93AE-FDD30BEA098A}"/>
                </a:ext>
              </a:extLst>
            </p:cNvPr>
            <p:cNvSpPr/>
            <p:nvPr/>
          </p:nvSpPr>
          <p:spPr>
            <a:xfrm>
              <a:off x="5896962" y="3681255"/>
              <a:ext cx="74690" cy="21730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lIns="36000" tIns="36000" rIns="36000" bIns="36000">
              <a:spAutoFit/>
            </a:bodyPr>
            <a:lstStyle/>
            <a:p>
              <a:endParaRPr lang="zh-CN" altLang="en-US" sz="1000" dirty="0"/>
            </a:p>
          </p:txBody>
        </p:sp>
        <p:cxnSp>
          <p:nvCxnSpPr>
            <p:cNvPr id="65" name="直接箭头连接符 79">
              <a:extLst>
                <a:ext uri="{FF2B5EF4-FFF2-40B4-BE49-F238E27FC236}">
                  <a16:creationId xmlns:a16="http://schemas.microsoft.com/office/drawing/2014/main" id="{169AEEEA-F8C4-4470-BBD8-AB9EC86C53C6}"/>
                </a:ext>
              </a:extLst>
            </p:cNvPr>
            <p:cNvCxnSpPr>
              <a:cxnSpLocks/>
              <a:stCxn id="64" idx="2"/>
              <a:endCxn id="69" idx="1"/>
            </p:cNvCxnSpPr>
            <p:nvPr/>
          </p:nvCxnSpPr>
          <p:spPr>
            <a:xfrm rot="16200000" flipH="1">
              <a:off x="6196282" y="3636579"/>
              <a:ext cx="116708" cy="640659"/>
            </a:xfrm>
            <a:prstGeom prst="curvedConnector2">
              <a:avLst/>
            </a:prstGeom>
            <a:ln w="12700">
              <a:solidFill>
                <a:srgbClr val="FF0000"/>
              </a:solidFill>
              <a:headEnd type="oval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6" name="矩形 65">
              <a:extLst>
                <a:ext uri="{FF2B5EF4-FFF2-40B4-BE49-F238E27FC236}">
                  <a16:creationId xmlns:a16="http://schemas.microsoft.com/office/drawing/2014/main" id="{DFF2E0E9-C53D-42F0-8DF2-DEBB512C8EC1}"/>
                </a:ext>
              </a:extLst>
            </p:cNvPr>
            <p:cNvSpPr/>
            <p:nvPr/>
          </p:nvSpPr>
          <p:spPr>
            <a:xfrm>
              <a:off x="5524004" y="4581743"/>
              <a:ext cx="1452889" cy="22659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lIns="36000" tIns="36000" rIns="36000" bIns="36000">
              <a:spAutoFit/>
            </a:bodyPr>
            <a:lstStyle/>
            <a:p>
              <a:r>
                <a:rPr lang="en-US" altLang="zh-CN" sz="1000" dirty="0">
                  <a:latin typeface="NimbusRomDOT-Reg"/>
                </a:rPr>
                <a:t>76766 Crick Biology 72000</a:t>
              </a:r>
              <a:endParaRPr lang="zh-CN" altLang="en-US" sz="1000" dirty="0"/>
            </a:p>
          </p:txBody>
        </p:sp>
        <p:sp>
          <p:nvSpPr>
            <p:cNvPr id="67" name="矩形 66">
              <a:extLst>
                <a:ext uri="{FF2B5EF4-FFF2-40B4-BE49-F238E27FC236}">
                  <a16:creationId xmlns:a16="http://schemas.microsoft.com/office/drawing/2014/main" id="{A5E584E2-5AAA-4905-B2AC-86D663063485}"/>
                </a:ext>
              </a:extLst>
            </p:cNvPr>
            <p:cNvSpPr/>
            <p:nvPr/>
          </p:nvSpPr>
          <p:spPr>
            <a:xfrm>
              <a:off x="5529357" y="4355151"/>
              <a:ext cx="1449683" cy="22659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lIns="36000" tIns="36000" rIns="36000" bIns="36000">
              <a:spAutoFit/>
            </a:bodyPr>
            <a:lstStyle/>
            <a:p>
              <a:r>
                <a:rPr lang="fr-FR" altLang="zh-CN" sz="1000" dirty="0">
                  <a:latin typeface="NimbusRomDOT-Reg"/>
                </a:rPr>
                <a:t>1 Brandt Comp. Sci. 92000</a:t>
              </a:r>
              <a:endParaRPr lang="zh-CN" altLang="en-US" sz="1000" dirty="0"/>
            </a:p>
          </p:txBody>
        </p:sp>
        <p:sp>
          <p:nvSpPr>
            <p:cNvPr id="68" name="矩形 67">
              <a:extLst>
                <a:ext uri="{FF2B5EF4-FFF2-40B4-BE49-F238E27FC236}">
                  <a16:creationId xmlns:a16="http://schemas.microsoft.com/office/drawing/2014/main" id="{75C9A4C6-7D80-407F-B6C2-52D66368E0B0}"/>
                </a:ext>
              </a:extLst>
            </p:cNvPr>
            <p:cNvSpPr/>
            <p:nvPr/>
          </p:nvSpPr>
          <p:spPr>
            <a:xfrm>
              <a:off x="5520148" y="4128559"/>
              <a:ext cx="1151525" cy="22659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lIns="36000" tIns="36000" rIns="36000" bIns="36000">
              <a:spAutoFit/>
            </a:bodyPr>
            <a:lstStyle/>
            <a:p>
              <a:r>
                <a:rPr lang="pt-BR" altLang="zh-CN" sz="1000" dirty="0">
                  <a:latin typeface="NimbusRomDOT-Reg"/>
                </a:rPr>
                <a:t>Kim Elec. Eng. 80000</a:t>
              </a:r>
              <a:endParaRPr lang="zh-CN" altLang="en-US" sz="1000" dirty="0"/>
            </a:p>
          </p:txBody>
        </p:sp>
        <p:sp>
          <p:nvSpPr>
            <p:cNvPr id="69" name="矩形 68">
              <a:extLst>
                <a:ext uri="{FF2B5EF4-FFF2-40B4-BE49-F238E27FC236}">
                  <a16:creationId xmlns:a16="http://schemas.microsoft.com/office/drawing/2014/main" id="{1D8516DB-993C-463D-9538-CE532F08BF71}"/>
                </a:ext>
              </a:extLst>
            </p:cNvPr>
            <p:cNvSpPr/>
            <p:nvPr/>
          </p:nvSpPr>
          <p:spPr>
            <a:xfrm>
              <a:off x="6574966" y="3901967"/>
              <a:ext cx="401319" cy="22659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lIns="36000" tIns="36000" rIns="36000" bIns="36000">
              <a:spAutoFit/>
            </a:bodyPr>
            <a:lstStyle/>
            <a:p>
              <a:r>
                <a:rPr lang="pt-BR" altLang="zh-CN" sz="1000" dirty="0">
                  <a:latin typeface="NimbusRomDOT-Reg"/>
                </a:rPr>
                <a:t>98345</a:t>
              </a:r>
              <a:endParaRPr lang="zh-CN" altLang="en-US" sz="1000" dirty="0"/>
            </a:p>
          </p:txBody>
        </p:sp>
        <p:sp>
          <p:nvSpPr>
            <p:cNvPr id="70" name="矩形 69">
              <a:extLst>
                <a:ext uri="{FF2B5EF4-FFF2-40B4-BE49-F238E27FC236}">
                  <a16:creationId xmlns:a16="http://schemas.microsoft.com/office/drawing/2014/main" id="{E814D895-0D54-42A3-93BF-1D539E4C3DC7}"/>
                </a:ext>
              </a:extLst>
            </p:cNvPr>
            <p:cNvSpPr/>
            <p:nvPr/>
          </p:nvSpPr>
          <p:spPr>
            <a:xfrm>
              <a:off x="6640689" y="4128559"/>
              <a:ext cx="335596" cy="22659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lIns="36000" tIns="36000" rIns="36000" bIns="36000">
              <a:spAutoFit/>
            </a:bodyPr>
            <a:lstStyle/>
            <a:p>
              <a:r>
                <a:rPr lang="fr-FR" altLang="zh-CN" sz="1000" dirty="0">
                  <a:latin typeface="NimbusRomDOT-Reg"/>
                </a:rPr>
                <a:t>8382</a:t>
              </a:r>
              <a:endParaRPr lang="zh-CN" altLang="en-US" sz="1000" dirty="0"/>
            </a:p>
          </p:txBody>
        </p:sp>
        <p:cxnSp>
          <p:nvCxnSpPr>
            <p:cNvPr id="71" name="直接箭头连接符 79">
              <a:extLst>
                <a:ext uri="{FF2B5EF4-FFF2-40B4-BE49-F238E27FC236}">
                  <a16:creationId xmlns:a16="http://schemas.microsoft.com/office/drawing/2014/main" id="{5550FE21-EA2C-464F-951A-756FD17DE5A5}"/>
                </a:ext>
              </a:extLst>
            </p:cNvPr>
            <p:cNvCxnSpPr>
              <a:cxnSpLocks/>
              <a:stCxn id="63" idx="2"/>
              <a:endCxn id="70" idx="1"/>
            </p:cNvCxnSpPr>
            <p:nvPr/>
          </p:nvCxnSpPr>
          <p:spPr>
            <a:xfrm rot="16200000" flipH="1">
              <a:off x="6071648" y="3672814"/>
              <a:ext cx="343300" cy="794781"/>
            </a:xfrm>
            <a:prstGeom prst="curvedConnector2">
              <a:avLst/>
            </a:prstGeom>
            <a:ln w="12700">
              <a:solidFill>
                <a:srgbClr val="FF0000"/>
              </a:solidFill>
              <a:headEnd type="oval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直接箭头连接符 79">
              <a:extLst>
                <a:ext uri="{FF2B5EF4-FFF2-40B4-BE49-F238E27FC236}">
                  <a16:creationId xmlns:a16="http://schemas.microsoft.com/office/drawing/2014/main" id="{500092FC-1DDA-4A51-8E62-C3BED07702A3}"/>
                </a:ext>
              </a:extLst>
            </p:cNvPr>
            <p:cNvCxnSpPr>
              <a:cxnSpLocks/>
              <a:stCxn id="62" idx="2"/>
              <a:endCxn id="66" idx="1"/>
            </p:cNvCxnSpPr>
            <p:nvPr/>
          </p:nvCxnSpPr>
          <p:spPr>
            <a:xfrm rot="5400000">
              <a:off x="5242515" y="4180045"/>
              <a:ext cx="796484" cy="233505"/>
            </a:xfrm>
            <a:prstGeom prst="curvedConnector4">
              <a:avLst>
                <a:gd name="adj1" fmla="val 12939"/>
                <a:gd name="adj2" fmla="val 138307"/>
              </a:avLst>
            </a:prstGeom>
            <a:ln w="12700">
              <a:solidFill>
                <a:srgbClr val="FF0000"/>
              </a:solidFill>
              <a:headEnd type="oval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3" name="文本框 72">
            <a:extLst>
              <a:ext uri="{FF2B5EF4-FFF2-40B4-BE49-F238E27FC236}">
                <a16:creationId xmlns:a16="http://schemas.microsoft.com/office/drawing/2014/main" id="{729C974F-E530-403C-AA50-BB1D9CFCC0B3}"/>
              </a:ext>
            </a:extLst>
          </p:cNvPr>
          <p:cNvSpPr txBox="1"/>
          <p:nvPr/>
        </p:nvSpPr>
        <p:spPr>
          <a:xfrm>
            <a:off x="449711" y="1190812"/>
            <a:ext cx="564628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SELECT *</a:t>
            </a:r>
            <a:r>
              <a:rPr lang="zh-CN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FROM</a:t>
            </a:r>
            <a:r>
              <a:rPr lang="zh-CN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instructor</a:t>
            </a:r>
            <a:r>
              <a:rPr lang="zh-CN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WHERE</a:t>
            </a:r>
            <a:r>
              <a:rPr lang="zh-CN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id=‘45565’;</a:t>
            </a:r>
            <a:endParaRPr lang="zh-CN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2E4EDD61-239A-4114-9264-C07518B5168D}"/>
              </a:ext>
            </a:extLst>
          </p:cNvPr>
          <p:cNvSpPr/>
          <p:nvPr/>
        </p:nvSpPr>
        <p:spPr>
          <a:xfrm>
            <a:off x="4478323" y="2725432"/>
            <a:ext cx="1525024" cy="1280528"/>
          </a:xfrm>
          <a:prstGeom prst="rect">
            <a:avLst/>
          </a:prstGeom>
          <a:noFill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1" name="矩形 90">
            <a:extLst>
              <a:ext uri="{FF2B5EF4-FFF2-40B4-BE49-F238E27FC236}">
                <a16:creationId xmlns:a16="http://schemas.microsoft.com/office/drawing/2014/main" id="{46E48BE2-9464-4646-AA25-0F70F7706D3F}"/>
              </a:ext>
            </a:extLst>
          </p:cNvPr>
          <p:cNvSpPr/>
          <p:nvPr/>
        </p:nvSpPr>
        <p:spPr>
          <a:xfrm>
            <a:off x="4484492" y="4382737"/>
            <a:ext cx="1525024" cy="1280528"/>
          </a:xfrm>
          <a:prstGeom prst="rect">
            <a:avLst/>
          </a:prstGeom>
          <a:noFill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2" name="矩形 91">
            <a:extLst>
              <a:ext uri="{FF2B5EF4-FFF2-40B4-BE49-F238E27FC236}">
                <a16:creationId xmlns:a16="http://schemas.microsoft.com/office/drawing/2014/main" id="{8BCAB05E-5CBC-4513-90E6-51DE49094761}"/>
              </a:ext>
            </a:extLst>
          </p:cNvPr>
          <p:cNvSpPr/>
          <p:nvPr/>
        </p:nvSpPr>
        <p:spPr>
          <a:xfrm>
            <a:off x="818391" y="2018609"/>
            <a:ext cx="2419422" cy="4229920"/>
          </a:xfrm>
          <a:prstGeom prst="rect">
            <a:avLst/>
          </a:prstGeom>
          <a:noFill/>
          <a:ln w="12700">
            <a:solidFill>
              <a:schemeClr val="tx1"/>
            </a:solidFill>
            <a:prstDash val="dash"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3" name="文本框 92">
            <a:extLst>
              <a:ext uri="{FF2B5EF4-FFF2-40B4-BE49-F238E27FC236}">
                <a16:creationId xmlns:a16="http://schemas.microsoft.com/office/drawing/2014/main" id="{4BD70884-EAC9-4C46-B956-645176BCCCD0}"/>
              </a:ext>
            </a:extLst>
          </p:cNvPr>
          <p:cNvSpPr txBox="1"/>
          <p:nvPr/>
        </p:nvSpPr>
        <p:spPr>
          <a:xfrm>
            <a:off x="4842809" y="2051911"/>
            <a:ext cx="7960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Buffer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4" name="文本框 93">
            <a:extLst>
              <a:ext uri="{FF2B5EF4-FFF2-40B4-BE49-F238E27FC236}">
                <a16:creationId xmlns:a16="http://schemas.microsoft.com/office/drawing/2014/main" id="{14794D53-5C69-48FB-8EAC-50B1B8141D8E}"/>
              </a:ext>
            </a:extLst>
          </p:cNvPr>
          <p:cNvSpPr txBox="1"/>
          <p:nvPr/>
        </p:nvSpPr>
        <p:spPr>
          <a:xfrm>
            <a:off x="1264102" y="2051911"/>
            <a:ext cx="14543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Thread Area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34" name="组合 133">
            <a:extLst>
              <a:ext uri="{FF2B5EF4-FFF2-40B4-BE49-F238E27FC236}">
                <a16:creationId xmlns:a16="http://schemas.microsoft.com/office/drawing/2014/main" id="{F0F911F3-4627-45BF-8A96-E7C8137E5ECA}"/>
              </a:ext>
            </a:extLst>
          </p:cNvPr>
          <p:cNvGrpSpPr/>
          <p:nvPr/>
        </p:nvGrpSpPr>
        <p:grpSpPr>
          <a:xfrm>
            <a:off x="7658305" y="4474089"/>
            <a:ext cx="1525024" cy="1280528"/>
            <a:chOff x="6482576" y="2572105"/>
            <a:chExt cx="1525024" cy="1280528"/>
          </a:xfrm>
        </p:grpSpPr>
        <p:sp>
          <p:nvSpPr>
            <p:cNvPr id="135" name="矩形 134">
              <a:extLst>
                <a:ext uri="{FF2B5EF4-FFF2-40B4-BE49-F238E27FC236}">
                  <a16:creationId xmlns:a16="http://schemas.microsoft.com/office/drawing/2014/main" id="{E15313E7-CD2B-44DE-B15B-B4FF671658DE}"/>
                </a:ext>
              </a:extLst>
            </p:cNvPr>
            <p:cNvSpPr/>
            <p:nvPr/>
          </p:nvSpPr>
          <p:spPr>
            <a:xfrm>
              <a:off x="6482576" y="2572105"/>
              <a:ext cx="1525024" cy="1280528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6" name="矩形 135">
              <a:extLst>
                <a:ext uri="{FF2B5EF4-FFF2-40B4-BE49-F238E27FC236}">
                  <a16:creationId xmlns:a16="http://schemas.microsoft.com/office/drawing/2014/main" id="{824F36CA-9BA7-4F28-BF99-6C6CAF86E6D5}"/>
                </a:ext>
              </a:extLst>
            </p:cNvPr>
            <p:cNvSpPr/>
            <p:nvPr/>
          </p:nvSpPr>
          <p:spPr>
            <a:xfrm>
              <a:off x="6533630" y="2639603"/>
              <a:ext cx="176036" cy="21730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lIns="36000" tIns="36000" rIns="36000" bIns="36000">
              <a:spAutoFit/>
            </a:bodyPr>
            <a:lstStyle/>
            <a:p>
              <a:endParaRPr lang="zh-CN" altLang="en-US" sz="1000" dirty="0"/>
            </a:p>
          </p:txBody>
        </p:sp>
        <p:sp>
          <p:nvSpPr>
            <p:cNvPr id="137" name="矩形 136">
              <a:extLst>
                <a:ext uri="{FF2B5EF4-FFF2-40B4-BE49-F238E27FC236}">
                  <a16:creationId xmlns:a16="http://schemas.microsoft.com/office/drawing/2014/main" id="{3FF5DE66-11F3-4941-A03D-8ED9C94D6B18}"/>
                </a:ext>
              </a:extLst>
            </p:cNvPr>
            <p:cNvSpPr/>
            <p:nvPr/>
          </p:nvSpPr>
          <p:spPr>
            <a:xfrm>
              <a:off x="6723375" y="2639603"/>
              <a:ext cx="74690" cy="21730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lIns="36000" tIns="36000" rIns="36000" bIns="36000">
              <a:spAutoFit/>
            </a:bodyPr>
            <a:lstStyle/>
            <a:p>
              <a:endParaRPr lang="zh-CN" altLang="en-US" sz="1000" dirty="0"/>
            </a:p>
          </p:txBody>
        </p:sp>
        <p:sp>
          <p:nvSpPr>
            <p:cNvPr id="138" name="矩形 137">
              <a:extLst>
                <a:ext uri="{FF2B5EF4-FFF2-40B4-BE49-F238E27FC236}">
                  <a16:creationId xmlns:a16="http://schemas.microsoft.com/office/drawing/2014/main" id="{2B6A5C91-E33D-4DD8-B9E1-F054AB5C1108}"/>
                </a:ext>
              </a:extLst>
            </p:cNvPr>
            <p:cNvSpPr/>
            <p:nvPr/>
          </p:nvSpPr>
          <p:spPr>
            <a:xfrm>
              <a:off x="6811774" y="2639603"/>
              <a:ext cx="74690" cy="21730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lIns="36000" tIns="36000" rIns="36000" bIns="36000">
              <a:spAutoFit/>
            </a:bodyPr>
            <a:lstStyle/>
            <a:p>
              <a:endParaRPr lang="zh-CN" altLang="en-US" sz="1000" dirty="0"/>
            </a:p>
          </p:txBody>
        </p:sp>
        <p:sp>
          <p:nvSpPr>
            <p:cNvPr id="139" name="矩形 138">
              <a:extLst>
                <a:ext uri="{FF2B5EF4-FFF2-40B4-BE49-F238E27FC236}">
                  <a16:creationId xmlns:a16="http://schemas.microsoft.com/office/drawing/2014/main" id="{B4BD9710-E1A2-4990-9E6F-4D7C9235A513}"/>
                </a:ext>
              </a:extLst>
            </p:cNvPr>
            <p:cNvSpPr/>
            <p:nvPr/>
          </p:nvSpPr>
          <p:spPr>
            <a:xfrm>
              <a:off x="6900173" y="2639603"/>
              <a:ext cx="74690" cy="21730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lIns="36000" tIns="36000" rIns="36000" bIns="36000">
              <a:spAutoFit/>
            </a:bodyPr>
            <a:lstStyle/>
            <a:p>
              <a:endParaRPr lang="zh-CN" altLang="en-US" sz="1000" dirty="0"/>
            </a:p>
          </p:txBody>
        </p:sp>
        <p:cxnSp>
          <p:nvCxnSpPr>
            <p:cNvPr id="140" name="直接箭头连接符 79">
              <a:extLst>
                <a:ext uri="{FF2B5EF4-FFF2-40B4-BE49-F238E27FC236}">
                  <a16:creationId xmlns:a16="http://schemas.microsoft.com/office/drawing/2014/main" id="{59691295-61FB-4278-BA05-7C6761DCF679}"/>
                </a:ext>
              </a:extLst>
            </p:cNvPr>
            <p:cNvCxnSpPr>
              <a:cxnSpLocks/>
              <a:stCxn id="139" idx="2"/>
              <a:endCxn id="145" idx="1"/>
            </p:cNvCxnSpPr>
            <p:nvPr/>
          </p:nvCxnSpPr>
          <p:spPr>
            <a:xfrm rot="16200000" flipH="1">
              <a:off x="7037541" y="2756880"/>
              <a:ext cx="160160" cy="360206"/>
            </a:xfrm>
            <a:prstGeom prst="curvedConnector2">
              <a:avLst/>
            </a:prstGeom>
            <a:ln w="12700">
              <a:solidFill>
                <a:srgbClr val="FF0000"/>
              </a:solidFill>
              <a:headEnd type="oval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1" name="矩形 140">
              <a:extLst>
                <a:ext uri="{FF2B5EF4-FFF2-40B4-BE49-F238E27FC236}">
                  <a16:creationId xmlns:a16="http://schemas.microsoft.com/office/drawing/2014/main" id="{F71985F4-42B8-4FFB-9904-A8E825D4E62D}"/>
                </a:ext>
              </a:extLst>
            </p:cNvPr>
            <p:cNvSpPr/>
            <p:nvPr/>
          </p:nvSpPr>
          <p:spPr>
            <a:xfrm>
              <a:off x="6553108" y="3584890"/>
              <a:ext cx="1383960" cy="22659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lIns="36000" tIns="36000" rIns="36000" bIns="36000">
              <a:spAutoFit/>
            </a:bodyPr>
            <a:lstStyle/>
            <a:p>
              <a:r>
                <a:rPr lang="fr-FR" altLang="zh-CN" sz="1000" dirty="0">
                  <a:latin typeface="NimbusRomDOT-Reg"/>
                </a:rPr>
                <a:t>65 Katz Comp. Sci. 75000</a:t>
              </a:r>
              <a:endParaRPr lang="zh-CN" altLang="en-US" sz="1000" dirty="0"/>
            </a:p>
          </p:txBody>
        </p:sp>
        <p:sp>
          <p:nvSpPr>
            <p:cNvPr id="142" name="矩形 141">
              <a:extLst>
                <a:ext uri="{FF2B5EF4-FFF2-40B4-BE49-F238E27FC236}">
                  <a16:creationId xmlns:a16="http://schemas.microsoft.com/office/drawing/2014/main" id="{1C9CBEDC-22A4-4282-A8EC-9F019254C0F2}"/>
                </a:ext>
              </a:extLst>
            </p:cNvPr>
            <p:cNvSpPr/>
            <p:nvPr/>
          </p:nvSpPr>
          <p:spPr>
            <a:xfrm>
              <a:off x="6556512" y="3358299"/>
              <a:ext cx="1154731" cy="22659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lIns="36000" tIns="36000" rIns="36000" bIns="36000">
              <a:spAutoFit/>
            </a:bodyPr>
            <a:lstStyle/>
            <a:p>
              <a:r>
                <a:rPr lang="en-US" altLang="zh-CN" sz="1000" dirty="0" err="1">
                  <a:latin typeface="NimbusRomDOT-Reg"/>
                </a:rPr>
                <a:t>alifieri</a:t>
              </a:r>
              <a:r>
                <a:rPr lang="en-US" altLang="zh-CN" sz="1000" dirty="0">
                  <a:latin typeface="NimbusRomDOT-Reg"/>
                </a:rPr>
                <a:t> History 62000</a:t>
              </a:r>
              <a:endParaRPr lang="zh-CN" altLang="en-US" sz="1000" dirty="0"/>
            </a:p>
          </p:txBody>
        </p:sp>
        <p:sp>
          <p:nvSpPr>
            <p:cNvPr id="143" name="矩形 142">
              <a:extLst>
                <a:ext uri="{FF2B5EF4-FFF2-40B4-BE49-F238E27FC236}">
                  <a16:creationId xmlns:a16="http://schemas.microsoft.com/office/drawing/2014/main" id="{361AC6FA-F73A-43C8-B17C-D66BE52F37B2}"/>
                </a:ext>
              </a:extLst>
            </p:cNvPr>
            <p:cNvSpPr/>
            <p:nvPr/>
          </p:nvSpPr>
          <p:spPr>
            <a:xfrm>
              <a:off x="7667499" y="3358299"/>
              <a:ext cx="269873" cy="22659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lIns="36000" tIns="36000" rIns="36000" bIns="36000">
              <a:spAutoFit/>
            </a:bodyPr>
            <a:lstStyle/>
            <a:p>
              <a:r>
                <a:rPr lang="fr-FR" altLang="zh-CN" sz="1000" dirty="0">
                  <a:latin typeface="NimbusRomDOT-Reg"/>
                </a:rPr>
                <a:t>455</a:t>
              </a:r>
              <a:endParaRPr lang="zh-CN" altLang="en-US" sz="1000" dirty="0"/>
            </a:p>
          </p:txBody>
        </p:sp>
        <p:sp>
          <p:nvSpPr>
            <p:cNvPr id="144" name="矩形 143">
              <a:extLst>
                <a:ext uri="{FF2B5EF4-FFF2-40B4-BE49-F238E27FC236}">
                  <a16:creationId xmlns:a16="http://schemas.microsoft.com/office/drawing/2014/main" id="{94173442-BEBE-423F-8BED-F9624E585296}"/>
                </a:ext>
              </a:extLst>
            </p:cNvPr>
            <p:cNvSpPr/>
            <p:nvPr/>
          </p:nvSpPr>
          <p:spPr>
            <a:xfrm>
              <a:off x="6554722" y="3132522"/>
              <a:ext cx="928707" cy="22659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lIns="36000" tIns="36000" rIns="36000" bIns="36000">
              <a:spAutoFit/>
            </a:bodyPr>
            <a:lstStyle/>
            <a:p>
              <a:r>
                <a:rPr lang="en-US" altLang="zh-CN" sz="1000" dirty="0">
                  <a:latin typeface="NimbusRomDOT-Reg"/>
                </a:rPr>
                <a:t>h Finance 80000</a:t>
              </a:r>
              <a:endParaRPr lang="zh-CN" altLang="en-US" sz="1000" dirty="0"/>
            </a:p>
          </p:txBody>
        </p:sp>
        <p:sp>
          <p:nvSpPr>
            <p:cNvPr id="145" name="矩形 144">
              <a:extLst>
                <a:ext uri="{FF2B5EF4-FFF2-40B4-BE49-F238E27FC236}">
                  <a16:creationId xmlns:a16="http://schemas.microsoft.com/office/drawing/2014/main" id="{36CD2F02-713C-43C9-A447-9F92E8100E37}"/>
                </a:ext>
              </a:extLst>
            </p:cNvPr>
            <p:cNvSpPr/>
            <p:nvPr/>
          </p:nvSpPr>
          <p:spPr>
            <a:xfrm>
              <a:off x="7297724" y="2903767"/>
              <a:ext cx="646578" cy="22659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lIns="36000" tIns="36000" rIns="36000" bIns="36000">
              <a:spAutoFit/>
            </a:bodyPr>
            <a:lstStyle/>
            <a:p>
              <a:r>
                <a:rPr lang="en-US" altLang="zh-CN" sz="1000" dirty="0">
                  <a:latin typeface="NimbusRomDOT-Reg"/>
                </a:rPr>
                <a:t>76543 Sing</a:t>
              </a:r>
              <a:endParaRPr lang="zh-CN" altLang="en-US" sz="1000" dirty="0"/>
            </a:p>
          </p:txBody>
        </p:sp>
        <p:sp>
          <p:nvSpPr>
            <p:cNvPr id="146" name="矩形 145">
              <a:extLst>
                <a:ext uri="{FF2B5EF4-FFF2-40B4-BE49-F238E27FC236}">
                  <a16:creationId xmlns:a16="http://schemas.microsoft.com/office/drawing/2014/main" id="{BA78D7B2-3DDB-41B6-BF64-4B07A3812DD8}"/>
                </a:ext>
              </a:extLst>
            </p:cNvPr>
            <p:cNvSpPr/>
            <p:nvPr/>
          </p:nvSpPr>
          <p:spPr>
            <a:xfrm>
              <a:off x="7445200" y="3131033"/>
              <a:ext cx="499102" cy="22659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lIns="36000" tIns="36000" rIns="36000" bIns="36000">
              <a:spAutoFit/>
            </a:bodyPr>
            <a:lstStyle/>
            <a:p>
              <a:r>
                <a:rPr lang="en-US" altLang="zh-CN" sz="1000" dirty="0">
                  <a:latin typeface="NimbusRomDOT-Reg"/>
                </a:rPr>
                <a:t>58583 C</a:t>
              </a:r>
              <a:endParaRPr lang="zh-CN" altLang="en-US" sz="1000" dirty="0"/>
            </a:p>
          </p:txBody>
        </p:sp>
        <p:cxnSp>
          <p:nvCxnSpPr>
            <p:cNvPr id="147" name="直接箭头连接符 79">
              <a:extLst>
                <a:ext uri="{FF2B5EF4-FFF2-40B4-BE49-F238E27FC236}">
                  <a16:creationId xmlns:a16="http://schemas.microsoft.com/office/drawing/2014/main" id="{34DDC9A0-BC29-40D8-90DA-DF0E3BED03B5}"/>
                </a:ext>
              </a:extLst>
            </p:cNvPr>
            <p:cNvCxnSpPr>
              <a:cxnSpLocks/>
              <a:stCxn id="137" idx="2"/>
              <a:endCxn id="143" idx="1"/>
            </p:cNvCxnSpPr>
            <p:nvPr/>
          </p:nvCxnSpPr>
          <p:spPr>
            <a:xfrm rot="16200000" flipH="1">
              <a:off x="6906763" y="2710859"/>
              <a:ext cx="614692" cy="906779"/>
            </a:xfrm>
            <a:prstGeom prst="curvedConnector2">
              <a:avLst/>
            </a:prstGeom>
            <a:ln w="12700">
              <a:solidFill>
                <a:srgbClr val="FF0000"/>
              </a:solidFill>
              <a:headEnd type="oval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直接箭头连接符 79">
              <a:extLst>
                <a:ext uri="{FF2B5EF4-FFF2-40B4-BE49-F238E27FC236}">
                  <a16:creationId xmlns:a16="http://schemas.microsoft.com/office/drawing/2014/main" id="{00ECF010-D6B6-4BC1-BC97-586CE5493752}"/>
                </a:ext>
              </a:extLst>
            </p:cNvPr>
            <p:cNvCxnSpPr>
              <a:cxnSpLocks/>
              <a:stCxn id="138" idx="2"/>
              <a:endCxn id="146" idx="1"/>
            </p:cNvCxnSpPr>
            <p:nvPr/>
          </p:nvCxnSpPr>
          <p:spPr>
            <a:xfrm rot="16200000" flipH="1">
              <a:off x="6953446" y="2752575"/>
              <a:ext cx="387426" cy="596081"/>
            </a:xfrm>
            <a:prstGeom prst="curvedConnector2">
              <a:avLst/>
            </a:prstGeom>
            <a:ln w="12700">
              <a:solidFill>
                <a:srgbClr val="FF0000"/>
              </a:solidFill>
              <a:headEnd type="oval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9" name="组合 148">
            <a:extLst>
              <a:ext uri="{FF2B5EF4-FFF2-40B4-BE49-F238E27FC236}">
                <a16:creationId xmlns:a16="http://schemas.microsoft.com/office/drawing/2014/main" id="{141C7FBE-9771-495B-A3F8-2BA060B5446C}"/>
              </a:ext>
            </a:extLst>
          </p:cNvPr>
          <p:cNvGrpSpPr/>
          <p:nvPr/>
        </p:nvGrpSpPr>
        <p:grpSpPr>
          <a:xfrm>
            <a:off x="9368920" y="4467444"/>
            <a:ext cx="1525024" cy="1248642"/>
            <a:chOff x="5479365" y="3612513"/>
            <a:chExt cx="1525024" cy="1248642"/>
          </a:xfrm>
        </p:grpSpPr>
        <p:sp>
          <p:nvSpPr>
            <p:cNvPr id="150" name="矩形 149">
              <a:extLst>
                <a:ext uri="{FF2B5EF4-FFF2-40B4-BE49-F238E27FC236}">
                  <a16:creationId xmlns:a16="http://schemas.microsoft.com/office/drawing/2014/main" id="{F6698543-CEF0-4B85-B61C-A2365CB6932A}"/>
                </a:ext>
              </a:extLst>
            </p:cNvPr>
            <p:cNvSpPr/>
            <p:nvPr/>
          </p:nvSpPr>
          <p:spPr>
            <a:xfrm>
              <a:off x="5479365" y="3612513"/>
              <a:ext cx="1525024" cy="1248642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1" name="矩形 150">
              <a:extLst>
                <a:ext uri="{FF2B5EF4-FFF2-40B4-BE49-F238E27FC236}">
                  <a16:creationId xmlns:a16="http://schemas.microsoft.com/office/drawing/2014/main" id="{5AE4EAED-243D-4EA7-9730-978AD1129D4C}"/>
                </a:ext>
              </a:extLst>
            </p:cNvPr>
            <p:cNvSpPr/>
            <p:nvPr/>
          </p:nvSpPr>
          <p:spPr>
            <a:xfrm>
              <a:off x="5530419" y="3681255"/>
              <a:ext cx="176036" cy="21730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lIns="36000" tIns="36000" rIns="36000" bIns="36000">
              <a:spAutoFit/>
            </a:bodyPr>
            <a:lstStyle/>
            <a:p>
              <a:endParaRPr lang="zh-CN" altLang="en-US" sz="1000" dirty="0"/>
            </a:p>
          </p:txBody>
        </p:sp>
        <p:sp>
          <p:nvSpPr>
            <p:cNvPr id="152" name="矩形 151">
              <a:extLst>
                <a:ext uri="{FF2B5EF4-FFF2-40B4-BE49-F238E27FC236}">
                  <a16:creationId xmlns:a16="http://schemas.microsoft.com/office/drawing/2014/main" id="{4EF60753-862F-4BAB-9A21-5BA88D5E9702}"/>
                </a:ext>
              </a:extLst>
            </p:cNvPr>
            <p:cNvSpPr/>
            <p:nvPr/>
          </p:nvSpPr>
          <p:spPr>
            <a:xfrm>
              <a:off x="5720164" y="3681255"/>
              <a:ext cx="74690" cy="21730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lIns="36000" tIns="36000" rIns="36000" bIns="36000">
              <a:spAutoFit/>
            </a:bodyPr>
            <a:lstStyle/>
            <a:p>
              <a:endParaRPr lang="zh-CN" altLang="en-US" sz="1000" dirty="0"/>
            </a:p>
          </p:txBody>
        </p:sp>
        <p:sp>
          <p:nvSpPr>
            <p:cNvPr id="153" name="矩形 152">
              <a:extLst>
                <a:ext uri="{FF2B5EF4-FFF2-40B4-BE49-F238E27FC236}">
                  <a16:creationId xmlns:a16="http://schemas.microsoft.com/office/drawing/2014/main" id="{38F1EBD7-A0F4-4868-A6A6-F1EC9174F6DB}"/>
                </a:ext>
              </a:extLst>
            </p:cNvPr>
            <p:cNvSpPr/>
            <p:nvPr/>
          </p:nvSpPr>
          <p:spPr>
            <a:xfrm>
              <a:off x="5808563" y="3681255"/>
              <a:ext cx="74690" cy="21730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lIns="36000" tIns="36000" rIns="36000" bIns="36000">
              <a:spAutoFit/>
            </a:bodyPr>
            <a:lstStyle/>
            <a:p>
              <a:endParaRPr lang="zh-CN" altLang="en-US" sz="1000" dirty="0"/>
            </a:p>
          </p:txBody>
        </p:sp>
        <p:sp>
          <p:nvSpPr>
            <p:cNvPr id="154" name="矩形 153">
              <a:extLst>
                <a:ext uri="{FF2B5EF4-FFF2-40B4-BE49-F238E27FC236}">
                  <a16:creationId xmlns:a16="http://schemas.microsoft.com/office/drawing/2014/main" id="{99D5286E-E9D5-4D56-8319-5E1F6E003C08}"/>
                </a:ext>
              </a:extLst>
            </p:cNvPr>
            <p:cNvSpPr/>
            <p:nvPr/>
          </p:nvSpPr>
          <p:spPr>
            <a:xfrm>
              <a:off x="5896962" y="3681255"/>
              <a:ext cx="74690" cy="21730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lIns="36000" tIns="36000" rIns="36000" bIns="36000">
              <a:spAutoFit/>
            </a:bodyPr>
            <a:lstStyle/>
            <a:p>
              <a:endParaRPr lang="zh-CN" altLang="en-US" sz="1000" dirty="0"/>
            </a:p>
          </p:txBody>
        </p:sp>
        <p:cxnSp>
          <p:nvCxnSpPr>
            <p:cNvPr id="155" name="直接箭头连接符 79">
              <a:extLst>
                <a:ext uri="{FF2B5EF4-FFF2-40B4-BE49-F238E27FC236}">
                  <a16:creationId xmlns:a16="http://schemas.microsoft.com/office/drawing/2014/main" id="{0DAB04F3-A0E6-4535-8E74-1D68415DB2B9}"/>
                </a:ext>
              </a:extLst>
            </p:cNvPr>
            <p:cNvCxnSpPr>
              <a:cxnSpLocks/>
              <a:stCxn id="154" idx="2"/>
              <a:endCxn id="159" idx="1"/>
            </p:cNvCxnSpPr>
            <p:nvPr/>
          </p:nvCxnSpPr>
          <p:spPr>
            <a:xfrm rot="16200000" flipH="1">
              <a:off x="6196282" y="3636579"/>
              <a:ext cx="116708" cy="640659"/>
            </a:xfrm>
            <a:prstGeom prst="curvedConnector2">
              <a:avLst/>
            </a:prstGeom>
            <a:ln w="12700">
              <a:solidFill>
                <a:srgbClr val="FF0000"/>
              </a:solidFill>
              <a:headEnd type="oval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6" name="矩形 155">
              <a:extLst>
                <a:ext uri="{FF2B5EF4-FFF2-40B4-BE49-F238E27FC236}">
                  <a16:creationId xmlns:a16="http://schemas.microsoft.com/office/drawing/2014/main" id="{284EA492-BB98-4369-A947-07846C77772C}"/>
                </a:ext>
              </a:extLst>
            </p:cNvPr>
            <p:cNvSpPr/>
            <p:nvPr/>
          </p:nvSpPr>
          <p:spPr>
            <a:xfrm>
              <a:off x="5524004" y="4581743"/>
              <a:ext cx="1452889" cy="22659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lIns="36000" tIns="36000" rIns="36000" bIns="36000">
              <a:spAutoFit/>
            </a:bodyPr>
            <a:lstStyle/>
            <a:p>
              <a:r>
                <a:rPr lang="en-US" altLang="zh-CN" sz="1000" dirty="0">
                  <a:latin typeface="NimbusRomDOT-Reg"/>
                </a:rPr>
                <a:t>76766 Crick Biology 72000</a:t>
              </a:r>
              <a:endParaRPr lang="zh-CN" altLang="en-US" sz="1000" dirty="0"/>
            </a:p>
          </p:txBody>
        </p:sp>
        <p:sp>
          <p:nvSpPr>
            <p:cNvPr id="157" name="矩形 156">
              <a:extLst>
                <a:ext uri="{FF2B5EF4-FFF2-40B4-BE49-F238E27FC236}">
                  <a16:creationId xmlns:a16="http://schemas.microsoft.com/office/drawing/2014/main" id="{BB706C89-571A-4D0D-A874-0072F6C18855}"/>
                </a:ext>
              </a:extLst>
            </p:cNvPr>
            <p:cNvSpPr/>
            <p:nvPr/>
          </p:nvSpPr>
          <p:spPr>
            <a:xfrm>
              <a:off x="5529357" y="4355151"/>
              <a:ext cx="1449683" cy="22659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lIns="36000" tIns="36000" rIns="36000" bIns="36000">
              <a:spAutoFit/>
            </a:bodyPr>
            <a:lstStyle/>
            <a:p>
              <a:r>
                <a:rPr lang="fr-FR" altLang="zh-CN" sz="1000" dirty="0">
                  <a:latin typeface="NimbusRomDOT-Reg"/>
                </a:rPr>
                <a:t>1 Brandt Comp. Sci. 92000</a:t>
              </a:r>
              <a:endParaRPr lang="zh-CN" altLang="en-US" sz="1000" dirty="0"/>
            </a:p>
          </p:txBody>
        </p:sp>
        <p:sp>
          <p:nvSpPr>
            <p:cNvPr id="158" name="矩形 157">
              <a:extLst>
                <a:ext uri="{FF2B5EF4-FFF2-40B4-BE49-F238E27FC236}">
                  <a16:creationId xmlns:a16="http://schemas.microsoft.com/office/drawing/2014/main" id="{39C2807A-50E4-41F3-859C-E27D3CFB1B59}"/>
                </a:ext>
              </a:extLst>
            </p:cNvPr>
            <p:cNvSpPr/>
            <p:nvPr/>
          </p:nvSpPr>
          <p:spPr>
            <a:xfrm>
              <a:off x="5520148" y="4128559"/>
              <a:ext cx="1151525" cy="22659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lIns="36000" tIns="36000" rIns="36000" bIns="36000">
              <a:spAutoFit/>
            </a:bodyPr>
            <a:lstStyle/>
            <a:p>
              <a:r>
                <a:rPr lang="pt-BR" altLang="zh-CN" sz="1000" dirty="0">
                  <a:latin typeface="NimbusRomDOT-Reg"/>
                </a:rPr>
                <a:t>Kim Elec. Eng. 80000</a:t>
              </a:r>
              <a:endParaRPr lang="zh-CN" altLang="en-US" sz="1000" dirty="0"/>
            </a:p>
          </p:txBody>
        </p:sp>
        <p:sp>
          <p:nvSpPr>
            <p:cNvPr id="159" name="矩形 158">
              <a:extLst>
                <a:ext uri="{FF2B5EF4-FFF2-40B4-BE49-F238E27FC236}">
                  <a16:creationId xmlns:a16="http://schemas.microsoft.com/office/drawing/2014/main" id="{F3EDB08D-B9B1-4992-B118-15C8AACEF498}"/>
                </a:ext>
              </a:extLst>
            </p:cNvPr>
            <p:cNvSpPr/>
            <p:nvPr/>
          </p:nvSpPr>
          <p:spPr>
            <a:xfrm>
              <a:off x="6574966" y="3901967"/>
              <a:ext cx="401319" cy="22659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lIns="36000" tIns="36000" rIns="36000" bIns="36000">
              <a:spAutoFit/>
            </a:bodyPr>
            <a:lstStyle/>
            <a:p>
              <a:r>
                <a:rPr lang="pt-BR" altLang="zh-CN" sz="1000" dirty="0">
                  <a:latin typeface="NimbusRomDOT-Reg"/>
                </a:rPr>
                <a:t>98345</a:t>
              </a:r>
              <a:endParaRPr lang="zh-CN" altLang="en-US" sz="1000" dirty="0"/>
            </a:p>
          </p:txBody>
        </p:sp>
        <p:sp>
          <p:nvSpPr>
            <p:cNvPr id="160" name="矩形 159">
              <a:extLst>
                <a:ext uri="{FF2B5EF4-FFF2-40B4-BE49-F238E27FC236}">
                  <a16:creationId xmlns:a16="http://schemas.microsoft.com/office/drawing/2014/main" id="{C608DCE2-0F70-4543-A14C-23208693C937}"/>
                </a:ext>
              </a:extLst>
            </p:cNvPr>
            <p:cNvSpPr/>
            <p:nvPr/>
          </p:nvSpPr>
          <p:spPr>
            <a:xfrm>
              <a:off x="6640689" y="4128559"/>
              <a:ext cx="335596" cy="22659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lIns="36000" tIns="36000" rIns="36000" bIns="36000">
              <a:spAutoFit/>
            </a:bodyPr>
            <a:lstStyle/>
            <a:p>
              <a:r>
                <a:rPr lang="fr-FR" altLang="zh-CN" sz="1000" dirty="0">
                  <a:latin typeface="NimbusRomDOT-Reg"/>
                </a:rPr>
                <a:t>8382</a:t>
              </a:r>
              <a:endParaRPr lang="zh-CN" altLang="en-US" sz="1000" dirty="0"/>
            </a:p>
          </p:txBody>
        </p:sp>
        <p:cxnSp>
          <p:nvCxnSpPr>
            <p:cNvPr id="161" name="直接箭头连接符 79">
              <a:extLst>
                <a:ext uri="{FF2B5EF4-FFF2-40B4-BE49-F238E27FC236}">
                  <a16:creationId xmlns:a16="http://schemas.microsoft.com/office/drawing/2014/main" id="{782062AB-1E54-4992-8300-BE067C34F5AA}"/>
                </a:ext>
              </a:extLst>
            </p:cNvPr>
            <p:cNvCxnSpPr>
              <a:cxnSpLocks/>
              <a:stCxn id="153" idx="2"/>
              <a:endCxn id="160" idx="1"/>
            </p:cNvCxnSpPr>
            <p:nvPr/>
          </p:nvCxnSpPr>
          <p:spPr>
            <a:xfrm rot="16200000" flipH="1">
              <a:off x="6071648" y="3672814"/>
              <a:ext cx="343300" cy="794781"/>
            </a:xfrm>
            <a:prstGeom prst="curvedConnector2">
              <a:avLst/>
            </a:prstGeom>
            <a:ln w="12700">
              <a:solidFill>
                <a:srgbClr val="FF0000"/>
              </a:solidFill>
              <a:headEnd type="oval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直接箭头连接符 79">
              <a:extLst>
                <a:ext uri="{FF2B5EF4-FFF2-40B4-BE49-F238E27FC236}">
                  <a16:creationId xmlns:a16="http://schemas.microsoft.com/office/drawing/2014/main" id="{67E099BC-BF42-4380-8BBC-2F68B069D182}"/>
                </a:ext>
              </a:extLst>
            </p:cNvPr>
            <p:cNvCxnSpPr>
              <a:cxnSpLocks/>
              <a:stCxn id="152" idx="2"/>
              <a:endCxn id="156" idx="1"/>
            </p:cNvCxnSpPr>
            <p:nvPr/>
          </p:nvCxnSpPr>
          <p:spPr>
            <a:xfrm rot="5400000">
              <a:off x="5242515" y="4180045"/>
              <a:ext cx="796484" cy="233505"/>
            </a:xfrm>
            <a:prstGeom prst="curvedConnector4">
              <a:avLst>
                <a:gd name="adj1" fmla="val 12939"/>
                <a:gd name="adj2" fmla="val 138307"/>
              </a:avLst>
            </a:prstGeom>
            <a:ln w="12700">
              <a:solidFill>
                <a:srgbClr val="FF0000"/>
              </a:solidFill>
              <a:headEnd type="oval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1072174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375E-6 4.44444E-6 L -0.26028 -0.04676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021" y="-233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08333E-6 4.44444E-6 L -0.40156 0.19606 " pathEditMode="relative" rAng="0" ptsTypes="AA">
                                      <p:cBhvr>
                                        <p:cTn id="9" dur="2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0078" y="979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91667E-6 -3.7037E-7 L -0.27604 0.1088 " pathEditMode="relative" rAng="0" ptsTypes="AA">
                                      <p:cBhvr>
                                        <p:cTn id="15" dur="200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802" y="544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79167E-6 -2.22222E-6 L -0.26236 -0.13055 " pathEditMode="relative" rAng="0" ptsTypes="AA">
                                      <p:cBhvr>
                                        <p:cTn id="23" dur="20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125" y="-652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2.96296E-6 L -0.26133 -0.25393 " pathEditMode="relative" rAng="0" ptsTypes="AA">
                                      <p:cBhvr>
                                        <p:cTn id="33" dur="2000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125" y="-12593"/>
                                    </p:animMotion>
                                  </p:childTnLst>
                                </p:cTn>
                              </p:par>
                              <p:par>
                                <p:cTn id="34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125E-6 2.96296E-6 L -0.40039 -0.01134 " pathEditMode="relative" rAng="0" ptsTypes="AA">
                                      <p:cBhvr>
                                        <p:cTn id="35" dur="2000" fill="hold"/>
                                        <p:tgtEl>
                                          <p:spTgt spid="14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0130" y="-62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125E-6 -1.11111E-6 L -0.27032 0.11806 " pathEditMode="relative" rAng="0" ptsTypes="AA">
                                      <p:cBhvr>
                                        <p:cTn id="39" dur="2000" fill="hold"/>
                                        <p:tgtEl>
                                          <p:spTgt spid="16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516" y="590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9" name="组合 288">
            <a:extLst>
              <a:ext uri="{FF2B5EF4-FFF2-40B4-BE49-F238E27FC236}">
                <a16:creationId xmlns:a16="http://schemas.microsoft.com/office/drawing/2014/main" id="{A79C867B-BC62-429B-A720-8320D02AB875}"/>
              </a:ext>
            </a:extLst>
          </p:cNvPr>
          <p:cNvGrpSpPr/>
          <p:nvPr/>
        </p:nvGrpSpPr>
        <p:grpSpPr>
          <a:xfrm>
            <a:off x="4526163" y="2900322"/>
            <a:ext cx="1444295" cy="950155"/>
            <a:chOff x="10012472" y="95031"/>
            <a:chExt cx="1444295" cy="950155"/>
          </a:xfrm>
        </p:grpSpPr>
        <p:sp>
          <p:nvSpPr>
            <p:cNvPr id="277" name="矩形 276">
              <a:extLst>
                <a:ext uri="{FF2B5EF4-FFF2-40B4-BE49-F238E27FC236}">
                  <a16:creationId xmlns:a16="http://schemas.microsoft.com/office/drawing/2014/main" id="{4A16D1E5-E181-46F5-98A9-AC0150348581}"/>
                </a:ext>
              </a:extLst>
            </p:cNvPr>
            <p:cNvSpPr/>
            <p:nvPr/>
          </p:nvSpPr>
          <p:spPr>
            <a:xfrm>
              <a:off x="10984542" y="815059"/>
              <a:ext cx="472225" cy="22659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lIns="36000" tIns="36000" rIns="36000" bIns="36000">
              <a:spAutoFit/>
            </a:bodyPr>
            <a:lstStyle/>
            <a:p>
              <a:pPr algn="ctr"/>
              <a:r>
                <a:rPr lang="it-IT" altLang="zh-CN" sz="1000" dirty="0">
                  <a:latin typeface="NimbusRomDOT-Reg"/>
                </a:rPr>
                <a:t>10101</a:t>
              </a:r>
              <a:endParaRPr lang="zh-CN" altLang="en-US" sz="1000" dirty="0"/>
            </a:p>
          </p:txBody>
        </p:sp>
        <p:sp>
          <p:nvSpPr>
            <p:cNvPr id="278" name="矩形 277">
              <a:extLst>
                <a:ext uri="{FF2B5EF4-FFF2-40B4-BE49-F238E27FC236}">
                  <a16:creationId xmlns:a16="http://schemas.microsoft.com/office/drawing/2014/main" id="{291DB65C-9153-498F-AE93-8F443D49E23E}"/>
                </a:ext>
              </a:extLst>
            </p:cNvPr>
            <p:cNvSpPr/>
            <p:nvPr/>
          </p:nvSpPr>
          <p:spPr>
            <a:xfrm>
              <a:off x="10500460" y="818595"/>
              <a:ext cx="472225" cy="22659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lIns="36000" tIns="36000" rIns="36000" bIns="36000">
              <a:spAutoFit/>
            </a:bodyPr>
            <a:lstStyle/>
            <a:p>
              <a:pPr algn="ctr"/>
              <a:r>
                <a:rPr lang="it-IT" altLang="zh-CN" sz="1000" dirty="0">
                  <a:latin typeface="NimbusRomDOT-Reg"/>
                </a:rPr>
                <a:t>10101</a:t>
              </a:r>
              <a:endParaRPr lang="zh-CN" altLang="en-US" sz="1000" dirty="0"/>
            </a:p>
          </p:txBody>
        </p:sp>
        <p:sp>
          <p:nvSpPr>
            <p:cNvPr id="279" name="矩形 278">
              <a:extLst>
                <a:ext uri="{FF2B5EF4-FFF2-40B4-BE49-F238E27FC236}">
                  <a16:creationId xmlns:a16="http://schemas.microsoft.com/office/drawing/2014/main" id="{E6582D9A-C662-4EB0-A1F3-37286BC333BA}"/>
                </a:ext>
              </a:extLst>
            </p:cNvPr>
            <p:cNvSpPr/>
            <p:nvPr/>
          </p:nvSpPr>
          <p:spPr>
            <a:xfrm>
              <a:off x="10016378" y="816147"/>
              <a:ext cx="472225" cy="22659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lIns="36000" tIns="36000" rIns="36000" bIns="36000">
              <a:spAutoFit/>
            </a:bodyPr>
            <a:lstStyle/>
            <a:p>
              <a:pPr algn="ctr"/>
              <a:r>
                <a:rPr lang="it-IT" altLang="zh-CN" sz="1000" dirty="0">
                  <a:latin typeface="NimbusRomDOT-Reg"/>
                </a:rPr>
                <a:t>10101</a:t>
              </a:r>
              <a:endParaRPr lang="zh-CN" altLang="en-US" sz="1000" dirty="0"/>
            </a:p>
          </p:txBody>
        </p:sp>
        <p:sp>
          <p:nvSpPr>
            <p:cNvPr id="280" name="矩形 279">
              <a:extLst>
                <a:ext uri="{FF2B5EF4-FFF2-40B4-BE49-F238E27FC236}">
                  <a16:creationId xmlns:a16="http://schemas.microsoft.com/office/drawing/2014/main" id="{7F1A51F8-9FA6-471A-9256-1D6C776FC0DA}"/>
                </a:ext>
              </a:extLst>
            </p:cNvPr>
            <p:cNvSpPr/>
            <p:nvPr/>
          </p:nvSpPr>
          <p:spPr>
            <a:xfrm>
              <a:off x="10984542" y="575330"/>
              <a:ext cx="472225" cy="22659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lIns="36000" tIns="36000" rIns="36000" bIns="36000">
              <a:spAutoFit/>
            </a:bodyPr>
            <a:lstStyle/>
            <a:p>
              <a:pPr algn="ctr"/>
              <a:r>
                <a:rPr lang="it-IT" altLang="zh-CN" sz="1000" dirty="0">
                  <a:latin typeface="NimbusRomDOT-Reg"/>
                </a:rPr>
                <a:t>10101</a:t>
              </a:r>
              <a:endParaRPr lang="zh-CN" altLang="en-US" sz="1000" dirty="0"/>
            </a:p>
          </p:txBody>
        </p:sp>
        <p:sp>
          <p:nvSpPr>
            <p:cNvPr id="281" name="矩形 280">
              <a:extLst>
                <a:ext uri="{FF2B5EF4-FFF2-40B4-BE49-F238E27FC236}">
                  <a16:creationId xmlns:a16="http://schemas.microsoft.com/office/drawing/2014/main" id="{C88BA130-D0CE-46F1-9B20-CBD5E0FF3B1F}"/>
                </a:ext>
              </a:extLst>
            </p:cNvPr>
            <p:cNvSpPr/>
            <p:nvPr/>
          </p:nvSpPr>
          <p:spPr>
            <a:xfrm>
              <a:off x="10500460" y="578866"/>
              <a:ext cx="472225" cy="22659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lIns="36000" tIns="36000" rIns="36000" bIns="36000">
              <a:spAutoFit/>
            </a:bodyPr>
            <a:lstStyle/>
            <a:p>
              <a:pPr algn="ctr"/>
              <a:r>
                <a:rPr lang="it-IT" altLang="zh-CN" sz="1000" dirty="0">
                  <a:latin typeface="NimbusRomDOT-Reg"/>
                </a:rPr>
                <a:t>10101</a:t>
              </a:r>
              <a:endParaRPr lang="zh-CN" altLang="en-US" sz="1000" dirty="0"/>
            </a:p>
          </p:txBody>
        </p:sp>
        <p:sp>
          <p:nvSpPr>
            <p:cNvPr id="282" name="矩形 281">
              <a:extLst>
                <a:ext uri="{FF2B5EF4-FFF2-40B4-BE49-F238E27FC236}">
                  <a16:creationId xmlns:a16="http://schemas.microsoft.com/office/drawing/2014/main" id="{281C375F-6770-4C36-8B5B-D6D576E0336E}"/>
                </a:ext>
              </a:extLst>
            </p:cNvPr>
            <p:cNvSpPr/>
            <p:nvPr/>
          </p:nvSpPr>
          <p:spPr>
            <a:xfrm>
              <a:off x="10016378" y="576418"/>
              <a:ext cx="472225" cy="22659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lIns="36000" tIns="36000" rIns="36000" bIns="36000">
              <a:spAutoFit/>
            </a:bodyPr>
            <a:lstStyle/>
            <a:p>
              <a:pPr algn="ctr"/>
              <a:r>
                <a:rPr lang="it-IT" altLang="zh-CN" sz="1000" b="1" dirty="0">
                  <a:solidFill>
                    <a:srgbClr val="00B050"/>
                  </a:solidFill>
                  <a:latin typeface="NimbusRomDOT-Reg"/>
                </a:rPr>
                <a:t>45565</a:t>
              </a:r>
              <a:endParaRPr lang="zh-CN" altLang="en-US" sz="1000" b="1" dirty="0">
                <a:solidFill>
                  <a:srgbClr val="00B050"/>
                </a:solidFill>
              </a:endParaRPr>
            </a:p>
          </p:txBody>
        </p:sp>
        <p:sp>
          <p:nvSpPr>
            <p:cNvPr id="283" name="矩形 282">
              <a:extLst>
                <a:ext uri="{FF2B5EF4-FFF2-40B4-BE49-F238E27FC236}">
                  <a16:creationId xmlns:a16="http://schemas.microsoft.com/office/drawing/2014/main" id="{67BF8904-562B-4EC5-A894-35259DDC5E5E}"/>
                </a:ext>
              </a:extLst>
            </p:cNvPr>
            <p:cNvSpPr/>
            <p:nvPr/>
          </p:nvSpPr>
          <p:spPr>
            <a:xfrm>
              <a:off x="10980636" y="334760"/>
              <a:ext cx="472225" cy="22659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lIns="36000" tIns="36000" rIns="36000" bIns="36000">
              <a:spAutoFit/>
            </a:bodyPr>
            <a:lstStyle/>
            <a:p>
              <a:pPr algn="ctr"/>
              <a:r>
                <a:rPr lang="it-IT" altLang="zh-CN" sz="1000" dirty="0">
                  <a:latin typeface="NimbusRomDOT-Reg"/>
                </a:rPr>
                <a:t>33456</a:t>
              </a:r>
              <a:endParaRPr lang="zh-CN" altLang="en-US" sz="1000" dirty="0"/>
            </a:p>
          </p:txBody>
        </p:sp>
        <p:sp>
          <p:nvSpPr>
            <p:cNvPr id="284" name="矩形 283">
              <a:extLst>
                <a:ext uri="{FF2B5EF4-FFF2-40B4-BE49-F238E27FC236}">
                  <a16:creationId xmlns:a16="http://schemas.microsoft.com/office/drawing/2014/main" id="{C6C9704A-211E-464A-8D4B-464C09ACD962}"/>
                </a:ext>
              </a:extLst>
            </p:cNvPr>
            <p:cNvSpPr/>
            <p:nvPr/>
          </p:nvSpPr>
          <p:spPr>
            <a:xfrm>
              <a:off x="10496554" y="338296"/>
              <a:ext cx="472225" cy="22659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lIns="36000" tIns="36000" rIns="36000" bIns="36000">
              <a:spAutoFit/>
            </a:bodyPr>
            <a:lstStyle/>
            <a:p>
              <a:pPr algn="ctr"/>
              <a:r>
                <a:rPr lang="it-IT" altLang="zh-CN" sz="1000" dirty="0">
                  <a:latin typeface="NimbusRomDOT-Reg"/>
                </a:rPr>
                <a:t>32343</a:t>
              </a:r>
              <a:endParaRPr lang="zh-CN" altLang="en-US" sz="1000" dirty="0"/>
            </a:p>
          </p:txBody>
        </p:sp>
        <p:sp>
          <p:nvSpPr>
            <p:cNvPr id="285" name="矩形 284">
              <a:extLst>
                <a:ext uri="{FF2B5EF4-FFF2-40B4-BE49-F238E27FC236}">
                  <a16:creationId xmlns:a16="http://schemas.microsoft.com/office/drawing/2014/main" id="{A1341EB1-71F7-4FE0-AF41-588B2222F486}"/>
                </a:ext>
              </a:extLst>
            </p:cNvPr>
            <p:cNvSpPr/>
            <p:nvPr/>
          </p:nvSpPr>
          <p:spPr>
            <a:xfrm>
              <a:off x="10012472" y="335848"/>
              <a:ext cx="472225" cy="22659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lIns="36000" tIns="36000" rIns="36000" bIns="36000">
              <a:spAutoFit/>
            </a:bodyPr>
            <a:lstStyle/>
            <a:p>
              <a:pPr algn="ctr"/>
              <a:r>
                <a:rPr lang="it-IT" altLang="zh-CN" sz="1000" dirty="0">
                  <a:latin typeface="NimbusRomDOT-Reg"/>
                </a:rPr>
                <a:t>22222</a:t>
              </a:r>
              <a:endParaRPr lang="zh-CN" altLang="en-US" sz="1000" dirty="0"/>
            </a:p>
          </p:txBody>
        </p:sp>
        <p:sp>
          <p:nvSpPr>
            <p:cNvPr id="286" name="矩形 285">
              <a:extLst>
                <a:ext uri="{FF2B5EF4-FFF2-40B4-BE49-F238E27FC236}">
                  <a16:creationId xmlns:a16="http://schemas.microsoft.com/office/drawing/2014/main" id="{27BFDE3D-3D99-48C6-BFD6-3810D447C6B7}"/>
                </a:ext>
              </a:extLst>
            </p:cNvPr>
            <p:cNvSpPr/>
            <p:nvPr/>
          </p:nvSpPr>
          <p:spPr>
            <a:xfrm>
              <a:off x="10980636" y="95031"/>
              <a:ext cx="472225" cy="22659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lIns="36000" tIns="36000" rIns="36000" bIns="36000">
              <a:spAutoFit/>
            </a:bodyPr>
            <a:lstStyle/>
            <a:p>
              <a:pPr algn="ctr"/>
              <a:r>
                <a:rPr lang="it-IT" altLang="zh-CN" sz="1000" dirty="0">
                  <a:latin typeface="NimbusRomDOT-Reg"/>
                </a:rPr>
                <a:t>15151</a:t>
              </a:r>
              <a:endParaRPr lang="zh-CN" altLang="en-US" sz="1000" dirty="0"/>
            </a:p>
          </p:txBody>
        </p:sp>
        <p:sp>
          <p:nvSpPr>
            <p:cNvPr id="287" name="矩形 286">
              <a:extLst>
                <a:ext uri="{FF2B5EF4-FFF2-40B4-BE49-F238E27FC236}">
                  <a16:creationId xmlns:a16="http://schemas.microsoft.com/office/drawing/2014/main" id="{25C364B1-5540-41D5-85F6-EF953C088389}"/>
                </a:ext>
              </a:extLst>
            </p:cNvPr>
            <p:cNvSpPr/>
            <p:nvPr/>
          </p:nvSpPr>
          <p:spPr>
            <a:xfrm>
              <a:off x="10496554" y="98567"/>
              <a:ext cx="472225" cy="22659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lIns="36000" tIns="36000" rIns="36000" bIns="36000">
              <a:spAutoFit/>
            </a:bodyPr>
            <a:lstStyle/>
            <a:p>
              <a:pPr algn="ctr"/>
              <a:r>
                <a:rPr lang="it-IT" altLang="zh-CN" sz="1000" dirty="0">
                  <a:latin typeface="NimbusRomDOT-Reg"/>
                </a:rPr>
                <a:t>12121</a:t>
              </a:r>
              <a:endParaRPr lang="zh-CN" altLang="en-US" sz="1000" dirty="0"/>
            </a:p>
          </p:txBody>
        </p:sp>
        <p:sp>
          <p:nvSpPr>
            <p:cNvPr id="288" name="矩形 287">
              <a:extLst>
                <a:ext uri="{FF2B5EF4-FFF2-40B4-BE49-F238E27FC236}">
                  <a16:creationId xmlns:a16="http://schemas.microsoft.com/office/drawing/2014/main" id="{C388E6A7-2AE8-4F82-A91A-094231A11F28}"/>
                </a:ext>
              </a:extLst>
            </p:cNvPr>
            <p:cNvSpPr/>
            <p:nvPr/>
          </p:nvSpPr>
          <p:spPr>
            <a:xfrm>
              <a:off x="10012472" y="96119"/>
              <a:ext cx="472225" cy="22659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lIns="36000" tIns="36000" rIns="36000" bIns="36000">
              <a:spAutoFit/>
            </a:bodyPr>
            <a:lstStyle/>
            <a:p>
              <a:pPr algn="ctr"/>
              <a:r>
                <a:rPr lang="it-IT" altLang="zh-CN" sz="1000" dirty="0">
                  <a:latin typeface="NimbusRomDOT-Reg"/>
                </a:rPr>
                <a:t>10101</a:t>
              </a:r>
              <a:endParaRPr lang="zh-CN" altLang="en-US" sz="1000" dirty="0"/>
            </a:p>
          </p:txBody>
        </p:sp>
      </p:grpSp>
      <p:sp>
        <p:nvSpPr>
          <p:cNvPr id="163" name="矩形 162">
            <a:extLst>
              <a:ext uri="{FF2B5EF4-FFF2-40B4-BE49-F238E27FC236}">
                <a16:creationId xmlns:a16="http://schemas.microsoft.com/office/drawing/2014/main" id="{F5CE09E1-009A-49EF-8787-91878D8E8A21}"/>
              </a:ext>
            </a:extLst>
          </p:cNvPr>
          <p:cNvSpPr/>
          <p:nvPr/>
        </p:nvSpPr>
        <p:spPr>
          <a:xfrm>
            <a:off x="4496702" y="4870193"/>
            <a:ext cx="1609983" cy="226591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lIns="36000" tIns="36000" rIns="36000" bIns="36000">
            <a:spAutoFit/>
          </a:bodyPr>
          <a:lstStyle/>
          <a:p>
            <a:r>
              <a:rPr lang="fr-FR" altLang="zh-CN" sz="1000" b="1" dirty="0">
                <a:solidFill>
                  <a:srgbClr val="00B050"/>
                </a:solidFill>
                <a:latin typeface="NimbusRomDOT-Reg"/>
              </a:rPr>
              <a:t>45565</a:t>
            </a:r>
            <a:r>
              <a:rPr lang="fr-FR" altLang="zh-CN" sz="1000" dirty="0">
                <a:latin typeface="NimbusRomDOT-Reg"/>
              </a:rPr>
              <a:t> Katz Comp. Sci. 75000</a:t>
            </a:r>
            <a:endParaRPr lang="zh-CN" altLang="en-US" sz="1000" dirty="0"/>
          </a:p>
        </p:txBody>
      </p:sp>
      <p:grpSp>
        <p:nvGrpSpPr>
          <p:cNvPr id="261" name="组合 260">
            <a:extLst>
              <a:ext uri="{FF2B5EF4-FFF2-40B4-BE49-F238E27FC236}">
                <a16:creationId xmlns:a16="http://schemas.microsoft.com/office/drawing/2014/main" id="{70925EC3-0444-485F-A823-34C165A0378B}"/>
              </a:ext>
            </a:extLst>
          </p:cNvPr>
          <p:cNvGrpSpPr/>
          <p:nvPr/>
        </p:nvGrpSpPr>
        <p:grpSpPr>
          <a:xfrm>
            <a:off x="8518483" y="1436577"/>
            <a:ext cx="1525024" cy="1059168"/>
            <a:chOff x="7966974" y="1323693"/>
            <a:chExt cx="1525024" cy="1059168"/>
          </a:xfrm>
        </p:grpSpPr>
        <p:sp>
          <p:nvSpPr>
            <p:cNvPr id="262" name="矩形 261">
              <a:extLst>
                <a:ext uri="{FF2B5EF4-FFF2-40B4-BE49-F238E27FC236}">
                  <a16:creationId xmlns:a16="http://schemas.microsoft.com/office/drawing/2014/main" id="{E412F373-17B5-4FA8-BB5D-34C7828C78D9}"/>
                </a:ext>
              </a:extLst>
            </p:cNvPr>
            <p:cNvSpPr/>
            <p:nvPr/>
          </p:nvSpPr>
          <p:spPr>
            <a:xfrm>
              <a:off x="7966974" y="1323693"/>
              <a:ext cx="1525024" cy="105916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3" name="矩形 262">
              <a:extLst>
                <a:ext uri="{FF2B5EF4-FFF2-40B4-BE49-F238E27FC236}">
                  <a16:creationId xmlns:a16="http://schemas.microsoft.com/office/drawing/2014/main" id="{0429E83E-E0E9-4562-B0AE-D45A9B8ACF1B}"/>
                </a:ext>
              </a:extLst>
            </p:cNvPr>
            <p:cNvSpPr/>
            <p:nvPr/>
          </p:nvSpPr>
          <p:spPr>
            <a:xfrm>
              <a:off x="8985272" y="2092669"/>
              <a:ext cx="472225" cy="22659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lIns="36000" tIns="36000" rIns="36000" bIns="36000">
              <a:spAutoFit/>
            </a:bodyPr>
            <a:lstStyle/>
            <a:p>
              <a:pPr algn="ctr"/>
              <a:r>
                <a:rPr lang="it-IT" altLang="zh-CN" sz="1000" dirty="0">
                  <a:latin typeface="NimbusRomDOT-Reg"/>
                </a:rPr>
                <a:t>98345</a:t>
              </a:r>
              <a:endParaRPr lang="zh-CN" altLang="en-US" sz="1000" dirty="0"/>
            </a:p>
          </p:txBody>
        </p:sp>
        <p:sp>
          <p:nvSpPr>
            <p:cNvPr id="264" name="矩形 263">
              <a:extLst>
                <a:ext uri="{FF2B5EF4-FFF2-40B4-BE49-F238E27FC236}">
                  <a16:creationId xmlns:a16="http://schemas.microsoft.com/office/drawing/2014/main" id="{443CED35-B8FE-44A2-B95B-643AEBAA2015}"/>
                </a:ext>
              </a:extLst>
            </p:cNvPr>
            <p:cNvSpPr/>
            <p:nvPr/>
          </p:nvSpPr>
          <p:spPr>
            <a:xfrm>
              <a:off x="8501190" y="2096205"/>
              <a:ext cx="472225" cy="22659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lIns="36000" tIns="36000" rIns="36000" bIns="36000">
              <a:spAutoFit/>
            </a:bodyPr>
            <a:lstStyle/>
            <a:p>
              <a:pPr algn="ctr"/>
              <a:r>
                <a:rPr lang="it-IT" altLang="zh-CN" sz="1000" dirty="0">
                  <a:latin typeface="NimbusRomDOT-Reg"/>
                </a:rPr>
                <a:t>83821</a:t>
              </a:r>
              <a:endParaRPr lang="zh-CN" altLang="en-US" sz="1000" dirty="0"/>
            </a:p>
          </p:txBody>
        </p:sp>
        <p:sp>
          <p:nvSpPr>
            <p:cNvPr id="265" name="矩形 264">
              <a:extLst>
                <a:ext uri="{FF2B5EF4-FFF2-40B4-BE49-F238E27FC236}">
                  <a16:creationId xmlns:a16="http://schemas.microsoft.com/office/drawing/2014/main" id="{6AA77617-6115-4DFC-B88E-B4F226424DFE}"/>
                </a:ext>
              </a:extLst>
            </p:cNvPr>
            <p:cNvSpPr/>
            <p:nvPr/>
          </p:nvSpPr>
          <p:spPr>
            <a:xfrm>
              <a:off x="8017108" y="2093757"/>
              <a:ext cx="472225" cy="22659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lIns="36000" tIns="36000" rIns="36000" bIns="36000">
              <a:spAutoFit/>
            </a:bodyPr>
            <a:lstStyle/>
            <a:p>
              <a:pPr algn="ctr"/>
              <a:r>
                <a:rPr lang="it-IT" altLang="zh-CN" sz="1000" dirty="0">
                  <a:latin typeface="NimbusRomDOT-Reg"/>
                </a:rPr>
                <a:t>76766</a:t>
              </a:r>
              <a:endParaRPr lang="zh-CN" altLang="en-US" sz="1000" dirty="0"/>
            </a:p>
          </p:txBody>
        </p:sp>
        <p:sp>
          <p:nvSpPr>
            <p:cNvPr id="266" name="矩形 265">
              <a:extLst>
                <a:ext uri="{FF2B5EF4-FFF2-40B4-BE49-F238E27FC236}">
                  <a16:creationId xmlns:a16="http://schemas.microsoft.com/office/drawing/2014/main" id="{1B4DF89E-FF4E-49D9-B6F5-ED21DC44FC43}"/>
                </a:ext>
              </a:extLst>
            </p:cNvPr>
            <p:cNvSpPr/>
            <p:nvPr/>
          </p:nvSpPr>
          <p:spPr>
            <a:xfrm>
              <a:off x="8985272" y="1852940"/>
              <a:ext cx="472225" cy="22659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lIns="36000" tIns="36000" rIns="36000" bIns="36000">
              <a:spAutoFit/>
            </a:bodyPr>
            <a:lstStyle/>
            <a:p>
              <a:pPr algn="ctr"/>
              <a:r>
                <a:rPr lang="it-IT" altLang="zh-CN" sz="1000" dirty="0">
                  <a:latin typeface="NimbusRomDOT-Reg"/>
                </a:rPr>
                <a:t>76543</a:t>
              </a:r>
              <a:endParaRPr lang="zh-CN" altLang="en-US" sz="1000" dirty="0"/>
            </a:p>
          </p:txBody>
        </p:sp>
        <p:sp>
          <p:nvSpPr>
            <p:cNvPr id="267" name="矩形 266">
              <a:extLst>
                <a:ext uri="{FF2B5EF4-FFF2-40B4-BE49-F238E27FC236}">
                  <a16:creationId xmlns:a16="http://schemas.microsoft.com/office/drawing/2014/main" id="{022AF9E6-DD48-46FC-A82B-473EF710A6E6}"/>
                </a:ext>
              </a:extLst>
            </p:cNvPr>
            <p:cNvSpPr/>
            <p:nvPr/>
          </p:nvSpPr>
          <p:spPr>
            <a:xfrm>
              <a:off x="8501190" y="1856476"/>
              <a:ext cx="472225" cy="22659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lIns="36000" tIns="36000" rIns="36000" bIns="36000">
              <a:spAutoFit/>
            </a:bodyPr>
            <a:lstStyle/>
            <a:p>
              <a:pPr algn="ctr"/>
              <a:r>
                <a:rPr lang="it-IT" altLang="zh-CN" sz="1000" dirty="0">
                  <a:latin typeface="NimbusRomDOT-Reg"/>
                </a:rPr>
                <a:t>58583</a:t>
              </a:r>
              <a:endParaRPr lang="zh-CN" altLang="en-US" sz="1000" dirty="0"/>
            </a:p>
          </p:txBody>
        </p:sp>
        <p:sp>
          <p:nvSpPr>
            <p:cNvPr id="268" name="矩形 267">
              <a:extLst>
                <a:ext uri="{FF2B5EF4-FFF2-40B4-BE49-F238E27FC236}">
                  <a16:creationId xmlns:a16="http://schemas.microsoft.com/office/drawing/2014/main" id="{2778BC98-4AD6-43C0-9EED-2D2B8B2BB3DB}"/>
                </a:ext>
              </a:extLst>
            </p:cNvPr>
            <p:cNvSpPr/>
            <p:nvPr/>
          </p:nvSpPr>
          <p:spPr>
            <a:xfrm>
              <a:off x="8017108" y="1854028"/>
              <a:ext cx="472225" cy="22659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lIns="36000" tIns="36000" rIns="36000" bIns="36000">
              <a:spAutoFit/>
            </a:bodyPr>
            <a:lstStyle/>
            <a:p>
              <a:pPr algn="ctr"/>
              <a:r>
                <a:rPr lang="it-IT" altLang="zh-CN" sz="1000" dirty="0">
                  <a:latin typeface="NimbusRomDOT-Reg"/>
                </a:rPr>
                <a:t>45565</a:t>
              </a:r>
              <a:endParaRPr lang="zh-CN" altLang="en-US" sz="1000" dirty="0"/>
            </a:p>
          </p:txBody>
        </p:sp>
        <p:sp>
          <p:nvSpPr>
            <p:cNvPr id="269" name="矩形 268">
              <a:extLst>
                <a:ext uri="{FF2B5EF4-FFF2-40B4-BE49-F238E27FC236}">
                  <a16:creationId xmlns:a16="http://schemas.microsoft.com/office/drawing/2014/main" id="{0083A1D5-F517-4E3A-A000-6DCF5045128B}"/>
                </a:ext>
              </a:extLst>
            </p:cNvPr>
            <p:cNvSpPr/>
            <p:nvPr/>
          </p:nvSpPr>
          <p:spPr>
            <a:xfrm>
              <a:off x="8981366" y="1612370"/>
              <a:ext cx="472225" cy="22659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lIns="36000" tIns="36000" rIns="36000" bIns="36000">
              <a:spAutoFit/>
            </a:bodyPr>
            <a:lstStyle/>
            <a:p>
              <a:pPr algn="ctr"/>
              <a:r>
                <a:rPr lang="it-IT" altLang="zh-CN" sz="1000" dirty="0">
                  <a:latin typeface="NimbusRomDOT-Reg"/>
                </a:rPr>
                <a:t>33456</a:t>
              </a:r>
              <a:endParaRPr lang="zh-CN" altLang="en-US" sz="1000" dirty="0"/>
            </a:p>
          </p:txBody>
        </p:sp>
        <p:sp>
          <p:nvSpPr>
            <p:cNvPr id="270" name="矩形 269">
              <a:extLst>
                <a:ext uri="{FF2B5EF4-FFF2-40B4-BE49-F238E27FC236}">
                  <a16:creationId xmlns:a16="http://schemas.microsoft.com/office/drawing/2014/main" id="{D32FEBFE-6D5C-436F-AC66-CF7ADD6165AA}"/>
                </a:ext>
              </a:extLst>
            </p:cNvPr>
            <p:cNvSpPr/>
            <p:nvPr/>
          </p:nvSpPr>
          <p:spPr>
            <a:xfrm>
              <a:off x="8497284" y="1615906"/>
              <a:ext cx="472225" cy="22659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lIns="36000" tIns="36000" rIns="36000" bIns="36000">
              <a:spAutoFit/>
            </a:bodyPr>
            <a:lstStyle/>
            <a:p>
              <a:pPr algn="ctr"/>
              <a:r>
                <a:rPr lang="it-IT" altLang="zh-CN" sz="1000" dirty="0">
                  <a:latin typeface="NimbusRomDOT-Reg"/>
                </a:rPr>
                <a:t>32343</a:t>
              </a:r>
              <a:endParaRPr lang="zh-CN" altLang="en-US" sz="1000" dirty="0"/>
            </a:p>
          </p:txBody>
        </p:sp>
        <p:sp>
          <p:nvSpPr>
            <p:cNvPr id="271" name="矩形 270">
              <a:extLst>
                <a:ext uri="{FF2B5EF4-FFF2-40B4-BE49-F238E27FC236}">
                  <a16:creationId xmlns:a16="http://schemas.microsoft.com/office/drawing/2014/main" id="{04986B32-32C5-4948-A5A0-3CA77411815C}"/>
                </a:ext>
              </a:extLst>
            </p:cNvPr>
            <p:cNvSpPr/>
            <p:nvPr/>
          </p:nvSpPr>
          <p:spPr>
            <a:xfrm>
              <a:off x="8013202" y="1613458"/>
              <a:ext cx="472225" cy="22659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lIns="36000" tIns="36000" rIns="36000" bIns="36000">
              <a:spAutoFit/>
            </a:bodyPr>
            <a:lstStyle/>
            <a:p>
              <a:pPr algn="ctr"/>
              <a:r>
                <a:rPr lang="it-IT" altLang="zh-CN" sz="1000" dirty="0">
                  <a:latin typeface="NimbusRomDOT-Reg"/>
                </a:rPr>
                <a:t>22222</a:t>
              </a:r>
              <a:endParaRPr lang="zh-CN" altLang="en-US" sz="1000" dirty="0"/>
            </a:p>
          </p:txBody>
        </p:sp>
        <p:sp>
          <p:nvSpPr>
            <p:cNvPr id="272" name="矩形 271">
              <a:extLst>
                <a:ext uri="{FF2B5EF4-FFF2-40B4-BE49-F238E27FC236}">
                  <a16:creationId xmlns:a16="http://schemas.microsoft.com/office/drawing/2014/main" id="{FB3A762D-E137-4412-8B66-24FE7E66BC94}"/>
                </a:ext>
              </a:extLst>
            </p:cNvPr>
            <p:cNvSpPr/>
            <p:nvPr/>
          </p:nvSpPr>
          <p:spPr>
            <a:xfrm>
              <a:off x="8981366" y="1372641"/>
              <a:ext cx="472225" cy="22659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lIns="36000" tIns="36000" rIns="36000" bIns="36000">
              <a:spAutoFit/>
            </a:bodyPr>
            <a:lstStyle/>
            <a:p>
              <a:pPr algn="ctr"/>
              <a:r>
                <a:rPr lang="it-IT" altLang="zh-CN" sz="1000" dirty="0">
                  <a:latin typeface="NimbusRomDOT-Reg"/>
                </a:rPr>
                <a:t>15151</a:t>
              </a:r>
              <a:endParaRPr lang="zh-CN" altLang="en-US" sz="1000" dirty="0"/>
            </a:p>
          </p:txBody>
        </p:sp>
        <p:sp>
          <p:nvSpPr>
            <p:cNvPr id="273" name="矩形 272">
              <a:extLst>
                <a:ext uri="{FF2B5EF4-FFF2-40B4-BE49-F238E27FC236}">
                  <a16:creationId xmlns:a16="http://schemas.microsoft.com/office/drawing/2014/main" id="{772F3545-C1BF-49E3-BACA-0FA86230390C}"/>
                </a:ext>
              </a:extLst>
            </p:cNvPr>
            <p:cNvSpPr/>
            <p:nvPr/>
          </p:nvSpPr>
          <p:spPr>
            <a:xfrm>
              <a:off x="8497284" y="1376177"/>
              <a:ext cx="472225" cy="22659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lIns="36000" tIns="36000" rIns="36000" bIns="36000">
              <a:spAutoFit/>
            </a:bodyPr>
            <a:lstStyle/>
            <a:p>
              <a:pPr algn="ctr"/>
              <a:r>
                <a:rPr lang="it-IT" altLang="zh-CN" sz="1000" dirty="0">
                  <a:latin typeface="NimbusRomDOT-Reg"/>
                </a:rPr>
                <a:t>12121</a:t>
              </a:r>
              <a:endParaRPr lang="zh-CN" altLang="en-US" sz="1000" dirty="0"/>
            </a:p>
          </p:txBody>
        </p:sp>
        <p:sp>
          <p:nvSpPr>
            <p:cNvPr id="274" name="矩形 273">
              <a:extLst>
                <a:ext uri="{FF2B5EF4-FFF2-40B4-BE49-F238E27FC236}">
                  <a16:creationId xmlns:a16="http://schemas.microsoft.com/office/drawing/2014/main" id="{0B955774-C38C-4C32-A79B-97EEA9EB82BE}"/>
                </a:ext>
              </a:extLst>
            </p:cNvPr>
            <p:cNvSpPr/>
            <p:nvPr/>
          </p:nvSpPr>
          <p:spPr>
            <a:xfrm>
              <a:off x="8013202" y="1373729"/>
              <a:ext cx="472225" cy="22659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lIns="36000" tIns="36000" rIns="36000" bIns="36000">
              <a:spAutoFit/>
            </a:bodyPr>
            <a:lstStyle/>
            <a:p>
              <a:pPr algn="ctr"/>
              <a:r>
                <a:rPr lang="it-IT" altLang="zh-CN" sz="1000" dirty="0">
                  <a:latin typeface="NimbusRomDOT-Reg"/>
                </a:rPr>
                <a:t>10101</a:t>
              </a:r>
              <a:endParaRPr lang="zh-CN" altLang="en-US" sz="1000" dirty="0"/>
            </a:p>
          </p:txBody>
        </p:sp>
      </p:grpSp>
      <p:sp>
        <p:nvSpPr>
          <p:cNvPr id="90" name="矩形 89">
            <a:extLst>
              <a:ext uri="{FF2B5EF4-FFF2-40B4-BE49-F238E27FC236}">
                <a16:creationId xmlns:a16="http://schemas.microsoft.com/office/drawing/2014/main" id="{3DAC40CF-5EDC-4D8E-99CC-51D992D72F70}"/>
              </a:ext>
            </a:extLst>
          </p:cNvPr>
          <p:cNvSpPr/>
          <p:nvPr/>
        </p:nvSpPr>
        <p:spPr>
          <a:xfrm>
            <a:off x="4038600" y="2040835"/>
            <a:ext cx="2419422" cy="422992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dash"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10" name="组合 109">
            <a:extLst>
              <a:ext uri="{FF2B5EF4-FFF2-40B4-BE49-F238E27FC236}">
                <a16:creationId xmlns:a16="http://schemas.microsoft.com/office/drawing/2014/main" id="{5818D168-84DF-4048-AB50-9D51C9DFA9DC}"/>
              </a:ext>
            </a:extLst>
          </p:cNvPr>
          <p:cNvGrpSpPr/>
          <p:nvPr/>
        </p:nvGrpSpPr>
        <p:grpSpPr>
          <a:xfrm>
            <a:off x="9394529" y="3041739"/>
            <a:ext cx="1525024" cy="1280528"/>
            <a:chOff x="9305290" y="3627503"/>
            <a:chExt cx="1525024" cy="1280528"/>
          </a:xfrm>
        </p:grpSpPr>
        <p:sp>
          <p:nvSpPr>
            <p:cNvPr id="111" name="矩形 110">
              <a:extLst>
                <a:ext uri="{FF2B5EF4-FFF2-40B4-BE49-F238E27FC236}">
                  <a16:creationId xmlns:a16="http://schemas.microsoft.com/office/drawing/2014/main" id="{6E232680-A9DE-4524-A309-E0335F183681}"/>
                </a:ext>
              </a:extLst>
            </p:cNvPr>
            <p:cNvSpPr/>
            <p:nvPr/>
          </p:nvSpPr>
          <p:spPr>
            <a:xfrm>
              <a:off x="9305290" y="3627503"/>
              <a:ext cx="1525024" cy="1280528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2" name="矩形 111">
              <a:extLst>
                <a:ext uri="{FF2B5EF4-FFF2-40B4-BE49-F238E27FC236}">
                  <a16:creationId xmlns:a16="http://schemas.microsoft.com/office/drawing/2014/main" id="{837CBCB2-A516-4883-B8E9-95A453D2BB46}"/>
                </a:ext>
              </a:extLst>
            </p:cNvPr>
            <p:cNvSpPr/>
            <p:nvPr/>
          </p:nvSpPr>
          <p:spPr>
            <a:xfrm>
              <a:off x="9356344" y="3681749"/>
              <a:ext cx="176036" cy="21730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lIns="36000" tIns="36000" rIns="36000" bIns="36000">
              <a:spAutoFit/>
            </a:bodyPr>
            <a:lstStyle/>
            <a:p>
              <a:endParaRPr lang="zh-CN" altLang="en-US" sz="1000" dirty="0"/>
            </a:p>
          </p:txBody>
        </p:sp>
        <p:sp>
          <p:nvSpPr>
            <p:cNvPr id="113" name="矩形 112">
              <a:extLst>
                <a:ext uri="{FF2B5EF4-FFF2-40B4-BE49-F238E27FC236}">
                  <a16:creationId xmlns:a16="http://schemas.microsoft.com/office/drawing/2014/main" id="{9BD0E60B-DE91-40ED-BC1A-1DA4C4676ED4}"/>
                </a:ext>
              </a:extLst>
            </p:cNvPr>
            <p:cNvSpPr/>
            <p:nvPr/>
          </p:nvSpPr>
          <p:spPr>
            <a:xfrm>
              <a:off x="9546089" y="3681749"/>
              <a:ext cx="74690" cy="21730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lIns="36000" tIns="36000" rIns="36000" bIns="36000">
              <a:spAutoFit/>
            </a:bodyPr>
            <a:lstStyle/>
            <a:p>
              <a:endParaRPr lang="zh-CN" altLang="en-US" sz="1000" dirty="0"/>
            </a:p>
          </p:txBody>
        </p:sp>
        <p:sp>
          <p:nvSpPr>
            <p:cNvPr id="114" name="矩形 113">
              <a:extLst>
                <a:ext uri="{FF2B5EF4-FFF2-40B4-BE49-F238E27FC236}">
                  <a16:creationId xmlns:a16="http://schemas.microsoft.com/office/drawing/2014/main" id="{74592D93-3B44-4FA3-A9E2-C7DCC29A272B}"/>
                </a:ext>
              </a:extLst>
            </p:cNvPr>
            <p:cNvSpPr/>
            <p:nvPr/>
          </p:nvSpPr>
          <p:spPr>
            <a:xfrm>
              <a:off x="9634488" y="3681749"/>
              <a:ext cx="74690" cy="21730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lIns="36000" tIns="36000" rIns="36000" bIns="36000">
              <a:spAutoFit/>
            </a:bodyPr>
            <a:lstStyle/>
            <a:p>
              <a:endParaRPr lang="zh-CN" altLang="en-US" sz="1000" dirty="0"/>
            </a:p>
          </p:txBody>
        </p:sp>
        <p:sp>
          <p:nvSpPr>
            <p:cNvPr id="115" name="矩形 114">
              <a:extLst>
                <a:ext uri="{FF2B5EF4-FFF2-40B4-BE49-F238E27FC236}">
                  <a16:creationId xmlns:a16="http://schemas.microsoft.com/office/drawing/2014/main" id="{0697B1F4-E3FB-4F3F-A22A-A9B3094B91D7}"/>
                </a:ext>
              </a:extLst>
            </p:cNvPr>
            <p:cNvSpPr/>
            <p:nvPr/>
          </p:nvSpPr>
          <p:spPr>
            <a:xfrm>
              <a:off x="9722887" y="3681749"/>
              <a:ext cx="74690" cy="21730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lIns="36000" tIns="36000" rIns="36000" bIns="36000">
              <a:spAutoFit/>
            </a:bodyPr>
            <a:lstStyle/>
            <a:p>
              <a:endParaRPr lang="zh-CN" altLang="en-US" sz="1000" dirty="0"/>
            </a:p>
          </p:txBody>
        </p:sp>
        <p:cxnSp>
          <p:nvCxnSpPr>
            <p:cNvPr id="116" name="直接箭头连接符 79">
              <a:extLst>
                <a:ext uri="{FF2B5EF4-FFF2-40B4-BE49-F238E27FC236}">
                  <a16:creationId xmlns:a16="http://schemas.microsoft.com/office/drawing/2014/main" id="{3C22368B-9033-47C7-9CC8-BB24DB118F8E}"/>
                </a:ext>
              </a:extLst>
            </p:cNvPr>
            <p:cNvCxnSpPr>
              <a:cxnSpLocks/>
              <a:stCxn id="115" idx="2"/>
              <a:endCxn id="121" idx="1"/>
            </p:cNvCxnSpPr>
            <p:nvPr/>
          </p:nvCxnSpPr>
          <p:spPr>
            <a:xfrm rot="16200000" flipH="1">
              <a:off x="9941811" y="3717470"/>
              <a:ext cx="146646" cy="509804"/>
            </a:xfrm>
            <a:prstGeom prst="curvedConnector2">
              <a:avLst/>
            </a:prstGeom>
            <a:ln w="12700">
              <a:solidFill>
                <a:srgbClr val="FF0000"/>
              </a:solidFill>
              <a:headEnd type="oval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7" name="矩形 116">
              <a:extLst>
                <a:ext uri="{FF2B5EF4-FFF2-40B4-BE49-F238E27FC236}">
                  <a16:creationId xmlns:a16="http://schemas.microsoft.com/office/drawing/2014/main" id="{04190661-E886-46AC-B548-24E34A33EA9C}"/>
                </a:ext>
              </a:extLst>
            </p:cNvPr>
            <p:cNvSpPr/>
            <p:nvPr/>
          </p:nvSpPr>
          <p:spPr>
            <a:xfrm>
              <a:off x="9375560" y="4606038"/>
              <a:ext cx="1404799" cy="22659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lIns="36000" tIns="36000" rIns="36000" bIns="36000">
              <a:spAutoFit/>
            </a:bodyPr>
            <a:lstStyle/>
            <a:p>
              <a:r>
                <a:rPr lang="en-US" altLang="zh-CN" sz="1000" dirty="0">
                  <a:latin typeface="NimbusRomDOT-Reg"/>
                </a:rPr>
                <a:t>22 Einstein Physics 95000</a:t>
              </a:r>
              <a:endParaRPr lang="zh-CN" altLang="en-US" sz="1000" dirty="0"/>
            </a:p>
          </p:txBody>
        </p:sp>
        <p:sp>
          <p:nvSpPr>
            <p:cNvPr id="118" name="矩形 117">
              <a:extLst>
                <a:ext uri="{FF2B5EF4-FFF2-40B4-BE49-F238E27FC236}">
                  <a16:creationId xmlns:a16="http://schemas.microsoft.com/office/drawing/2014/main" id="{B44F978F-DB5A-40BA-86FC-A68249EB5CD3}"/>
                </a:ext>
              </a:extLst>
            </p:cNvPr>
            <p:cNvSpPr/>
            <p:nvPr/>
          </p:nvSpPr>
          <p:spPr>
            <a:xfrm>
              <a:off x="9376396" y="4380247"/>
              <a:ext cx="1167555" cy="22659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lIns="36000" tIns="36000" rIns="36000" bIns="36000">
              <a:spAutoFit/>
            </a:bodyPr>
            <a:lstStyle/>
            <a:p>
              <a:r>
                <a:rPr lang="en-US" altLang="zh-CN" sz="1000" dirty="0">
                  <a:latin typeface="NimbusRomDOT-Reg"/>
                </a:rPr>
                <a:t>El Said History 60000</a:t>
              </a:r>
              <a:endParaRPr lang="zh-CN" altLang="en-US" sz="1000" dirty="0"/>
            </a:p>
          </p:txBody>
        </p:sp>
        <p:sp>
          <p:nvSpPr>
            <p:cNvPr id="119" name="矩形 118">
              <a:extLst>
                <a:ext uri="{FF2B5EF4-FFF2-40B4-BE49-F238E27FC236}">
                  <a16:creationId xmlns:a16="http://schemas.microsoft.com/office/drawing/2014/main" id="{EE7666A7-CA27-4825-8B0C-243BE76943A7}"/>
                </a:ext>
              </a:extLst>
            </p:cNvPr>
            <p:cNvSpPr/>
            <p:nvPr/>
          </p:nvSpPr>
          <p:spPr>
            <a:xfrm>
              <a:off x="10510486" y="4379447"/>
              <a:ext cx="269873" cy="22659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lIns="36000" tIns="36000" rIns="36000" bIns="36000">
              <a:spAutoFit/>
            </a:bodyPr>
            <a:lstStyle/>
            <a:p>
              <a:r>
                <a:rPr lang="en-US" altLang="zh-CN" sz="1000" dirty="0">
                  <a:latin typeface="NimbusRomDOT-Reg"/>
                </a:rPr>
                <a:t>222</a:t>
              </a:r>
              <a:endParaRPr lang="zh-CN" altLang="en-US" sz="1000" dirty="0"/>
            </a:p>
          </p:txBody>
        </p:sp>
        <p:sp>
          <p:nvSpPr>
            <p:cNvPr id="120" name="矩形 119">
              <a:extLst>
                <a:ext uri="{FF2B5EF4-FFF2-40B4-BE49-F238E27FC236}">
                  <a16:creationId xmlns:a16="http://schemas.microsoft.com/office/drawing/2014/main" id="{F9728EC4-5273-427F-A72C-90179D30EB7A}"/>
                </a:ext>
              </a:extLst>
            </p:cNvPr>
            <p:cNvSpPr/>
            <p:nvPr/>
          </p:nvSpPr>
          <p:spPr>
            <a:xfrm>
              <a:off x="9376077" y="4156011"/>
              <a:ext cx="996033" cy="22659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lIns="36000" tIns="36000" rIns="36000" bIns="36000">
              <a:spAutoFit/>
            </a:bodyPr>
            <a:lstStyle/>
            <a:p>
              <a:r>
                <a:rPr lang="en-US" altLang="zh-CN" sz="1000" dirty="0">
                  <a:latin typeface="NimbusRomDOT-Reg"/>
                </a:rPr>
                <a:t>old Physics 87000</a:t>
              </a:r>
              <a:endParaRPr lang="zh-CN" altLang="en-US" sz="1000" dirty="0"/>
            </a:p>
          </p:txBody>
        </p:sp>
        <p:sp>
          <p:nvSpPr>
            <p:cNvPr id="121" name="矩形 120">
              <a:extLst>
                <a:ext uri="{FF2B5EF4-FFF2-40B4-BE49-F238E27FC236}">
                  <a16:creationId xmlns:a16="http://schemas.microsoft.com/office/drawing/2014/main" id="{F7C1EFA6-CAD8-485A-BA73-07B3E6B8F71F}"/>
                </a:ext>
              </a:extLst>
            </p:cNvPr>
            <p:cNvSpPr/>
            <p:nvPr/>
          </p:nvSpPr>
          <p:spPr>
            <a:xfrm>
              <a:off x="10270036" y="3932399"/>
              <a:ext cx="510323" cy="22659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lIns="36000" tIns="36000" rIns="36000" bIns="36000">
              <a:spAutoFit/>
            </a:bodyPr>
            <a:lstStyle/>
            <a:p>
              <a:r>
                <a:rPr lang="en-US" altLang="zh-CN" sz="1000" dirty="0">
                  <a:latin typeface="NimbusRomDOT-Reg"/>
                </a:rPr>
                <a:t>33456 G</a:t>
              </a:r>
              <a:endParaRPr lang="zh-CN" altLang="en-US" sz="1000" dirty="0"/>
            </a:p>
          </p:txBody>
        </p:sp>
        <p:sp>
          <p:nvSpPr>
            <p:cNvPr id="122" name="矩形 121">
              <a:extLst>
                <a:ext uri="{FF2B5EF4-FFF2-40B4-BE49-F238E27FC236}">
                  <a16:creationId xmlns:a16="http://schemas.microsoft.com/office/drawing/2014/main" id="{E5C8DC1B-2946-40AC-AC98-32BA02E32929}"/>
                </a:ext>
              </a:extLst>
            </p:cNvPr>
            <p:cNvSpPr/>
            <p:nvPr/>
          </p:nvSpPr>
          <p:spPr>
            <a:xfrm>
              <a:off x="10379040" y="4156161"/>
              <a:ext cx="401319" cy="22659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lIns="36000" tIns="36000" rIns="36000" bIns="36000">
              <a:spAutoFit/>
            </a:bodyPr>
            <a:lstStyle/>
            <a:p>
              <a:r>
                <a:rPr lang="en-US" altLang="zh-CN" sz="1000" dirty="0">
                  <a:latin typeface="NimbusRomDOT-Reg"/>
                </a:rPr>
                <a:t>32343</a:t>
              </a:r>
              <a:endParaRPr lang="zh-CN" altLang="en-US" sz="1000" dirty="0"/>
            </a:p>
          </p:txBody>
        </p:sp>
        <p:cxnSp>
          <p:nvCxnSpPr>
            <p:cNvPr id="123" name="直接箭头连接符 79">
              <a:extLst>
                <a:ext uri="{FF2B5EF4-FFF2-40B4-BE49-F238E27FC236}">
                  <a16:creationId xmlns:a16="http://schemas.microsoft.com/office/drawing/2014/main" id="{74A6EBF8-2B93-494D-B2B1-C2E6426A4862}"/>
                </a:ext>
              </a:extLst>
            </p:cNvPr>
            <p:cNvCxnSpPr>
              <a:cxnSpLocks/>
              <a:stCxn id="113" idx="2"/>
              <a:endCxn id="119" idx="1"/>
            </p:cNvCxnSpPr>
            <p:nvPr/>
          </p:nvCxnSpPr>
          <p:spPr>
            <a:xfrm rot="16200000" flipH="1">
              <a:off x="9750113" y="3732370"/>
              <a:ext cx="593694" cy="927052"/>
            </a:xfrm>
            <a:prstGeom prst="curvedConnector2">
              <a:avLst/>
            </a:prstGeom>
            <a:ln w="12700">
              <a:solidFill>
                <a:srgbClr val="FF0000"/>
              </a:solidFill>
              <a:headEnd type="oval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直接箭头连接符 79">
              <a:extLst>
                <a:ext uri="{FF2B5EF4-FFF2-40B4-BE49-F238E27FC236}">
                  <a16:creationId xmlns:a16="http://schemas.microsoft.com/office/drawing/2014/main" id="{EF00E739-8D07-4340-BB96-086D180E3F81}"/>
                </a:ext>
              </a:extLst>
            </p:cNvPr>
            <p:cNvCxnSpPr>
              <a:cxnSpLocks/>
              <a:stCxn id="114" idx="2"/>
              <a:endCxn id="122" idx="1"/>
            </p:cNvCxnSpPr>
            <p:nvPr/>
          </p:nvCxnSpPr>
          <p:spPr>
            <a:xfrm rot="16200000" flipH="1">
              <a:off x="9840232" y="3730649"/>
              <a:ext cx="370408" cy="707207"/>
            </a:xfrm>
            <a:prstGeom prst="curvedConnector2">
              <a:avLst/>
            </a:prstGeom>
            <a:ln w="12700">
              <a:solidFill>
                <a:srgbClr val="FF0000"/>
              </a:solidFill>
              <a:headEnd type="oval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5" name="组合 94">
            <a:extLst>
              <a:ext uri="{FF2B5EF4-FFF2-40B4-BE49-F238E27FC236}">
                <a16:creationId xmlns:a16="http://schemas.microsoft.com/office/drawing/2014/main" id="{3DF237DA-9248-44FD-8DC9-F2F203E3EA53}"/>
              </a:ext>
            </a:extLst>
          </p:cNvPr>
          <p:cNvGrpSpPr/>
          <p:nvPr/>
        </p:nvGrpSpPr>
        <p:grpSpPr>
          <a:xfrm>
            <a:off x="7656239" y="3041739"/>
            <a:ext cx="1525024" cy="1280528"/>
            <a:chOff x="9305290" y="2113300"/>
            <a:chExt cx="1525024" cy="1280528"/>
          </a:xfrm>
        </p:grpSpPr>
        <p:sp>
          <p:nvSpPr>
            <p:cNvPr id="96" name="矩形 95">
              <a:extLst>
                <a:ext uri="{FF2B5EF4-FFF2-40B4-BE49-F238E27FC236}">
                  <a16:creationId xmlns:a16="http://schemas.microsoft.com/office/drawing/2014/main" id="{87B26B23-4925-411B-B4FA-026D79DCB4BA}"/>
                </a:ext>
              </a:extLst>
            </p:cNvPr>
            <p:cNvSpPr/>
            <p:nvPr/>
          </p:nvSpPr>
          <p:spPr>
            <a:xfrm>
              <a:off x="9305290" y="2113300"/>
              <a:ext cx="1525024" cy="1280528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7" name="矩形 96">
              <a:extLst>
                <a:ext uri="{FF2B5EF4-FFF2-40B4-BE49-F238E27FC236}">
                  <a16:creationId xmlns:a16="http://schemas.microsoft.com/office/drawing/2014/main" id="{4B2C2C99-D3D2-4EE5-AFD9-7B0CAF0DA403}"/>
                </a:ext>
              </a:extLst>
            </p:cNvPr>
            <p:cNvSpPr/>
            <p:nvPr/>
          </p:nvSpPr>
          <p:spPr>
            <a:xfrm>
              <a:off x="9356586" y="2910531"/>
              <a:ext cx="928707" cy="22659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lIns="36000" tIns="36000" rIns="36000" bIns="36000">
              <a:spAutoFit/>
            </a:bodyPr>
            <a:lstStyle/>
            <a:p>
              <a:r>
                <a:rPr lang="en-US" altLang="zh-CN" sz="1000" dirty="0">
                  <a:latin typeface="NimbusRomDOT-Reg"/>
                </a:rPr>
                <a:t>u Finance 90000</a:t>
              </a:r>
              <a:endParaRPr lang="zh-CN" altLang="en-US" sz="1000" dirty="0"/>
            </a:p>
          </p:txBody>
        </p:sp>
        <p:sp>
          <p:nvSpPr>
            <p:cNvPr id="98" name="矩形 97">
              <a:extLst>
                <a:ext uri="{FF2B5EF4-FFF2-40B4-BE49-F238E27FC236}">
                  <a16:creationId xmlns:a16="http://schemas.microsoft.com/office/drawing/2014/main" id="{C52EB8DE-6693-4754-90F8-1576CA6801C9}"/>
                </a:ext>
              </a:extLst>
            </p:cNvPr>
            <p:cNvSpPr/>
            <p:nvPr/>
          </p:nvSpPr>
          <p:spPr>
            <a:xfrm>
              <a:off x="9356344" y="2688651"/>
              <a:ext cx="917486" cy="22659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lIns="36000" tIns="36000" rIns="36000" bIns="36000">
              <a:spAutoFit/>
            </a:bodyPr>
            <a:lstStyle/>
            <a:p>
              <a:r>
                <a:rPr lang="en-US" altLang="zh-CN" sz="1000" dirty="0">
                  <a:latin typeface="NimbusRomDOT-Reg"/>
                </a:rPr>
                <a:t>art Music 40000</a:t>
              </a:r>
              <a:endParaRPr lang="zh-CN" altLang="en-US" sz="1000" dirty="0"/>
            </a:p>
          </p:txBody>
        </p:sp>
        <p:sp>
          <p:nvSpPr>
            <p:cNvPr id="99" name="矩形 98">
              <a:extLst>
                <a:ext uri="{FF2B5EF4-FFF2-40B4-BE49-F238E27FC236}">
                  <a16:creationId xmlns:a16="http://schemas.microsoft.com/office/drawing/2014/main" id="{1732142D-63AD-4EB1-81EA-C6F612E90544}"/>
                </a:ext>
              </a:extLst>
            </p:cNvPr>
            <p:cNvSpPr/>
            <p:nvPr/>
          </p:nvSpPr>
          <p:spPr>
            <a:xfrm>
              <a:off x="9356586" y="3137122"/>
              <a:ext cx="1422432" cy="22659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lIns="36000" tIns="36000" rIns="36000" bIns="36000">
              <a:spAutoFit/>
            </a:bodyPr>
            <a:lstStyle/>
            <a:p>
              <a:r>
                <a:rPr lang="it-IT" altLang="zh-CN" sz="1000" dirty="0">
                  <a:latin typeface="NimbusRomDOT-Reg"/>
                </a:rPr>
                <a:t>inivasan Comp. Sci. 65000</a:t>
              </a:r>
              <a:endParaRPr lang="zh-CN" altLang="en-US" sz="1000" dirty="0"/>
            </a:p>
          </p:txBody>
        </p:sp>
        <p:sp>
          <p:nvSpPr>
            <p:cNvPr id="100" name="矩形 99">
              <a:extLst>
                <a:ext uri="{FF2B5EF4-FFF2-40B4-BE49-F238E27FC236}">
                  <a16:creationId xmlns:a16="http://schemas.microsoft.com/office/drawing/2014/main" id="{663CE0F0-B5ED-4802-9821-FA878C879BDA}"/>
                </a:ext>
              </a:extLst>
            </p:cNvPr>
            <p:cNvSpPr/>
            <p:nvPr/>
          </p:nvSpPr>
          <p:spPr>
            <a:xfrm>
              <a:off x="10244650" y="2910531"/>
              <a:ext cx="534368" cy="22659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lIns="36000" tIns="36000" rIns="36000" bIns="36000">
              <a:spAutoFit/>
            </a:bodyPr>
            <a:lstStyle/>
            <a:p>
              <a:r>
                <a:rPr lang="it-IT" altLang="zh-CN" sz="1000" dirty="0">
                  <a:latin typeface="NimbusRomDOT-Reg"/>
                </a:rPr>
                <a:t>10101 Sr</a:t>
              </a:r>
              <a:endParaRPr lang="zh-CN" altLang="en-US" sz="1000" dirty="0"/>
            </a:p>
          </p:txBody>
        </p:sp>
        <p:sp>
          <p:nvSpPr>
            <p:cNvPr id="101" name="矩形 100">
              <a:extLst>
                <a:ext uri="{FF2B5EF4-FFF2-40B4-BE49-F238E27FC236}">
                  <a16:creationId xmlns:a16="http://schemas.microsoft.com/office/drawing/2014/main" id="{5E9FE8AC-ACD3-4AE7-BB19-F58BE2BE891D}"/>
                </a:ext>
              </a:extLst>
            </p:cNvPr>
            <p:cNvSpPr/>
            <p:nvPr/>
          </p:nvSpPr>
          <p:spPr>
            <a:xfrm>
              <a:off x="10239841" y="2688652"/>
              <a:ext cx="543986" cy="22659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lIns="36000" tIns="36000" rIns="36000" bIns="36000">
              <a:spAutoFit/>
            </a:bodyPr>
            <a:lstStyle/>
            <a:p>
              <a:r>
                <a:rPr lang="en-US" altLang="zh-CN" sz="1000" dirty="0">
                  <a:latin typeface="NimbusRomDOT-Reg"/>
                </a:rPr>
                <a:t>12121 W</a:t>
              </a:r>
              <a:endParaRPr lang="zh-CN" altLang="en-US" sz="1000" dirty="0"/>
            </a:p>
          </p:txBody>
        </p:sp>
        <p:sp>
          <p:nvSpPr>
            <p:cNvPr id="102" name="矩形 101">
              <a:extLst>
                <a:ext uri="{FF2B5EF4-FFF2-40B4-BE49-F238E27FC236}">
                  <a16:creationId xmlns:a16="http://schemas.microsoft.com/office/drawing/2014/main" id="{3C5C00A3-8C3F-482F-92A2-62D8BEE9A037}"/>
                </a:ext>
              </a:extLst>
            </p:cNvPr>
            <p:cNvSpPr/>
            <p:nvPr/>
          </p:nvSpPr>
          <p:spPr>
            <a:xfrm>
              <a:off x="10126534" y="2462061"/>
              <a:ext cx="657800" cy="22659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lIns="36000" tIns="36000" rIns="36000" bIns="36000">
              <a:spAutoFit/>
            </a:bodyPr>
            <a:lstStyle/>
            <a:p>
              <a:r>
                <a:rPr lang="en-US" altLang="zh-CN" sz="1000" dirty="0">
                  <a:latin typeface="NimbusRomDOT-Reg"/>
                </a:rPr>
                <a:t>15151 </a:t>
              </a:r>
              <a:r>
                <a:rPr lang="en-US" altLang="zh-CN" sz="1000" dirty="0" err="1">
                  <a:latin typeface="NimbusRomDOT-Reg"/>
                </a:rPr>
                <a:t>Moz</a:t>
              </a:r>
              <a:endParaRPr lang="zh-CN" altLang="en-US" sz="1000" dirty="0"/>
            </a:p>
          </p:txBody>
        </p:sp>
        <p:sp>
          <p:nvSpPr>
            <p:cNvPr id="103" name="矩形 102">
              <a:extLst>
                <a:ext uri="{FF2B5EF4-FFF2-40B4-BE49-F238E27FC236}">
                  <a16:creationId xmlns:a16="http://schemas.microsoft.com/office/drawing/2014/main" id="{E26252BE-BC28-47B8-B5DC-460AD0CE7D90}"/>
                </a:ext>
              </a:extLst>
            </p:cNvPr>
            <p:cNvSpPr/>
            <p:nvPr/>
          </p:nvSpPr>
          <p:spPr>
            <a:xfrm>
              <a:off x="9356344" y="2180798"/>
              <a:ext cx="176036" cy="21730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lIns="36000" tIns="36000" rIns="36000" bIns="36000">
              <a:spAutoFit/>
            </a:bodyPr>
            <a:lstStyle/>
            <a:p>
              <a:endParaRPr lang="zh-CN" altLang="en-US" sz="1000" dirty="0"/>
            </a:p>
          </p:txBody>
        </p:sp>
        <p:sp>
          <p:nvSpPr>
            <p:cNvPr id="104" name="矩形 103">
              <a:extLst>
                <a:ext uri="{FF2B5EF4-FFF2-40B4-BE49-F238E27FC236}">
                  <a16:creationId xmlns:a16="http://schemas.microsoft.com/office/drawing/2014/main" id="{DA71CDD8-D0BD-4209-B0F8-3C00BDAF3D3B}"/>
                </a:ext>
              </a:extLst>
            </p:cNvPr>
            <p:cNvSpPr/>
            <p:nvPr/>
          </p:nvSpPr>
          <p:spPr>
            <a:xfrm>
              <a:off x="9546089" y="2180798"/>
              <a:ext cx="74690" cy="21730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lIns="36000" tIns="36000" rIns="36000" bIns="36000">
              <a:spAutoFit/>
            </a:bodyPr>
            <a:lstStyle/>
            <a:p>
              <a:endParaRPr lang="zh-CN" altLang="en-US" sz="1000" dirty="0"/>
            </a:p>
          </p:txBody>
        </p:sp>
        <p:sp>
          <p:nvSpPr>
            <p:cNvPr id="105" name="矩形 104">
              <a:extLst>
                <a:ext uri="{FF2B5EF4-FFF2-40B4-BE49-F238E27FC236}">
                  <a16:creationId xmlns:a16="http://schemas.microsoft.com/office/drawing/2014/main" id="{5185A4F8-24F9-4073-997D-AD87416CA097}"/>
                </a:ext>
              </a:extLst>
            </p:cNvPr>
            <p:cNvSpPr/>
            <p:nvPr/>
          </p:nvSpPr>
          <p:spPr>
            <a:xfrm>
              <a:off x="9634488" y="2180798"/>
              <a:ext cx="74690" cy="21730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lIns="36000" tIns="36000" rIns="36000" bIns="36000">
              <a:spAutoFit/>
            </a:bodyPr>
            <a:lstStyle/>
            <a:p>
              <a:endParaRPr lang="zh-CN" altLang="en-US" sz="1000" dirty="0"/>
            </a:p>
          </p:txBody>
        </p:sp>
        <p:sp>
          <p:nvSpPr>
            <p:cNvPr id="106" name="矩形 105">
              <a:extLst>
                <a:ext uri="{FF2B5EF4-FFF2-40B4-BE49-F238E27FC236}">
                  <a16:creationId xmlns:a16="http://schemas.microsoft.com/office/drawing/2014/main" id="{8FA42E2F-D47F-476F-AB93-BC98996BAB7E}"/>
                </a:ext>
              </a:extLst>
            </p:cNvPr>
            <p:cNvSpPr/>
            <p:nvPr/>
          </p:nvSpPr>
          <p:spPr>
            <a:xfrm>
              <a:off x="9722887" y="2180798"/>
              <a:ext cx="74690" cy="21730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lIns="36000" tIns="36000" rIns="36000" bIns="36000">
              <a:spAutoFit/>
            </a:bodyPr>
            <a:lstStyle/>
            <a:p>
              <a:endParaRPr lang="zh-CN" altLang="en-US" sz="1000" dirty="0"/>
            </a:p>
          </p:txBody>
        </p:sp>
        <p:cxnSp>
          <p:nvCxnSpPr>
            <p:cNvPr id="107" name="直接箭头连接符 79">
              <a:extLst>
                <a:ext uri="{FF2B5EF4-FFF2-40B4-BE49-F238E27FC236}">
                  <a16:creationId xmlns:a16="http://schemas.microsoft.com/office/drawing/2014/main" id="{6BFC176E-2C4D-4782-BCD1-47FC0DE11B23}"/>
                </a:ext>
              </a:extLst>
            </p:cNvPr>
            <p:cNvCxnSpPr>
              <a:stCxn id="104" idx="2"/>
              <a:endCxn id="100" idx="1"/>
            </p:cNvCxnSpPr>
            <p:nvPr/>
          </p:nvCxnSpPr>
          <p:spPr>
            <a:xfrm rot="16200000" flipH="1">
              <a:off x="9601178" y="2380354"/>
              <a:ext cx="625729" cy="661216"/>
            </a:xfrm>
            <a:prstGeom prst="curvedConnector2">
              <a:avLst/>
            </a:prstGeom>
            <a:ln w="12700">
              <a:solidFill>
                <a:srgbClr val="FF0000"/>
              </a:solidFill>
              <a:headEnd type="oval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直接箭头连接符 79">
              <a:extLst>
                <a:ext uri="{FF2B5EF4-FFF2-40B4-BE49-F238E27FC236}">
                  <a16:creationId xmlns:a16="http://schemas.microsoft.com/office/drawing/2014/main" id="{8354A946-6FAB-4ECB-AC19-E15739FD440C}"/>
                </a:ext>
              </a:extLst>
            </p:cNvPr>
            <p:cNvCxnSpPr>
              <a:cxnSpLocks/>
              <a:stCxn id="105" idx="2"/>
              <a:endCxn id="101" idx="1"/>
            </p:cNvCxnSpPr>
            <p:nvPr/>
          </p:nvCxnSpPr>
          <p:spPr>
            <a:xfrm rot="16200000" flipH="1">
              <a:off x="9753912" y="2316019"/>
              <a:ext cx="403850" cy="568008"/>
            </a:xfrm>
            <a:prstGeom prst="curvedConnector2">
              <a:avLst/>
            </a:prstGeom>
            <a:ln w="12700">
              <a:solidFill>
                <a:srgbClr val="FF0000"/>
              </a:solidFill>
              <a:headEnd type="oval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直接箭头连接符 79">
              <a:extLst>
                <a:ext uri="{FF2B5EF4-FFF2-40B4-BE49-F238E27FC236}">
                  <a16:creationId xmlns:a16="http://schemas.microsoft.com/office/drawing/2014/main" id="{681C29C1-39D3-4B97-B2D7-75E500E5CFC2}"/>
                </a:ext>
              </a:extLst>
            </p:cNvPr>
            <p:cNvCxnSpPr>
              <a:cxnSpLocks/>
              <a:stCxn id="106" idx="2"/>
              <a:endCxn id="102" idx="1"/>
            </p:cNvCxnSpPr>
            <p:nvPr/>
          </p:nvCxnSpPr>
          <p:spPr>
            <a:xfrm rot="16200000" flipH="1">
              <a:off x="9854754" y="2303576"/>
              <a:ext cx="177259" cy="366302"/>
            </a:xfrm>
            <a:prstGeom prst="curvedConnector2">
              <a:avLst/>
            </a:prstGeom>
            <a:ln w="12700">
              <a:solidFill>
                <a:srgbClr val="FF0000"/>
              </a:solidFill>
              <a:headEnd type="oval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4" name="流程图: 磁盘 73">
            <a:extLst>
              <a:ext uri="{FF2B5EF4-FFF2-40B4-BE49-F238E27FC236}">
                <a16:creationId xmlns:a16="http://schemas.microsoft.com/office/drawing/2014/main" id="{C86B2621-D074-4561-A61C-9983F3B995D1}"/>
              </a:ext>
            </a:extLst>
          </p:cNvPr>
          <p:cNvSpPr/>
          <p:nvPr/>
        </p:nvSpPr>
        <p:spPr>
          <a:xfrm>
            <a:off x="7282069" y="1056037"/>
            <a:ext cx="3902767" cy="5348695"/>
          </a:xfrm>
          <a:prstGeom prst="flowChartMagneticDisk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4D63A6BA-E7A8-4199-A9F7-13D20F493D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131" y="219351"/>
            <a:ext cx="7237319" cy="867327"/>
          </a:xfrm>
        </p:spPr>
        <p:txBody>
          <a:bodyPr>
            <a:normAutofit/>
          </a:bodyPr>
          <a:lstStyle/>
          <a:p>
            <a:r>
              <a:rPr lang="en-US" altLang="zh-CN" dirty="0"/>
              <a:t>Show Case (Index)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C82B485-330C-4F7C-AD75-86FB6EFA3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CB770C-89C7-4C9E-B879-9AA2ABE84134}" type="datetime1">
              <a:rPr lang="zh-CN" altLang="en-US" smtClean="0"/>
              <a:t>2024/5/8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9398CB-94F3-4CE3-9880-9F79A418A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Tree Indices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98061EF-E67D-4B6D-B836-FE67DC6C8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5A79-C12E-4282-8451-1BC984B858F9}" type="slidenum">
              <a:rPr lang="zh-CN" altLang="en-US" smtClean="0"/>
              <a:t>4</a:t>
            </a:fld>
            <a:endParaRPr lang="zh-CN" altLang="en-US"/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E3D0A259-2D19-475B-A8CC-EF7D697EFCE4}"/>
              </a:ext>
            </a:extLst>
          </p:cNvPr>
          <p:cNvGrpSpPr/>
          <p:nvPr/>
        </p:nvGrpSpPr>
        <p:grpSpPr>
          <a:xfrm>
            <a:off x="7653847" y="3041739"/>
            <a:ext cx="1525024" cy="1280528"/>
            <a:chOff x="9305290" y="2113300"/>
            <a:chExt cx="1525024" cy="1280528"/>
          </a:xfrm>
        </p:grpSpPr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7853BE8C-9881-4DD5-85E5-F19620E040B2}"/>
                </a:ext>
              </a:extLst>
            </p:cNvPr>
            <p:cNvSpPr/>
            <p:nvPr/>
          </p:nvSpPr>
          <p:spPr>
            <a:xfrm>
              <a:off x="9305290" y="2113300"/>
              <a:ext cx="1525024" cy="1280528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807FD911-C013-4A08-8561-8A40B7FEDC43}"/>
                </a:ext>
              </a:extLst>
            </p:cNvPr>
            <p:cNvSpPr/>
            <p:nvPr/>
          </p:nvSpPr>
          <p:spPr>
            <a:xfrm>
              <a:off x="9356586" y="2910531"/>
              <a:ext cx="928707" cy="22659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lIns="36000" tIns="36000" rIns="36000" bIns="36000">
              <a:spAutoFit/>
            </a:bodyPr>
            <a:lstStyle/>
            <a:p>
              <a:r>
                <a:rPr lang="en-US" altLang="zh-CN" sz="1000" dirty="0">
                  <a:latin typeface="NimbusRomDOT-Reg"/>
                </a:rPr>
                <a:t>u Finance 90000</a:t>
              </a:r>
              <a:endParaRPr lang="zh-CN" altLang="en-US" sz="1000" dirty="0"/>
            </a:p>
          </p:txBody>
        </p: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1821259E-A32E-4585-9BDB-B058A7BD2DD4}"/>
                </a:ext>
              </a:extLst>
            </p:cNvPr>
            <p:cNvSpPr/>
            <p:nvPr/>
          </p:nvSpPr>
          <p:spPr>
            <a:xfrm>
              <a:off x="9356344" y="2688651"/>
              <a:ext cx="917486" cy="22659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lIns="36000" tIns="36000" rIns="36000" bIns="36000">
              <a:spAutoFit/>
            </a:bodyPr>
            <a:lstStyle/>
            <a:p>
              <a:r>
                <a:rPr lang="en-US" altLang="zh-CN" sz="1000" dirty="0">
                  <a:latin typeface="NimbusRomDOT-Reg"/>
                </a:rPr>
                <a:t>art Music 40000</a:t>
              </a:r>
              <a:endParaRPr lang="zh-CN" altLang="en-US" sz="1000" dirty="0"/>
            </a:p>
          </p:txBody>
        </p:sp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32432D3D-7D6E-4DB6-9618-55B88B95D44B}"/>
                </a:ext>
              </a:extLst>
            </p:cNvPr>
            <p:cNvSpPr/>
            <p:nvPr/>
          </p:nvSpPr>
          <p:spPr>
            <a:xfrm>
              <a:off x="9356586" y="3137122"/>
              <a:ext cx="1422432" cy="22659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lIns="36000" tIns="36000" rIns="36000" bIns="36000">
              <a:spAutoFit/>
            </a:bodyPr>
            <a:lstStyle/>
            <a:p>
              <a:r>
                <a:rPr lang="it-IT" altLang="zh-CN" sz="1000" dirty="0">
                  <a:latin typeface="NimbusRomDOT-Reg"/>
                </a:rPr>
                <a:t>inivasan Comp. Sci. 65000</a:t>
              </a:r>
              <a:endParaRPr lang="zh-CN" altLang="en-US" sz="1000" dirty="0"/>
            </a:p>
          </p:txBody>
        </p:sp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F53DDC6C-160E-4027-89F6-FD379A8202CE}"/>
                </a:ext>
              </a:extLst>
            </p:cNvPr>
            <p:cNvSpPr/>
            <p:nvPr/>
          </p:nvSpPr>
          <p:spPr>
            <a:xfrm>
              <a:off x="10244650" y="2910531"/>
              <a:ext cx="534368" cy="22659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lIns="36000" tIns="36000" rIns="36000" bIns="36000">
              <a:spAutoFit/>
            </a:bodyPr>
            <a:lstStyle/>
            <a:p>
              <a:r>
                <a:rPr lang="it-IT" altLang="zh-CN" sz="1000" dirty="0">
                  <a:latin typeface="NimbusRomDOT-Reg"/>
                </a:rPr>
                <a:t>10101 Sr</a:t>
              </a:r>
              <a:endParaRPr lang="zh-CN" altLang="en-US" sz="1000" dirty="0"/>
            </a:p>
          </p:txBody>
        </p: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5AC9FB89-AC75-4BF1-9180-DC4613DFCD56}"/>
                </a:ext>
              </a:extLst>
            </p:cNvPr>
            <p:cNvSpPr/>
            <p:nvPr/>
          </p:nvSpPr>
          <p:spPr>
            <a:xfrm>
              <a:off x="10239841" y="2688652"/>
              <a:ext cx="543986" cy="22659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lIns="36000" tIns="36000" rIns="36000" bIns="36000">
              <a:spAutoFit/>
            </a:bodyPr>
            <a:lstStyle/>
            <a:p>
              <a:r>
                <a:rPr lang="en-US" altLang="zh-CN" sz="1000" dirty="0">
                  <a:latin typeface="NimbusRomDOT-Reg"/>
                </a:rPr>
                <a:t>12121 W</a:t>
              </a:r>
              <a:endParaRPr lang="zh-CN" altLang="en-US" sz="1000" dirty="0"/>
            </a:p>
          </p:txBody>
        </p:sp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3DB489A6-04B1-4AB0-9CBE-C6BF5B3ECE20}"/>
                </a:ext>
              </a:extLst>
            </p:cNvPr>
            <p:cNvSpPr/>
            <p:nvPr/>
          </p:nvSpPr>
          <p:spPr>
            <a:xfrm>
              <a:off x="10126534" y="2462061"/>
              <a:ext cx="657800" cy="22659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lIns="36000" tIns="36000" rIns="36000" bIns="36000">
              <a:spAutoFit/>
            </a:bodyPr>
            <a:lstStyle/>
            <a:p>
              <a:r>
                <a:rPr lang="en-US" altLang="zh-CN" sz="1000" dirty="0">
                  <a:latin typeface="NimbusRomDOT-Reg"/>
                </a:rPr>
                <a:t>15151 </a:t>
              </a:r>
              <a:r>
                <a:rPr lang="en-US" altLang="zh-CN" sz="1000" dirty="0" err="1">
                  <a:latin typeface="NimbusRomDOT-Reg"/>
                </a:rPr>
                <a:t>Moz</a:t>
              </a:r>
              <a:endParaRPr lang="zh-CN" altLang="en-US" sz="1000" dirty="0"/>
            </a:p>
          </p:txBody>
        </p:sp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4434BF42-A345-43C6-AEE2-5F59FE075B97}"/>
                </a:ext>
              </a:extLst>
            </p:cNvPr>
            <p:cNvSpPr/>
            <p:nvPr/>
          </p:nvSpPr>
          <p:spPr>
            <a:xfrm>
              <a:off x="9356344" y="2180798"/>
              <a:ext cx="176036" cy="21730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lIns="36000" tIns="36000" rIns="36000" bIns="36000">
              <a:spAutoFit/>
            </a:bodyPr>
            <a:lstStyle/>
            <a:p>
              <a:endParaRPr lang="zh-CN" altLang="en-US" sz="1000" dirty="0"/>
            </a:p>
          </p:txBody>
        </p:sp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C783986B-4EBB-457C-AFF1-9464EE1BC61B}"/>
                </a:ext>
              </a:extLst>
            </p:cNvPr>
            <p:cNvSpPr/>
            <p:nvPr/>
          </p:nvSpPr>
          <p:spPr>
            <a:xfrm>
              <a:off x="9546089" y="2180798"/>
              <a:ext cx="74690" cy="21730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lIns="36000" tIns="36000" rIns="36000" bIns="36000">
              <a:spAutoFit/>
            </a:bodyPr>
            <a:lstStyle/>
            <a:p>
              <a:endParaRPr lang="zh-CN" altLang="en-US" sz="1000" dirty="0"/>
            </a:p>
          </p:txBody>
        </p:sp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4F8B6C72-4F31-4677-A9B6-42CFE9BDCE38}"/>
                </a:ext>
              </a:extLst>
            </p:cNvPr>
            <p:cNvSpPr/>
            <p:nvPr/>
          </p:nvSpPr>
          <p:spPr>
            <a:xfrm>
              <a:off x="9634488" y="2180798"/>
              <a:ext cx="74690" cy="21730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lIns="36000" tIns="36000" rIns="36000" bIns="36000">
              <a:spAutoFit/>
            </a:bodyPr>
            <a:lstStyle/>
            <a:p>
              <a:endParaRPr lang="zh-CN" altLang="en-US" sz="1000" dirty="0"/>
            </a:p>
          </p:txBody>
        </p:sp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10480EEA-6935-4D20-B65C-529019FFB1BC}"/>
                </a:ext>
              </a:extLst>
            </p:cNvPr>
            <p:cNvSpPr/>
            <p:nvPr/>
          </p:nvSpPr>
          <p:spPr>
            <a:xfrm>
              <a:off x="9722887" y="2180798"/>
              <a:ext cx="74690" cy="21730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lIns="36000" tIns="36000" rIns="36000" bIns="36000">
              <a:spAutoFit/>
            </a:bodyPr>
            <a:lstStyle/>
            <a:p>
              <a:endParaRPr lang="zh-CN" altLang="en-US" sz="1000" dirty="0"/>
            </a:p>
          </p:txBody>
        </p:sp>
        <p:cxnSp>
          <p:nvCxnSpPr>
            <p:cNvPr id="26" name="直接箭头连接符 79">
              <a:extLst>
                <a:ext uri="{FF2B5EF4-FFF2-40B4-BE49-F238E27FC236}">
                  <a16:creationId xmlns:a16="http://schemas.microsoft.com/office/drawing/2014/main" id="{2AD973FC-EA0A-4952-AE86-BE22124C9141}"/>
                </a:ext>
              </a:extLst>
            </p:cNvPr>
            <p:cNvCxnSpPr>
              <a:stCxn id="23" idx="2"/>
              <a:endCxn id="19" idx="1"/>
            </p:cNvCxnSpPr>
            <p:nvPr/>
          </p:nvCxnSpPr>
          <p:spPr>
            <a:xfrm rot="16200000" flipH="1">
              <a:off x="9601178" y="2380354"/>
              <a:ext cx="625729" cy="661216"/>
            </a:xfrm>
            <a:prstGeom prst="curvedConnector2">
              <a:avLst/>
            </a:prstGeom>
            <a:ln w="12700">
              <a:solidFill>
                <a:srgbClr val="FF0000"/>
              </a:solidFill>
              <a:headEnd type="oval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箭头连接符 79">
              <a:extLst>
                <a:ext uri="{FF2B5EF4-FFF2-40B4-BE49-F238E27FC236}">
                  <a16:creationId xmlns:a16="http://schemas.microsoft.com/office/drawing/2014/main" id="{18D9CDAD-D8FB-4071-9A2A-07798792FA77}"/>
                </a:ext>
              </a:extLst>
            </p:cNvPr>
            <p:cNvCxnSpPr>
              <a:cxnSpLocks/>
              <a:stCxn id="24" idx="2"/>
              <a:endCxn id="20" idx="1"/>
            </p:cNvCxnSpPr>
            <p:nvPr/>
          </p:nvCxnSpPr>
          <p:spPr>
            <a:xfrm rot="16200000" flipH="1">
              <a:off x="9753912" y="2316019"/>
              <a:ext cx="403850" cy="568008"/>
            </a:xfrm>
            <a:prstGeom prst="curvedConnector2">
              <a:avLst/>
            </a:prstGeom>
            <a:ln w="12700">
              <a:solidFill>
                <a:srgbClr val="FF0000"/>
              </a:solidFill>
              <a:headEnd type="oval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接箭头连接符 79">
              <a:extLst>
                <a:ext uri="{FF2B5EF4-FFF2-40B4-BE49-F238E27FC236}">
                  <a16:creationId xmlns:a16="http://schemas.microsoft.com/office/drawing/2014/main" id="{A33B352F-0A6A-401B-BAC9-571FBAF08433}"/>
                </a:ext>
              </a:extLst>
            </p:cNvPr>
            <p:cNvCxnSpPr>
              <a:cxnSpLocks/>
              <a:stCxn id="25" idx="2"/>
              <a:endCxn id="21" idx="1"/>
            </p:cNvCxnSpPr>
            <p:nvPr/>
          </p:nvCxnSpPr>
          <p:spPr>
            <a:xfrm rot="16200000" flipH="1">
              <a:off x="9854754" y="2303576"/>
              <a:ext cx="177259" cy="366302"/>
            </a:xfrm>
            <a:prstGeom prst="curvedConnector2">
              <a:avLst/>
            </a:prstGeom>
            <a:ln w="12700">
              <a:solidFill>
                <a:srgbClr val="FF0000"/>
              </a:solidFill>
              <a:headEnd type="oval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6D8B4323-7AA8-4388-9E2D-AEF7C57EBB31}"/>
              </a:ext>
            </a:extLst>
          </p:cNvPr>
          <p:cNvGrpSpPr/>
          <p:nvPr/>
        </p:nvGrpSpPr>
        <p:grpSpPr>
          <a:xfrm>
            <a:off x="9388624" y="3041739"/>
            <a:ext cx="1525024" cy="1280528"/>
            <a:chOff x="9305290" y="3627503"/>
            <a:chExt cx="1525024" cy="1280528"/>
          </a:xfrm>
        </p:grpSpPr>
        <p:sp>
          <p:nvSpPr>
            <p:cNvPr id="30" name="矩形 29">
              <a:extLst>
                <a:ext uri="{FF2B5EF4-FFF2-40B4-BE49-F238E27FC236}">
                  <a16:creationId xmlns:a16="http://schemas.microsoft.com/office/drawing/2014/main" id="{F86EEB62-F8AA-4C3C-BB3F-C1BAC2CD48DF}"/>
                </a:ext>
              </a:extLst>
            </p:cNvPr>
            <p:cNvSpPr/>
            <p:nvPr/>
          </p:nvSpPr>
          <p:spPr>
            <a:xfrm>
              <a:off x="9305290" y="3627503"/>
              <a:ext cx="1525024" cy="1280528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08B130B7-AAD0-45DF-BBAD-A2E19C69C0BC}"/>
                </a:ext>
              </a:extLst>
            </p:cNvPr>
            <p:cNvSpPr/>
            <p:nvPr/>
          </p:nvSpPr>
          <p:spPr>
            <a:xfrm>
              <a:off x="9356344" y="3681749"/>
              <a:ext cx="176036" cy="21730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lIns="36000" tIns="36000" rIns="36000" bIns="36000">
              <a:spAutoFit/>
            </a:bodyPr>
            <a:lstStyle/>
            <a:p>
              <a:endParaRPr lang="zh-CN" altLang="en-US" sz="1000" dirty="0"/>
            </a:p>
          </p:txBody>
        </p:sp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0B77AB71-F91F-42A9-80E3-51E7D6D9BAB5}"/>
                </a:ext>
              </a:extLst>
            </p:cNvPr>
            <p:cNvSpPr/>
            <p:nvPr/>
          </p:nvSpPr>
          <p:spPr>
            <a:xfrm>
              <a:off x="9546089" y="3681749"/>
              <a:ext cx="74690" cy="21730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lIns="36000" tIns="36000" rIns="36000" bIns="36000">
              <a:spAutoFit/>
            </a:bodyPr>
            <a:lstStyle/>
            <a:p>
              <a:endParaRPr lang="zh-CN" altLang="en-US" sz="1000" dirty="0"/>
            </a:p>
          </p:txBody>
        </p:sp>
        <p:sp>
          <p:nvSpPr>
            <p:cNvPr id="33" name="矩形 32">
              <a:extLst>
                <a:ext uri="{FF2B5EF4-FFF2-40B4-BE49-F238E27FC236}">
                  <a16:creationId xmlns:a16="http://schemas.microsoft.com/office/drawing/2014/main" id="{4CD247B0-992B-401E-8FA2-DE3A982EC26B}"/>
                </a:ext>
              </a:extLst>
            </p:cNvPr>
            <p:cNvSpPr/>
            <p:nvPr/>
          </p:nvSpPr>
          <p:spPr>
            <a:xfrm>
              <a:off x="9634488" y="3681749"/>
              <a:ext cx="74690" cy="21730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lIns="36000" tIns="36000" rIns="36000" bIns="36000">
              <a:spAutoFit/>
            </a:bodyPr>
            <a:lstStyle/>
            <a:p>
              <a:endParaRPr lang="zh-CN" altLang="en-US" sz="1000" dirty="0"/>
            </a:p>
          </p:txBody>
        </p:sp>
        <p:sp>
          <p:nvSpPr>
            <p:cNvPr id="34" name="矩形 33">
              <a:extLst>
                <a:ext uri="{FF2B5EF4-FFF2-40B4-BE49-F238E27FC236}">
                  <a16:creationId xmlns:a16="http://schemas.microsoft.com/office/drawing/2014/main" id="{8D9B4835-E000-48A0-9F85-800A32FAB544}"/>
                </a:ext>
              </a:extLst>
            </p:cNvPr>
            <p:cNvSpPr/>
            <p:nvPr/>
          </p:nvSpPr>
          <p:spPr>
            <a:xfrm>
              <a:off x="9722887" y="3681749"/>
              <a:ext cx="74690" cy="21730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lIns="36000" tIns="36000" rIns="36000" bIns="36000">
              <a:spAutoFit/>
            </a:bodyPr>
            <a:lstStyle/>
            <a:p>
              <a:endParaRPr lang="zh-CN" altLang="en-US" sz="1000" dirty="0"/>
            </a:p>
          </p:txBody>
        </p:sp>
        <p:cxnSp>
          <p:nvCxnSpPr>
            <p:cNvPr id="35" name="直接箭头连接符 79">
              <a:extLst>
                <a:ext uri="{FF2B5EF4-FFF2-40B4-BE49-F238E27FC236}">
                  <a16:creationId xmlns:a16="http://schemas.microsoft.com/office/drawing/2014/main" id="{2CF7C0D1-61A3-4E3E-832F-81E8BEA8AA8D}"/>
                </a:ext>
              </a:extLst>
            </p:cNvPr>
            <p:cNvCxnSpPr>
              <a:cxnSpLocks/>
              <a:stCxn id="34" idx="2"/>
              <a:endCxn id="40" idx="1"/>
            </p:cNvCxnSpPr>
            <p:nvPr/>
          </p:nvCxnSpPr>
          <p:spPr>
            <a:xfrm rot="16200000" flipH="1">
              <a:off x="9941811" y="3717470"/>
              <a:ext cx="146646" cy="509804"/>
            </a:xfrm>
            <a:prstGeom prst="curvedConnector2">
              <a:avLst/>
            </a:prstGeom>
            <a:ln w="12700">
              <a:solidFill>
                <a:srgbClr val="FF0000"/>
              </a:solidFill>
              <a:headEnd type="oval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矩形 35">
              <a:extLst>
                <a:ext uri="{FF2B5EF4-FFF2-40B4-BE49-F238E27FC236}">
                  <a16:creationId xmlns:a16="http://schemas.microsoft.com/office/drawing/2014/main" id="{8D159003-92C8-4BC2-9B66-472FDE78E5E2}"/>
                </a:ext>
              </a:extLst>
            </p:cNvPr>
            <p:cNvSpPr/>
            <p:nvPr/>
          </p:nvSpPr>
          <p:spPr>
            <a:xfrm>
              <a:off x="9375560" y="4606038"/>
              <a:ext cx="1404799" cy="22659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lIns="36000" tIns="36000" rIns="36000" bIns="36000">
              <a:spAutoFit/>
            </a:bodyPr>
            <a:lstStyle/>
            <a:p>
              <a:r>
                <a:rPr lang="en-US" altLang="zh-CN" sz="1000" dirty="0">
                  <a:latin typeface="NimbusRomDOT-Reg"/>
                </a:rPr>
                <a:t>22 Einstein Physics 95000</a:t>
              </a:r>
              <a:endParaRPr lang="zh-CN" altLang="en-US" sz="1000" dirty="0"/>
            </a:p>
          </p:txBody>
        </p:sp>
        <p:sp>
          <p:nvSpPr>
            <p:cNvPr id="37" name="矩形 36">
              <a:extLst>
                <a:ext uri="{FF2B5EF4-FFF2-40B4-BE49-F238E27FC236}">
                  <a16:creationId xmlns:a16="http://schemas.microsoft.com/office/drawing/2014/main" id="{AA920B31-1083-4C70-9BDF-A8A209ADB10C}"/>
                </a:ext>
              </a:extLst>
            </p:cNvPr>
            <p:cNvSpPr/>
            <p:nvPr/>
          </p:nvSpPr>
          <p:spPr>
            <a:xfrm>
              <a:off x="9376396" y="4380247"/>
              <a:ext cx="1167555" cy="22659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lIns="36000" tIns="36000" rIns="36000" bIns="36000">
              <a:spAutoFit/>
            </a:bodyPr>
            <a:lstStyle/>
            <a:p>
              <a:r>
                <a:rPr lang="en-US" altLang="zh-CN" sz="1000" dirty="0">
                  <a:latin typeface="NimbusRomDOT-Reg"/>
                </a:rPr>
                <a:t>El Said History 60000</a:t>
              </a:r>
              <a:endParaRPr lang="zh-CN" altLang="en-US" sz="1000" dirty="0"/>
            </a:p>
          </p:txBody>
        </p:sp>
        <p:sp>
          <p:nvSpPr>
            <p:cNvPr id="38" name="矩形 37">
              <a:extLst>
                <a:ext uri="{FF2B5EF4-FFF2-40B4-BE49-F238E27FC236}">
                  <a16:creationId xmlns:a16="http://schemas.microsoft.com/office/drawing/2014/main" id="{2937A73A-F2DE-4727-AE78-A3F605BD9801}"/>
                </a:ext>
              </a:extLst>
            </p:cNvPr>
            <p:cNvSpPr/>
            <p:nvPr/>
          </p:nvSpPr>
          <p:spPr>
            <a:xfrm>
              <a:off x="10510486" y="4379447"/>
              <a:ext cx="269873" cy="22659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lIns="36000" tIns="36000" rIns="36000" bIns="36000">
              <a:spAutoFit/>
            </a:bodyPr>
            <a:lstStyle/>
            <a:p>
              <a:r>
                <a:rPr lang="en-US" altLang="zh-CN" sz="1000" dirty="0">
                  <a:latin typeface="NimbusRomDOT-Reg"/>
                </a:rPr>
                <a:t>222</a:t>
              </a:r>
              <a:endParaRPr lang="zh-CN" altLang="en-US" sz="1000" dirty="0"/>
            </a:p>
          </p:txBody>
        </p:sp>
        <p:sp>
          <p:nvSpPr>
            <p:cNvPr id="39" name="矩形 38">
              <a:extLst>
                <a:ext uri="{FF2B5EF4-FFF2-40B4-BE49-F238E27FC236}">
                  <a16:creationId xmlns:a16="http://schemas.microsoft.com/office/drawing/2014/main" id="{3C268EAE-811C-4012-9388-9037D88FFB01}"/>
                </a:ext>
              </a:extLst>
            </p:cNvPr>
            <p:cNvSpPr/>
            <p:nvPr/>
          </p:nvSpPr>
          <p:spPr>
            <a:xfrm>
              <a:off x="9376077" y="4156011"/>
              <a:ext cx="996033" cy="22659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lIns="36000" tIns="36000" rIns="36000" bIns="36000">
              <a:spAutoFit/>
            </a:bodyPr>
            <a:lstStyle/>
            <a:p>
              <a:r>
                <a:rPr lang="en-US" altLang="zh-CN" sz="1000" dirty="0">
                  <a:latin typeface="NimbusRomDOT-Reg"/>
                </a:rPr>
                <a:t>old Physics 87000</a:t>
              </a:r>
              <a:endParaRPr lang="zh-CN" altLang="en-US" sz="1000" dirty="0"/>
            </a:p>
          </p:txBody>
        </p:sp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5233297A-68BA-4152-BC8C-9B53368C4C91}"/>
                </a:ext>
              </a:extLst>
            </p:cNvPr>
            <p:cNvSpPr/>
            <p:nvPr/>
          </p:nvSpPr>
          <p:spPr>
            <a:xfrm>
              <a:off x="10270036" y="3932399"/>
              <a:ext cx="510323" cy="22659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lIns="36000" tIns="36000" rIns="36000" bIns="36000">
              <a:spAutoFit/>
            </a:bodyPr>
            <a:lstStyle/>
            <a:p>
              <a:r>
                <a:rPr lang="en-US" altLang="zh-CN" sz="1000" dirty="0">
                  <a:latin typeface="NimbusRomDOT-Reg"/>
                </a:rPr>
                <a:t>33456 G</a:t>
              </a:r>
              <a:endParaRPr lang="zh-CN" altLang="en-US" sz="1000" dirty="0"/>
            </a:p>
          </p:txBody>
        </p:sp>
        <p:sp>
          <p:nvSpPr>
            <p:cNvPr id="41" name="矩形 40">
              <a:extLst>
                <a:ext uri="{FF2B5EF4-FFF2-40B4-BE49-F238E27FC236}">
                  <a16:creationId xmlns:a16="http://schemas.microsoft.com/office/drawing/2014/main" id="{63C81D55-4D23-40E2-BC0C-007BFA37926E}"/>
                </a:ext>
              </a:extLst>
            </p:cNvPr>
            <p:cNvSpPr/>
            <p:nvPr/>
          </p:nvSpPr>
          <p:spPr>
            <a:xfrm>
              <a:off x="10379040" y="4156161"/>
              <a:ext cx="401319" cy="22659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lIns="36000" tIns="36000" rIns="36000" bIns="36000">
              <a:spAutoFit/>
            </a:bodyPr>
            <a:lstStyle/>
            <a:p>
              <a:r>
                <a:rPr lang="en-US" altLang="zh-CN" sz="1000" dirty="0">
                  <a:latin typeface="NimbusRomDOT-Reg"/>
                </a:rPr>
                <a:t>32343</a:t>
              </a:r>
              <a:endParaRPr lang="zh-CN" altLang="en-US" sz="1000" dirty="0"/>
            </a:p>
          </p:txBody>
        </p:sp>
        <p:cxnSp>
          <p:nvCxnSpPr>
            <p:cNvPr id="42" name="直接箭头连接符 79">
              <a:extLst>
                <a:ext uri="{FF2B5EF4-FFF2-40B4-BE49-F238E27FC236}">
                  <a16:creationId xmlns:a16="http://schemas.microsoft.com/office/drawing/2014/main" id="{B2739800-3895-4D1B-B410-D9F474FB21FC}"/>
                </a:ext>
              </a:extLst>
            </p:cNvPr>
            <p:cNvCxnSpPr>
              <a:cxnSpLocks/>
              <a:stCxn id="32" idx="2"/>
              <a:endCxn id="38" idx="1"/>
            </p:cNvCxnSpPr>
            <p:nvPr/>
          </p:nvCxnSpPr>
          <p:spPr>
            <a:xfrm rot="16200000" flipH="1">
              <a:off x="9750113" y="3732370"/>
              <a:ext cx="593694" cy="927052"/>
            </a:xfrm>
            <a:prstGeom prst="curvedConnector2">
              <a:avLst/>
            </a:prstGeom>
            <a:ln w="12700">
              <a:solidFill>
                <a:srgbClr val="FF0000"/>
              </a:solidFill>
              <a:headEnd type="oval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箭头连接符 79">
              <a:extLst>
                <a:ext uri="{FF2B5EF4-FFF2-40B4-BE49-F238E27FC236}">
                  <a16:creationId xmlns:a16="http://schemas.microsoft.com/office/drawing/2014/main" id="{1EE3A1B3-01FD-4723-B447-4346B3C22D17}"/>
                </a:ext>
              </a:extLst>
            </p:cNvPr>
            <p:cNvCxnSpPr>
              <a:cxnSpLocks/>
              <a:stCxn id="33" idx="2"/>
              <a:endCxn id="41" idx="1"/>
            </p:cNvCxnSpPr>
            <p:nvPr/>
          </p:nvCxnSpPr>
          <p:spPr>
            <a:xfrm rot="16200000" flipH="1">
              <a:off x="9840232" y="3730649"/>
              <a:ext cx="370408" cy="707207"/>
            </a:xfrm>
            <a:prstGeom prst="curvedConnector2">
              <a:avLst/>
            </a:prstGeom>
            <a:ln w="12700">
              <a:solidFill>
                <a:srgbClr val="FF0000"/>
              </a:solidFill>
              <a:headEnd type="oval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4" name="组合 43">
            <a:extLst>
              <a:ext uri="{FF2B5EF4-FFF2-40B4-BE49-F238E27FC236}">
                <a16:creationId xmlns:a16="http://schemas.microsoft.com/office/drawing/2014/main" id="{06CBCD48-1EE2-4A05-BB0B-1C46AB12DC2B}"/>
              </a:ext>
            </a:extLst>
          </p:cNvPr>
          <p:cNvGrpSpPr/>
          <p:nvPr/>
        </p:nvGrpSpPr>
        <p:grpSpPr>
          <a:xfrm>
            <a:off x="7651450" y="4467444"/>
            <a:ext cx="1525024" cy="1280528"/>
            <a:chOff x="6482576" y="2572105"/>
            <a:chExt cx="1525024" cy="1280528"/>
          </a:xfrm>
        </p:grpSpPr>
        <p:sp>
          <p:nvSpPr>
            <p:cNvPr id="45" name="矩形 44">
              <a:extLst>
                <a:ext uri="{FF2B5EF4-FFF2-40B4-BE49-F238E27FC236}">
                  <a16:creationId xmlns:a16="http://schemas.microsoft.com/office/drawing/2014/main" id="{D6B1C94A-7F96-41F3-99AF-D7CD2518736A}"/>
                </a:ext>
              </a:extLst>
            </p:cNvPr>
            <p:cNvSpPr/>
            <p:nvPr/>
          </p:nvSpPr>
          <p:spPr>
            <a:xfrm>
              <a:off x="6482576" y="2572105"/>
              <a:ext cx="1525024" cy="1280528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" name="矩形 45">
              <a:extLst>
                <a:ext uri="{FF2B5EF4-FFF2-40B4-BE49-F238E27FC236}">
                  <a16:creationId xmlns:a16="http://schemas.microsoft.com/office/drawing/2014/main" id="{6E21F320-53F6-4992-BF18-353F74819976}"/>
                </a:ext>
              </a:extLst>
            </p:cNvPr>
            <p:cNvSpPr/>
            <p:nvPr/>
          </p:nvSpPr>
          <p:spPr>
            <a:xfrm>
              <a:off x="6533630" y="2639603"/>
              <a:ext cx="176036" cy="21730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lIns="36000" tIns="36000" rIns="36000" bIns="36000">
              <a:spAutoFit/>
            </a:bodyPr>
            <a:lstStyle/>
            <a:p>
              <a:endParaRPr lang="zh-CN" altLang="en-US" sz="1000" dirty="0"/>
            </a:p>
          </p:txBody>
        </p:sp>
        <p:sp>
          <p:nvSpPr>
            <p:cNvPr id="47" name="矩形 46">
              <a:extLst>
                <a:ext uri="{FF2B5EF4-FFF2-40B4-BE49-F238E27FC236}">
                  <a16:creationId xmlns:a16="http://schemas.microsoft.com/office/drawing/2014/main" id="{545CB8D4-B2B3-4079-A618-310235953AD0}"/>
                </a:ext>
              </a:extLst>
            </p:cNvPr>
            <p:cNvSpPr/>
            <p:nvPr/>
          </p:nvSpPr>
          <p:spPr>
            <a:xfrm>
              <a:off x="6723375" y="2639603"/>
              <a:ext cx="74690" cy="21730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lIns="36000" tIns="36000" rIns="36000" bIns="36000">
              <a:spAutoFit/>
            </a:bodyPr>
            <a:lstStyle/>
            <a:p>
              <a:endParaRPr lang="zh-CN" altLang="en-US" sz="1000" dirty="0"/>
            </a:p>
          </p:txBody>
        </p:sp>
        <p:sp>
          <p:nvSpPr>
            <p:cNvPr id="48" name="矩形 47">
              <a:extLst>
                <a:ext uri="{FF2B5EF4-FFF2-40B4-BE49-F238E27FC236}">
                  <a16:creationId xmlns:a16="http://schemas.microsoft.com/office/drawing/2014/main" id="{9061819C-3BF8-4248-992C-CD9F8F2F78E2}"/>
                </a:ext>
              </a:extLst>
            </p:cNvPr>
            <p:cNvSpPr/>
            <p:nvPr/>
          </p:nvSpPr>
          <p:spPr>
            <a:xfrm>
              <a:off x="6811774" y="2639603"/>
              <a:ext cx="74690" cy="21730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lIns="36000" tIns="36000" rIns="36000" bIns="36000">
              <a:spAutoFit/>
            </a:bodyPr>
            <a:lstStyle/>
            <a:p>
              <a:endParaRPr lang="zh-CN" altLang="en-US" sz="1000" dirty="0"/>
            </a:p>
          </p:txBody>
        </p:sp>
        <p:sp>
          <p:nvSpPr>
            <p:cNvPr id="49" name="矩形 48">
              <a:extLst>
                <a:ext uri="{FF2B5EF4-FFF2-40B4-BE49-F238E27FC236}">
                  <a16:creationId xmlns:a16="http://schemas.microsoft.com/office/drawing/2014/main" id="{FB230E95-6B18-4025-BB0B-9D8BF38BD990}"/>
                </a:ext>
              </a:extLst>
            </p:cNvPr>
            <p:cNvSpPr/>
            <p:nvPr/>
          </p:nvSpPr>
          <p:spPr>
            <a:xfrm>
              <a:off x="6900173" y="2639603"/>
              <a:ext cx="74690" cy="21730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lIns="36000" tIns="36000" rIns="36000" bIns="36000">
              <a:spAutoFit/>
            </a:bodyPr>
            <a:lstStyle/>
            <a:p>
              <a:endParaRPr lang="zh-CN" altLang="en-US" sz="1000" dirty="0"/>
            </a:p>
          </p:txBody>
        </p:sp>
        <p:cxnSp>
          <p:nvCxnSpPr>
            <p:cNvPr id="50" name="直接箭头连接符 79">
              <a:extLst>
                <a:ext uri="{FF2B5EF4-FFF2-40B4-BE49-F238E27FC236}">
                  <a16:creationId xmlns:a16="http://schemas.microsoft.com/office/drawing/2014/main" id="{B670144A-F91F-4E5E-A62C-31C3E3771C2C}"/>
                </a:ext>
              </a:extLst>
            </p:cNvPr>
            <p:cNvCxnSpPr>
              <a:cxnSpLocks/>
              <a:stCxn id="49" idx="2"/>
              <a:endCxn id="55" idx="1"/>
            </p:cNvCxnSpPr>
            <p:nvPr/>
          </p:nvCxnSpPr>
          <p:spPr>
            <a:xfrm rot="16200000" flipH="1">
              <a:off x="7037541" y="2756880"/>
              <a:ext cx="160160" cy="360206"/>
            </a:xfrm>
            <a:prstGeom prst="curvedConnector2">
              <a:avLst/>
            </a:prstGeom>
            <a:ln w="12700">
              <a:solidFill>
                <a:srgbClr val="FF0000"/>
              </a:solidFill>
              <a:headEnd type="oval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矩形 50">
              <a:extLst>
                <a:ext uri="{FF2B5EF4-FFF2-40B4-BE49-F238E27FC236}">
                  <a16:creationId xmlns:a16="http://schemas.microsoft.com/office/drawing/2014/main" id="{F0EDF021-AB78-4D21-AABE-F23BBFFE0339}"/>
                </a:ext>
              </a:extLst>
            </p:cNvPr>
            <p:cNvSpPr/>
            <p:nvPr/>
          </p:nvSpPr>
          <p:spPr>
            <a:xfrm>
              <a:off x="6553108" y="3584890"/>
              <a:ext cx="1383960" cy="22659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lIns="36000" tIns="36000" rIns="36000" bIns="36000">
              <a:spAutoFit/>
            </a:bodyPr>
            <a:lstStyle/>
            <a:p>
              <a:r>
                <a:rPr lang="fr-FR" altLang="zh-CN" sz="1000" dirty="0">
                  <a:latin typeface="NimbusRomDOT-Reg"/>
                </a:rPr>
                <a:t>65 Katz Comp. Sci. 75000</a:t>
              </a:r>
              <a:endParaRPr lang="zh-CN" altLang="en-US" sz="1000" dirty="0"/>
            </a:p>
          </p:txBody>
        </p:sp>
        <p:sp>
          <p:nvSpPr>
            <p:cNvPr id="52" name="矩形 51">
              <a:extLst>
                <a:ext uri="{FF2B5EF4-FFF2-40B4-BE49-F238E27FC236}">
                  <a16:creationId xmlns:a16="http://schemas.microsoft.com/office/drawing/2014/main" id="{663F1C1A-135C-4B96-B3D2-F78AFF3CB2CE}"/>
                </a:ext>
              </a:extLst>
            </p:cNvPr>
            <p:cNvSpPr/>
            <p:nvPr/>
          </p:nvSpPr>
          <p:spPr>
            <a:xfrm>
              <a:off x="6556512" y="3358299"/>
              <a:ext cx="1154731" cy="22659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lIns="36000" tIns="36000" rIns="36000" bIns="36000">
              <a:spAutoFit/>
            </a:bodyPr>
            <a:lstStyle/>
            <a:p>
              <a:r>
                <a:rPr lang="en-US" altLang="zh-CN" sz="1000" dirty="0" err="1">
                  <a:latin typeface="NimbusRomDOT-Reg"/>
                </a:rPr>
                <a:t>alifieri</a:t>
              </a:r>
              <a:r>
                <a:rPr lang="en-US" altLang="zh-CN" sz="1000" dirty="0">
                  <a:latin typeface="NimbusRomDOT-Reg"/>
                </a:rPr>
                <a:t> History 62000</a:t>
              </a:r>
              <a:endParaRPr lang="zh-CN" altLang="en-US" sz="1000" dirty="0"/>
            </a:p>
          </p:txBody>
        </p:sp>
        <p:sp>
          <p:nvSpPr>
            <p:cNvPr id="53" name="矩形 52">
              <a:extLst>
                <a:ext uri="{FF2B5EF4-FFF2-40B4-BE49-F238E27FC236}">
                  <a16:creationId xmlns:a16="http://schemas.microsoft.com/office/drawing/2014/main" id="{5D5C980D-1B2B-4A6D-99E8-CB43920B1C5D}"/>
                </a:ext>
              </a:extLst>
            </p:cNvPr>
            <p:cNvSpPr/>
            <p:nvPr/>
          </p:nvSpPr>
          <p:spPr>
            <a:xfrm>
              <a:off x="7667499" y="3358299"/>
              <a:ext cx="269873" cy="22659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lIns="36000" tIns="36000" rIns="36000" bIns="36000">
              <a:spAutoFit/>
            </a:bodyPr>
            <a:lstStyle/>
            <a:p>
              <a:r>
                <a:rPr lang="fr-FR" altLang="zh-CN" sz="1000" dirty="0">
                  <a:latin typeface="NimbusRomDOT-Reg"/>
                </a:rPr>
                <a:t>455</a:t>
              </a:r>
              <a:endParaRPr lang="zh-CN" altLang="en-US" sz="1000" dirty="0"/>
            </a:p>
          </p:txBody>
        </p:sp>
        <p:sp>
          <p:nvSpPr>
            <p:cNvPr id="54" name="矩形 53">
              <a:extLst>
                <a:ext uri="{FF2B5EF4-FFF2-40B4-BE49-F238E27FC236}">
                  <a16:creationId xmlns:a16="http://schemas.microsoft.com/office/drawing/2014/main" id="{CEF6B567-9E42-4C1D-8D74-74084CAA3B15}"/>
                </a:ext>
              </a:extLst>
            </p:cNvPr>
            <p:cNvSpPr/>
            <p:nvPr/>
          </p:nvSpPr>
          <p:spPr>
            <a:xfrm>
              <a:off x="6554722" y="3132522"/>
              <a:ext cx="928707" cy="22659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lIns="36000" tIns="36000" rIns="36000" bIns="36000">
              <a:spAutoFit/>
            </a:bodyPr>
            <a:lstStyle/>
            <a:p>
              <a:r>
                <a:rPr lang="en-US" altLang="zh-CN" sz="1000" dirty="0">
                  <a:latin typeface="NimbusRomDOT-Reg"/>
                </a:rPr>
                <a:t>h Finance 80000</a:t>
              </a:r>
              <a:endParaRPr lang="zh-CN" altLang="en-US" sz="1000" dirty="0"/>
            </a:p>
          </p:txBody>
        </p:sp>
        <p:sp>
          <p:nvSpPr>
            <p:cNvPr id="55" name="矩形 54">
              <a:extLst>
                <a:ext uri="{FF2B5EF4-FFF2-40B4-BE49-F238E27FC236}">
                  <a16:creationId xmlns:a16="http://schemas.microsoft.com/office/drawing/2014/main" id="{41F509E6-337A-48AC-AB8C-C44243F878C7}"/>
                </a:ext>
              </a:extLst>
            </p:cNvPr>
            <p:cNvSpPr/>
            <p:nvPr/>
          </p:nvSpPr>
          <p:spPr>
            <a:xfrm>
              <a:off x="7297724" y="2903767"/>
              <a:ext cx="646578" cy="22659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lIns="36000" tIns="36000" rIns="36000" bIns="36000">
              <a:spAutoFit/>
            </a:bodyPr>
            <a:lstStyle/>
            <a:p>
              <a:r>
                <a:rPr lang="en-US" altLang="zh-CN" sz="1000" dirty="0">
                  <a:latin typeface="NimbusRomDOT-Reg"/>
                </a:rPr>
                <a:t>76543 Sing</a:t>
              </a:r>
              <a:endParaRPr lang="zh-CN" altLang="en-US" sz="1000" dirty="0"/>
            </a:p>
          </p:txBody>
        </p:sp>
        <p:sp>
          <p:nvSpPr>
            <p:cNvPr id="56" name="矩形 55">
              <a:extLst>
                <a:ext uri="{FF2B5EF4-FFF2-40B4-BE49-F238E27FC236}">
                  <a16:creationId xmlns:a16="http://schemas.microsoft.com/office/drawing/2014/main" id="{DF16C9C0-4673-43ED-86DE-F3972302CA1C}"/>
                </a:ext>
              </a:extLst>
            </p:cNvPr>
            <p:cNvSpPr/>
            <p:nvPr/>
          </p:nvSpPr>
          <p:spPr>
            <a:xfrm>
              <a:off x="7445200" y="3131033"/>
              <a:ext cx="499102" cy="22659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lIns="36000" tIns="36000" rIns="36000" bIns="36000">
              <a:spAutoFit/>
            </a:bodyPr>
            <a:lstStyle/>
            <a:p>
              <a:r>
                <a:rPr lang="en-US" altLang="zh-CN" sz="1000" dirty="0">
                  <a:latin typeface="NimbusRomDOT-Reg"/>
                </a:rPr>
                <a:t>58583 C</a:t>
              </a:r>
              <a:endParaRPr lang="zh-CN" altLang="en-US" sz="1000" dirty="0"/>
            </a:p>
          </p:txBody>
        </p:sp>
        <p:cxnSp>
          <p:nvCxnSpPr>
            <p:cNvPr id="57" name="直接箭头连接符 79">
              <a:extLst>
                <a:ext uri="{FF2B5EF4-FFF2-40B4-BE49-F238E27FC236}">
                  <a16:creationId xmlns:a16="http://schemas.microsoft.com/office/drawing/2014/main" id="{2336732A-198D-453A-A98E-E0533409E135}"/>
                </a:ext>
              </a:extLst>
            </p:cNvPr>
            <p:cNvCxnSpPr>
              <a:cxnSpLocks/>
              <a:stCxn id="47" idx="2"/>
              <a:endCxn id="53" idx="1"/>
            </p:cNvCxnSpPr>
            <p:nvPr/>
          </p:nvCxnSpPr>
          <p:spPr>
            <a:xfrm rot="16200000" flipH="1">
              <a:off x="6906763" y="2710859"/>
              <a:ext cx="614692" cy="906779"/>
            </a:xfrm>
            <a:prstGeom prst="curvedConnector2">
              <a:avLst/>
            </a:prstGeom>
            <a:ln w="12700">
              <a:solidFill>
                <a:srgbClr val="FF0000"/>
              </a:solidFill>
              <a:headEnd type="oval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接箭头连接符 79">
              <a:extLst>
                <a:ext uri="{FF2B5EF4-FFF2-40B4-BE49-F238E27FC236}">
                  <a16:creationId xmlns:a16="http://schemas.microsoft.com/office/drawing/2014/main" id="{5C602FCB-8DD3-4910-A108-D6458201B1F0}"/>
                </a:ext>
              </a:extLst>
            </p:cNvPr>
            <p:cNvCxnSpPr>
              <a:cxnSpLocks/>
              <a:stCxn id="48" idx="2"/>
              <a:endCxn id="56" idx="1"/>
            </p:cNvCxnSpPr>
            <p:nvPr/>
          </p:nvCxnSpPr>
          <p:spPr>
            <a:xfrm rot="16200000" flipH="1">
              <a:off x="6953446" y="2752575"/>
              <a:ext cx="387426" cy="596081"/>
            </a:xfrm>
            <a:prstGeom prst="curvedConnector2">
              <a:avLst/>
            </a:prstGeom>
            <a:ln w="12700">
              <a:solidFill>
                <a:srgbClr val="FF0000"/>
              </a:solidFill>
              <a:headEnd type="oval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9" name="组合 58">
            <a:extLst>
              <a:ext uri="{FF2B5EF4-FFF2-40B4-BE49-F238E27FC236}">
                <a16:creationId xmlns:a16="http://schemas.microsoft.com/office/drawing/2014/main" id="{80B9B126-3333-4E9C-AEBB-3470342A257E}"/>
              </a:ext>
            </a:extLst>
          </p:cNvPr>
          <p:cNvGrpSpPr/>
          <p:nvPr/>
        </p:nvGrpSpPr>
        <p:grpSpPr>
          <a:xfrm>
            <a:off x="9375775" y="4467444"/>
            <a:ext cx="1525024" cy="1248642"/>
            <a:chOff x="5479365" y="3612513"/>
            <a:chExt cx="1525024" cy="1248642"/>
          </a:xfrm>
        </p:grpSpPr>
        <p:sp>
          <p:nvSpPr>
            <p:cNvPr id="60" name="矩形 59">
              <a:extLst>
                <a:ext uri="{FF2B5EF4-FFF2-40B4-BE49-F238E27FC236}">
                  <a16:creationId xmlns:a16="http://schemas.microsoft.com/office/drawing/2014/main" id="{46AC0D8C-011C-4897-AC93-0D6998F23F98}"/>
                </a:ext>
              </a:extLst>
            </p:cNvPr>
            <p:cNvSpPr/>
            <p:nvPr/>
          </p:nvSpPr>
          <p:spPr>
            <a:xfrm>
              <a:off x="5479365" y="3612513"/>
              <a:ext cx="1525024" cy="1248642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1" name="矩形 60">
              <a:extLst>
                <a:ext uri="{FF2B5EF4-FFF2-40B4-BE49-F238E27FC236}">
                  <a16:creationId xmlns:a16="http://schemas.microsoft.com/office/drawing/2014/main" id="{B5254A59-FA5F-4BEA-ADB5-3A9BE2C9F411}"/>
                </a:ext>
              </a:extLst>
            </p:cNvPr>
            <p:cNvSpPr/>
            <p:nvPr/>
          </p:nvSpPr>
          <p:spPr>
            <a:xfrm>
              <a:off x="5530419" y="3681255"/>
              <a:ext cx="176036" cy="21730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lIns="36000" tIns="36000" rIns="36000" bIns="36000">
              <a:spAutoFit/>
            </a:bodyPr>
            <a:lstStyle/>
            <a:p>
              <a:endParaRPr lang="zh-CN" altLang="en-US" sz="1000" dirty="0"/>
            </a:p>
          </p:txBody>
        </p:sp>
        <p:sp>
          <p:nvSpPr>
            <p:cNvPr id="62" name="矩形 61">
              <a:extLst>
                <a:ext uri="{FF2B5EF4-FFF2-40B4-BE49-F238E27FC236}">
                  <a16:creationId xmlns:a16="http://schemas.microsoft.com/office/drawing/2014/main" id="{23C66185-08F0-40C3-BEB0-13FB183C1923}"/>
                </a:ext>
              </a:extLst>
            </p:cNvPr>
            <p:cNvSpPr/>
            <p:nvPr/>
          </p:nvSpPr>
          <p:spPr>
            <a:xfrm>
              <a:off x="5720164" y="3681255"/>
              <a:ext cx="74690" cy="21730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lIns="36000" tIns="36000" rIns="36000" bIns="36000">
              <a:spAutoFit/>
            </a:bodyPr>
            <a:lstStyle/>
            <a:p>
              <a:endParaRPr lang="zh-CN" altLang="en-US" sz="1000" dirty="0"/>
            </a:p>
          </p:txBody>
        </p:sp>
        <p:sp>
          <p:nvSpPr>
            <p:cNvPr id="63" name="矩形 62">
              <a:extLst>
                <a:ext uri="{FF2B5EF4-FFF2-40B4-BE49-F238E27FC236}">
                  <a16:creationId xmlns:a16="http://schemas.microsoft.com/office/drawing/2014/main" id="{BE56FB35-8075-4827-A7A0-6364DF35FBD8}"/>
                </a:ext>
              </a:extLst>
            </p:cNvPr>
            <p:cNvSpPr/>
            <p:nvPr/>
          </p:nvSpPr>
          <p:spPr>
            <a:xfrm>
              <a:off x="5808563" y="3681255"/>
              <a:ext cx="74690" cy="21730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lIns="36000" tIns="36000" rIns="36000" bIns="36000">
              <a:spAutoFit/>
            </a:bodyPr>
            <a:lstStyle/>
            <a:p>
              <a:endParaRPr lang="zh-CN" altLang="en-US" sz="1000" dirty="0"/>
            </a:p>
          </p:txBody>
        </p:sp>
        <p:sp>
          <p:nvSpPr>
            <p:cNvPr id="64" name="矩形 63">
              <a:extLst>
                <a:ext uri="{FF2B5EF4-FFF2-40B4-BE49-F238E27FC236}">
                  <a16:creationId xmlns:a16="http://schemas.microsoft.com/office/drawing/2014/main" id="{F04BE089-D6CB-4085-93AE-FDD30BEA098A}"/>
                </a:ext>
              </a:extLst>
            </p:cNvPr>
            <p:cNvSpPr/>
            <p:nvPr/>
          </p:nvSpPr>
          <p:spPr>
            <a:xfrm>
              <a:off x="5896962" y="3681255"/>
              <a:ext cx="74690" cy="21730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lIns="36000" tIns="36000" rIns="36000" bIns="36000">
              <a:spAutoFit/>
            </a:bodyPr>
            <a:lstStyle/>
            <a:p>
              <a:endParaRPr lang="zh-CN" altLang="en-US" sz="1000" dirty="0"/>
            </a:p>
          </p:txBody>
        </p:sp>
        <p:cxnSp>
          <p:nvCxnSpPr>
            <p:cNvPr id="65" name="直接箭头连接符 79">
              <a:extLst>
                <a:ext uri="{FF2B5EF4-FFF2-40B4-BE49-F238E27FC236}">
                  <a16:creationId xmlns:a16="http://schemas.microsoft.com/office/drawing/2014/main" id="{169AEEEA-F8C4-4470-BBD8-AB9EC86C53C6}"/>
                </a:ext>
              </a:extLst>
            </p:cNvPr>
            <p:cNvCxnSpPr>
              <a:cxnSpLocks/>
              <a:stCxn id="64" idx="2"/>
              <a:endCxn id="69" idx="1"/>
            </p:cNvCxnSpPr>
            <p:nvPr/>
          </p:nvCxnSpPr>
          <p:spPr>
            <a:xfrm rot="16200000" flipH="1">
              <a:off x="6196282" y="3636579"/>
              <a:ext cx="116708" cy="640659"/>
            </a:xfrm>
            <a:prstGeom prst="curvedConnector2">
              <a:avLst/>
            </a:prstGeom>
            <a:ln w="12700">
              <a:solidFill>
                <a:srgbClr val="FF0000"/>
              </a:solidFill>
              <a:headEnd type="oval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6" name="矩形 65">
              <a:extLst>
                <a:ext uri="{FF2B5EF4-FFF2-40B4-BE49-F238E27FC236}">
                  <a16:creationId xmlns:a16="http://schemas.microsoft.com/office/drawing/2014/main" id="{DFF2E0E9-C53D-42F0-8DF2-DEBB512C8EC1}"/>
                </a:ext>
              </a:extLst>
            </p:cNvPr>
            <p:cNvSpPr/>
            <p:nvPr/>
          </p:nvSpPr>
          <p:spPr>
            <a:xfrm>
              <a:off x="5524004" y="4581743"/>
              <a:ext cx="1452889" cy="22659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lIns="36000" tIns="36000" rIns="36000" bIns="36000">
              <a:spAutoFit/>
            </a:bodyPr>
            <a:lstStyle/>
            <a:p>
              <a:r>
                <a:rPr lang="en-US" altLang="zh-CN" sz="1000" dirty="0">
                  <a:latin typeface="NimbusRomDOT-Reg"/>
                </a:rPr>
                <a:t>76766 Crick Biology 72000</a:t>
              </a:r>
              <a:endParaRPr lang="zh-CN" altLang="en-US" sz="1000" dirty="0"/>
            </a:p>
          </p:txBody>
        </p:sp>
        <p:sp>
          <p:nvSpPr>
            <p:cNvPr id="67" name="矩形 66">
              <a:extLst>
                <a:ext uri="{FF2B5EF4-FFF2-40B4-BE49-F238E27FC236}">
                  <a16:creationId xmlns:a16="http://schemas.microsoft.com/office/drawing/2014/main" id="{A5E584E2-5AAA-4905-B2AC-86D663063485}"/>
                </a:ext>
              </a:extLst>
            </p:cNvPr>
            <p:cNvSpPr/>
            <p:nvPr/>
          </p:nvSpPr>
          <p:spPr>
            <a:xfrm>
              <a:off x="5529357" y="4355151"/>
              <a:ext cx="1449683" cy="22659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lIns="36000" tIns="36000" rIns="36000" bIns="36000">
              <a:spAutoFit/>
            </a:bodyPr>
            <a:lstStyle/>
            <a:p>
              <a:r>
                <a:rPr lang="fr-FR" altLang="zh-CN" sz="1000" dirty="0">
                  <a:latin typeface="NimbusRomDOT-Reg"/>
                </a:rPr>
                <a:t>1 Brandt Comp. Sci. 92000</a:t>
              </a:r>
              <a:endParaRPr lang="zh-CN" altLang="en-US" sz="1000" dirty="0"/>
            </a:p>
          </p:txBody>
        </p:sp>
        <p:sp>
          <p:nvSpPr>
            <p:cNvPr id="68" name="矩形 67">
              <a:extLst>
                <a:ext uri="{FF2B5EF4-FFF2-40B4-BE49-F238E27FC236}">
                  <a16:creationId xmlns:a16="http://schemas.microsoft.com/office/drawing/2014/main" id="{75C9A4C6-7D80-407F-B6C2-52D66368E0B0}"/>
                </a:ext>
              </a:extLst>
            </p:cNvPr>
            <p:cNvSpPr/>
            <p:nvPr/>
          </p:nvSpPr>
          <p:spPr>
            <a:xfrm>
              <a:off x="5520148" y="4128559"/>
              <a:ext cx="1151525" cy="22659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lIns="36000" tIns="36000" rIns="36000" bIns="36000">
              <a:spAutoFit/>
            </a:bodyPr>
            <a:lstStyle/>
            <a:p>
              <a:r>
                <a:rPr lang="pt-BR" altLang="zh-CN" sz="1000" dirty="0">
                  <a:latin typeface="NimbusRomDOT-Reg"/>
                </a:rPr>
                <a:t>Kim Elec. Eng. 80000</a:t>
              </a:r>
              <a:endParaRPr lang="zh-CN" altLang="en-US" sz="1000" dirty="0"/>
            </a:p>
          </p:txBody>
        </p:sp>
        <p:sp>
          <p:nvSpPr>
            <p:cNvPr id="69" name="矩形 68">
              <a:extLst>
                <a:ext uri="{FF2B5EF4-FFF2-40B4-BE49-F238E27FC236}">
                  <a16:creationId xmlns:a16="http://schemas.microsoft.com/office/drawing/2014/main" id="{1D8516DB-993C-463D-9538-CE532F08BF71}"/>
                </a:ext>
              </a:extLst>
            </p:cNvPr>
            <p:cNvSpPr/>
            <p:nvPr/>
          </p:nvSpPr>
          <p:spPr>
            <a:xfrm>
              <a:off x="6574966" y="3901967"/>
              <a:ext cx="401319" cy="22659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lIns="36000" tIns="36000" rIns="36000" bIns="36000">
              <a:spAutoFit/>
            </a:bodyPr>
            <a:lstStyle/>
            <a:p>
              <a:r>
                <a:rPr lang="pt-BR" altLang="zh-CN" sz="1000" dirty="0">
                  <a:latin typeface="NimbusRomDOT-Reg"/>
                </a:rPr>
                <a:t>98345</a:t>
              </a:r>
              <a:endParaRPr lang="zh-CN" altLang="en-US" sz="1000" dirty="0"/>
            </a:p>
          </p:txBody>
        </p:sp>
        <p:sp>
          <p:nvSpPr>
            <p:cNvPr id="70" name="矩形 69">
              <a:extLst>
                <a:ext uri="{FF2B5EF4-FFF2-40B4-BE49-F238E27FC236}">
                  <a16:creationId xmlns:a16="http://schemas.microsoft.com/office/drawing/2014/main" id="{E814D895-0D54-42A3-93BF-1D539E4C3DC7}"/>
                </a:ext>
              </a:extLst>
            </p:cNvPr>
            <p:cNvSpPr/>
            <p:nvPr/>
          </p:nvSpPr>
          <p:spPr>
            <a:xfrm>
              <a:off x="6640689" y="4128559"/>
              <a:ext cx="335596" cy="22659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lIns="36000" tIns="36000" rIns="36000" bIns="36000">
              <a:spAutoFit/>
            </a:bodyPr>
            <a:lstStyle/>
            <a:p>
              <a:r>
                <a:rPr lang="fr-FR" altLang="zh-CN" sz="1000" dirty="0">
                  <a:latin typeface="NimbusRomDOT-Reg"/>
                </a:rPr>
                <a:t>8382</a:t>
              </a:r>
              <a:endParaRPr lang="zh-CN" altLang="en-US" sz="1000" dirty="0"/>
            </a:p>
          </p:txBody>
        </p:sp>
        <p:cxnSp>
          <p:nvCxnSpPr>
            <p:cNvPr id="71" name="直接箭头连接符 79">
              <a:extLst>
                <a:ext uri="{FF2B5EF4-FFF2-40B4-BE49-F238E27FC236}">
                  <a16:creationId xmlns:a16="http://schemas.microsoft.com/office/drawing/2014/main" id="{5550FE21-EA2C-464F-951A-756FD17DE5A5}"/>
                </a:ext>
              </a:extLst>
            </p:cNvPr>
            <p:cNvCxnSpPr>
              <a:cxnSpLocks/>
              <a:stCxn id="63" idx="2"/>
              <a:endCxn id="70" idx="1"/>
            </p:cNvCxnSpPr>
            <p:nvPr/>
          </p:nvCxnSpPr>
          <p:spPr>
            <a:xfrm rot="16200000" flipH="1">
              <a:off x="6071648" y="3672814"/>
              <a:ext cx="343300" cy="794781"/>
            </a:xfrm>
            <a:prstGeom prst="curvedConnector2">
              <a:avLst/>
            </a:prstGeom>
            <a:ln w="12700">
              <a:solidFill>
                <a:srgbClr val="FF0000"/>
              </a:solidFill>
              <a:headEnd type="oval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直接箭头连接符 79">
              <a:extLst>
                <a:ext uri="{FF2B5EF4-FFF2-40B4-BE49-F238E27FC236}">
                  <a16:creationId xmlns:a16="http://schemas.microsoft.com/office/drawing/2014/main" id="{500092FC-1DDA-4A51-8E62-C3BED07702A3}"/>
                </a:ext>
              </a:extLst>
            </p:cNvPr>
            <p:cNvCxnSpPr>
              <a:cxnSpLocks/>
              <a:stCxn id="62" idx="2"/>
              <a:endCxn id="66" idx="1"/>
            </p:cNvCxnSpPr>
            <p:nvPr/>
          </p:nvCxnSpPr>
          <p:spPr>
            <a:xfrm rot="5400000">
              <a:off x="5242515" y="4180045"/>
              <a:ext cx="796484" cy="233505"/>
            </a:xfrm>
            <a:prstGeom prst="curvedConnector4">
              <a:avLst>
                <a:gd name="adj1" fmla="val 12939"/>
                <a:gd name="adj2" fmla="val 138307"/>
              </a:avLst>
            </a:prstGeom>
            <a:ln w="12700">
              <a:solidFill>
                <a:srgbClr val="FF0000"/>
              </a:solidFill>
              <a:headEnd type="oval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3" name="文本框 72">
            <a:extLst>
              <a:ext uri="{FF2B5EF4-FFF2-40B4-BE49-F238E27FC236}">
                <a16:creationId xmlns:a16="http://schemas.microsoft.com/office/drawing/2014/main" id="{729C974F-E530-403C-AA50-BB1D9CFCC0B3}"/>
              </a:ext>
            </a:extLst>
          </p:cNvPr>
          <p:cNvSpPr txBox="1"/>
          <p:nvPr/>
        </p:nvSpPr>
        <p:spPr>
          <a:xfrm>
            <a:off x="449711" y="1190812"/>
            <a:ext cx="564628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SELECT *</a:t>
            </a:r>
            <a:r>
              <a:rPr lang="zh-CN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FROM</a:t>
            </a:r>
            <a:r>
              <a:rPr lang="zh-CN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instructor</a:t>
            </a:r>
            <a:r>
              <a:rPr lang="zh-CN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WHERE</a:t>
            </a:r>
            <a:r>
              <a:rPr lang="zh-CN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id=‘45565’;</a:t>
            </a:r>
            <a:endParaRPr lang="zh-CN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2E4EDD61-239A-4114-9264-C07518B5168D}"/>
              </a:ext>
            </a:extLst>
          </p:cNvPr>
          <p:cNvSpPr/>
          <p:nvPr/>
        </p:nvSpPr>
        <p:spPr>
          <a:xfrm>
            <a:off x="4478323" y="2725432"/>
            <a:ext cx="1525024" cy="1280528"/>
          </a:xfrm>
          <a:prstGeom prst="rect">
            <a:avLst/>
          </a:prstGeom>
          <a:noFill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1" name="矩形 90">
            <a:extLst>
              <a:ext uri="{FF2B5EF4-FFF2-40B4-BE49-F238E27FC236}">
                <a16:creationId xmlns:a16="http://schemas.microsoft.com/office/drawing/2014/main" id="{46E48BE2-9464-4646-AA25-0F70F7706D3F}"/>
              </a:ext>
            </a:extLst>
          </p:cNvPr>
          <p:cNvSpPr/>
          <p:nvPr/>
        </p:nvSpPr>
        <p:spPr>
          <a:xfrm>
            <a:off x="4484492" y="4382737"/>
            <a:ext cx="1525024" cy="1280528"/>
          </a:xfrm>
          <a:prstGeom prst="rect">
            <a:avLst/>
          </a:prstGeom>
          <a:noFill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2" name="矩形 91">
            <a:extLst>
              <a:ext uri="{FF2B5EF4-FFF2-40B4-BE49-F238E27FC236}">
                <a16:creationId xmlns:a16="http://schemas.microsoft.com/office/drawing/2014/main" id="{8BCAB05E-5CBC-4513-90E6-51DE49094761}"/>
              </a:ext>
            </a:extLst>
          </p:cNvPr>
          <p:cNvSpPr/>
          <p:nvPr/>
        </p:nvSpPr>
        <p:spPr>
          <a:xfrm>
            <a:off x="818391" y="2018609"/>
            <a:ext cx="2419422" cy="4229920"/>
          </a:xfrm>
          <a:prstGeom prst="rect">
            <a:avLst/>
          </a:prstGeom>
          <a:noFill/>
          <a:ln w="12700">
            <a:solidFill>
              <a:schemeClr val="tx1"/>
            </a:solidFill>
            <a:prstDash val="dash"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3" name="文本框 92">
            <a:extLst>
              <a:ext uri="{FF2B5EF4-FFF2-40B4-BE49-F238E27FC236}">
                <a16:creationId xmlns:a16="http://schemas.microsoft.com/office/drawing/2014/main" id="{4BD70884-EAC9-4C46-B956-645176BCCCD0}"/>
              </a:ext>
            </a:extLst>
          </p:cNvPr>
          <p:cNvSpPr txBox="1"/>
          <p:nvPr/>
        </p:nvSpPr>
        <p:spPr>
          <a:xfrm>
            <a:off x="4842809" y="2051911"/>
            <a:ext cx="7960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Buffer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4" name="文本框 93">
            <a:extLst>
              <a:ext uri="{FF2B5EF4-FFF2-40B4-BE49-F238E27FC236}">
                <a16:creationId xmlns:a16="http://schemas.microsoft.com/office/drawing/2014/main" id="{14794D53-5C69-48FB-8EAC-50B1B8141D8E}"/>
              </a:ext>
            </a:extLst>
          </p:cNvPr>
          <p:cNvSpPr txBox="1"/>
          <p:nvPr/>
        </p:nvSpPr>
        <p:spPr>
          <a:xfrm>
            <a:off x="1264102" y="2051911"/>
            <a:ext cx="14543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Thread Area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34" name="组合 133">
            <a:extLst>
              <a:ext uri="{FF2B5EF4-FFF2-40B4-BE49-F238E27FC236}">
                <a16:creationId xmlns:a16="http://schemas.microsoft.com/office/drawing/2014/main" id="{F0F911F3-4627-45BF-8A96-E7C8137E5ECA}"/>
              </a:ext>
            </a:extLst>
          </p:cNvPr>
          <p:cNvGrpSpPr/>
          <p:nvPr/>
        </p:nvGrpSpPr>
        <p:grpSpPr>
          <a:xfrm>
            <a:off x="7652998" y="4468868"/>
            <a:ext cx="1525024" cy="1280528"/>
            <a:chOff x="6482576" y="2572105"/>
            <a:chExt cx="1525024" cy="1280528"/>
          </a:xfrm>
        </p:grpSpPr>
        <p:sp>
          <p:nvSpPr>
            <p:cNvPr id="135" name="矩形 134">
              <a:extLst>
                <a:ext uri="{FF2B5EF4-FFF2-40B4-BE49-F238E27FC236}">
                  <a16:creationId xmlns:a16="http://schemas.microsoft.com/office/drawing/2014/main" id="{E15313E7-CD2B-44DE-B15B-B4FF671658DE}"/>
                </a:ext>
              </a:extLst>
            </p:cNvPr>
            <p:cNvSpPr/>
            <p:nvPr/>
          </p:nvSpPr>
          <p:spPr>
            <a:xfrm>
              <a:off x="6482576" y="2572105"/>
              <a:ext cx="1525024" cy="1280528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6" name="矩形 135">
              <a:extLst>
                <a:ext uri="{FF2B5EF4-FFF2-40B4-BE49-F238E27FC236}">
                  <a16:creationId xmlns:a16="http://schemas.microsoft.com/office/drawing/2014/main" id="{824F36CA-9BA7-4F28-BF99-6C6CAF86E6D5}"/>
                </a:ext>
              </a:extLst>
            </p:cNvPr>
            <p:cNvSpPr/>
            <p:nvPr/>
          </p:nvSpPr>
          <p:spPr>
            <a:xfrm>
              <a:off x="6533630" y="2639603"/>
              <a:ext cx="176036" cy="21730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lIns="36000" tIns="36000" rIns="36000" bIns="36000">
              <a:spAutoFit/>
            </a:bodyPr>
            <a:lstStyle/>
            <a:p>
              <a:endParaRPr lang="zh-CN" altLang="en-US" sz="1000" dirty="0"/>
            </a:p>
          </p:txBody>
        </p:sp>
        <p:sp>
          <p:nvSpPr>
            <p:cNvPr id="137" name="矩形 136">
              <a:extLst>
                <a:ext uri="{FF2B5EF4-FFF2-40B4-BE49-F238E27FC236}">
                  <a16:creationId xmlns:a16="http://schemas.microsoft.com/office/drawing/2014/main" id="{3FF5DE66-11F3-4941-A03D-8ED9C94D6B18}"/>
                </a:ext>
              </a:extLst>
            </p:cNvPr>
            <p:cNvSpPr/>
            <p:nvPr/>
          </p:nvSpPr>
          <p:spPr>
            <a:xfrm>
              <a:off x="6723375" y="2639603"/>
              <a:ext cx="74690" cy="21730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lIns="36000" tIns="36000" rIns="36000" bIns="36000">
              <a:spAutoFit/>
            </a:bodyPr>
            <a:lstStyle/>
            <a:p>
              <a:endParaRPr lang="zh-CN" altLang="en-US" sz="1000" dirty="0"/>
            </a:p>
          </p:txBody>
        </p:sp>
        <p:sp>
          <p:nvSpPr>
            <p:cNvPr id="138" name="矩形 137">
              <a:extLst>
                <a:ext uri="{FF2B5EF4-FFF2-40B4-BE49-F238E27FC236}">
                  <a16:creationId xmlns:a16="http://schemas.microsoft.com/office/drawing/2014/main" id="{2B6A5C91-E33D-4DD8-B9E1-F054AB5C1108}"/>
                </a:ext>
              </a:extLst>
            </p:cNvPr>
            <p:cNvSpPr/>
            <p:nvPr/>
          </p:nvSpPr>
          <p:spPr>
            <a:xfrm>
              <a:off x="6811774" y="2639603"/>
              <a:ext cx="74690" cy="21730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lIns="36000" tIns="36000" rIns="36000" bIns="36000">
              <a:spAutoFit/>
            </a:bodyPr>
            <a:lstStyle/>
            <a:p>
              <a:endParaRPr lang="zh-CN" altLang="en-US" sz="1000" dirty="0"/>
            </a:p>
          </p:txBody>
        </p:sp>
        <p:sp>
          <p:nvSpPr>
            <p:cNvPr id="139" name="矩形 138">
              <a:extLst>
                <a:ext uri="{FF2B5EF4-FFF2-40B4-BE49-F238E27FC236}">
                  <a16:creationId xmlns:a16="http://schemas.microsoft.com/office/drawing/2014/main" id="{B4BD9710-E1A2-4990-9E6F-4D7C9235A513}"/>
                </a:ext>
              </a:extLst>
            </p:cNvPr>
            <p:cNvSpPr/>
            <p:nvPr/>
          </p:nvSpPr>
          <p:spPr>
            <a:xfrm>
              <a:off x="6900173" y="2639603"/>
              <a:ext cx="74690" cy="21730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lIns="36000" tIns="36000" rIns="36000" bIns="36000">
              <a:spAutoFit/>
            </a:bodyPr>
            <a:lstStyle/>
            <a:p>
              <a:endParaRPr lang="zh-CN" altLang="en-US" sz="1000" dirty="0"/>
            </a:p>
          </p:txBody>
        </p:sp>
        <p:cxnSp>
          <p:nvCxnSpPr>
            <p:cNvPr id="140" name="直接箭头连接符 79">
              <a:extLst>
                <a:ext uri="{FF2B5EF4-FFF2-40B4-BE49-F238E27FC236}">
                  <a16:creationId xmlns:a16="http://schemas.microsoft.com/office/drawing/2014/main" id="{59691295-61FB-4278-BA05-7C6761DCF679}"/>
                </a:ext>
              </a:extLst>
            </p:cNvPr>
            <p:cNvCxnSpPr>
              <a:cxnSpLocks/>
              <a:stCxn id="139" idx="2"/>
              <a:endCxn id="145" idx="1"/>
            </p:cNvCxnSpPr>
            <p:nvPr/>
          </p:nvCxnSpPr>
          <p:spPr>
            <a:xfrm rot="16200000" flipH="1">
              <a:off x="7037541" y="2756880"/>
              <a:ext cx="160160" cy="360206"/>
            </a:xfrm>
            <a:prstGeom prst="curvedConnector2">
              <a:avLst/>
            </a:prstGeom>
            <a:ln w="12700">
              <a:solidFill>
                <a:srgbClr val="FF0000"/>
              </a:solidFill>
              <a:headEnd type="oval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1" name="矩形 140">
              <a:extLst>
                <a:ext uri="{FF2B5EF4-FFF2-40B4-BE49-F238E27FC236}">
                  <a16:creationId xmlns:a16="http://schemas.microsoft.com/office/drawing/2014/main" id="{F71985F4-42B8-4FFB-9904-A8E825D4E62D}"/>
                </a:ext>
              </a:extLst>
            </p:cNvPr>
            <p:cNvSpPr/>
            <p:nvPr/>
          </p:nvSpPr>
          <p:spPr>
            <a:xfrm>
              <a:off x="6553108" y="3584890"/>
              <a:ext cx="1383960" cy="22659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lIns="36000" tIns="36000" rIns="36000" bIns="36000">
              <a:spAutoFit/>
            </a:bodyPr>
            <a:lstStyle/>
            <a:p>
              <a:r>
                <a:rPr lang="fr-FR" altLang="zh-CN" sz="1000" dirty="0">
                  <a:latin typeface="NimbusRomDOT-Reg"/>
                </a:rPr>
                <a:t>65 Katz Comp. Sci. 75000</a:t>
              </a:r>
              <a:endParaRPr lang="zh-CN" altLang="en-US" sz="1000" dirty="0"/>
            </a:p>
          </p:txBody>
        </p:sp>
        <p:sp>
          <p:nvSpPr>
            <p:cNvPr id="142" name="矩形 141">
              <a:extLst>
                <a:ext uri="{FF2B5EF4-FFF2-40B4-BE49-F238E27FC236}">
                  <a16:creationId xmlns:a16="http://schemas.microsoft.com/office/drawing/2014/main" id="{1C9CBEDC-22A4-4282-A8EC-9F019254C0F2}"/>
                </a:ext>
              </a:extLst>
            </p:cNvPr>
            <p:cNvSpPr/>
            <p:nvPr/>
          </p:nvSpPr>
          <p:spPr>
            <a:xfrm>
              <a:off x="6556512" y="3358299"/>
              <a:ext cx="1154731" cy="22659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lIns="36000" tIns="36000" rIns="36000" bIns="36000">
              <a:spAutoFit/>
            </a:bodyPr>
            <a:lstStyle/>
            <a:p>
              <a:r>
                <a:rPr lang="en-US" altLang="zh-CN" sz="1000" dirty="0" err="1">
                  <a:latin typeface="NimbusRomDOT-Reg"/>
                </a:rPr>
                <a:t>alifieri</a:t>
              </a:r>
              <a:r>
                <a:rPr lang="en-US" altLang="zh-CN" sz="1000" dirty="0">
                  <a:latin typeface="NimbusRomDOT-Reg"/>
                </a:rPr>
                <a:t> History 62000</a:t>
              </a:r>
              <a:endParaRPr lang="zh-CN" altLang="en-US" sz="1000" dirty="0"/>
            </a:p>
          </p:txBody>
        </p:sp>
        <p:sp>
          <p:nvSpPr>
            <p:cNvPr id="143" name="矩形 142">
              <a:extLst>
                <a:ext uri="{FF2B5EF4-FFF2-40B4-BE49-F238E27FC236}">
                  <a16:creationId xmlns:a16="http://schemas.microsoft.com/office/drawing/2014/main" id="{361AC6FA-F73A-43C8-B17C-D66BE52F37B2}"/>
                </a:ext>
              </a:extLst>
            </p:cNvPr>
            <p:cNvSpPr/>
            <p:nvPr/>
          </p:nvSpPr>
          <p:spPr>
            <a:xfrm>
              <a:off x="7667499" y="3358299"/>
              <a:ext cx="269873" cy="22659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lIns="36000" tIns="36000" rIns="36000" bIns="36000">
              <a:spAutoFit/>
            </a:bodyPr>
            <a:lstStyle/>
            <a:p>
              <a:r>
                <a:rPr lang="fr-FR" altLang="zh-CN" sz="1000" dirty="0">
                  <a:latin typeface="NimbusRomDOT-Reg"/>
                </a:rPr>
                <a:t>455</a:t>
              </a:r>
              <a:endParaRPr lang="zh-CN" altLang="en-US" sz="1000" dirty="0"/>
            </a:p>
          </p:txBody>
        </p:sp>
        <p:sp>
          <p:nvSpPr>
            <p:cNvPr id="144" name="矩形 143">
              <a:extLst>
                <a:ext uri="{FF2B5EF4-FFF2-40B4-BE49-F238E27FC236}">
                  <a16:creationId xmlns:a16="http://schemas.microsoft.com/office/drawing/2014/main" id="{94173442-BEBE-423F-8BED-F9624E585296}"/>
                </a:ext>
              </a:extLst>
            </p:cNvPr>
            <p:cNvSpPr/>
            <p:nvPr/>
          </p:nvSpPr>
          <p:spPr>
            <a:xfrm>
              <a:off x="6554722" y="3132522"/>
              <a:ext cx="928707" cy="22659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lIns="36000" tIns="36000" rIns="36000" bIns="36000">
              <a:spAutoFit/>
            </a:bodyPr>
            <a:lstStyle/>
            <a:p>
              <a:r>
                <a:rPr lang="en-US" altLang="zh-CN" sz="1000" dirty="0">
                  <a:latin typeface="NimbusRomDOT-Reg"/>
                </a:rPr>
                <a:t>h Finance 80000</a:t>
              </a:r>
              <a:endParaRPr lang="zh-CN" altLang="en-US" sz="1000" dirty="0"/>
            </a:p>
          </p:txBody>
        </p:sp>
        <p:sp>
          <p:nvSpPr>
            <p:cNvPr id="145" name="矩形 144">
              <a:extLst>
                <a:ext uri="{FF2B5EF4-FFF2-40B4-BE49-F238E27FC236}">
                  <a16:creationId xmlns:a16="http://schemas.microsoft.com/office/drawing/2014/main" id="{36CD2F02-713C-43C9-A447-9F92E8100E37}"/>
                </a:ext>
              </a:extLst>
            </p:cNvPr>
            <p:cNvSpPr/>
            <p:nvPr/>
          </p:nvSpPr>
          <p:spPr>
            <a:xfrm>
              <a:off x="7297724" y="2903767"/>
              <a:ext cx="646578" cy="22659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lIns="36000" tIns="36000" rIns="36000" bIns="36000">
              <a:spAutoFit/>
            </a:bodyPr>
            <a:lstStyle/>
            <a:p>
              <a:r>
                <a:rPr lang="en-US" altLang="zh-CN" sz="1000" dirty="0">
                  <a:latin typeface="NimbusRomDOT-Reg"/>
                </a:rPr>
                <a:t>76543 Sing</a:t>
              </a:r>
              <a:endParaRPr lang="zh-CN" altLang="en-US" sz="1000" dirty="0"/>
            </a:p>
          </p:txBody>
        </p:sp>
        <p:sp>
          <p:nvSpPr>
            <p:cNvPr id="146" name="矩形 145">
              <a:extLst>
                <a:ext uri="{FF2B5EF4-FFF2-40B4-BE49-F238E27FC236}">
                  <a16:creationId xmlns:a16="http://schemas.microsoft.com/office/drawing/2014/main" id="{BA78D7B2-3DDB-41B6-BF64-4B07A3812DD8}"/>
                </a:ext>
              </a:extLst>
            </p:cNvPr>
            <p:cNvSpPr/>
            <p:nvPr/>
          </p:nvSpPr>
          <p:spPr>
            <a:xfrm>
              <a:off x="7445200" y="3131033"/>
              <a:ext cx="499102" cy="22659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lIns="36000" tIns="36000" rIns="36000" bIns="36000">
              <a:spAutoFit/>
            </a:bodyPr>
            <a:lstStyle/>
            <a:p>
              <a:r>
                <a:rPr lang="en-US" altLang="zh-CN" sz="1000" dirty="0">
                  <a:latin typeface="NimbusRomDOT-Reg"/>
                </a:rPr>
                <a:t>58583 C</a:t>
              </a:r>
              <a:endParaRPr lang="zh-CN" altLang="en-US" sz="1000" dirty="0"/>
            </a:p>
          </p:txBody>
        </p:sp>
        <p:cxnSp>
          <p:nvCxnSpPr>
            <p:cNvPr id="147" name="直接箭头连接符 79">
              <a:extLst>
                <a:ext uri="{FF2B5EF4-FFF2-40B4-BE49-F238E27FC236}">
                  <a16:creationId xmlns:a16="http://schemas.microsoft.com/office/drawing/2014/main" id="{34DDC9A0-BC29-40D8-90DA-DF0E3BED03B5}"/>
                </a:ext>
              </a:extLst>
            </p:cNvPr>
            <p:cNvCxnSpPr>
              <a:cxnSpLocks/>
              <a:stCxn id="137" idx="2"/>
              <a:endCxn id="143" idx="1"/>
            </p:cNvCxnSpPr>
            <p:nvPr/>
          </p:nvCxnSpPr>
          <p:spPr>
            <a:xfrm rot="16200000" flipH="1">
              <a:off x="6906763" y="2710859"/>
              <a:ext cx="614692" cy="906779"/>
            </a:xfrm>
            <a:prstGeom prst="curvedConnector2">
              <a:avLst/>
            </a:prstGeom>
            <a:ln w="12700">
              <a:solidFill>
                <a:srgbClr val="FF0000"/>
              </a:solidFill>
              <a:headEnd type="oval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直接箭头连接符 79">
              <a:extLst>
                <a:ext uri="{FF2B5EF4-FFF2-40B4-BE49-F238E27FC236}">
                  <a16:creationId xmlns:a16="http://schemas.microsoft.com/office/drawing/2014/main" id="{00ECF010-D6B6-4BC1-BC97-586CE5493752}"/>
                </a:ext>
              </a:extLst>
            </p:cNvPr>
            <p:cNvCxnSpPr>
              <a:cxnSpLocks/>
              <a:stCxn id="138" idx="2"/>
              <a:endCxn id="146" idx="1"/>
            </p:cNvCxnSpPr>
            <p:nvPr/>
          </p:nvCxnSpPr>
          <p:spPr>
            <a:xfrm rot="16200000" flipH="1">
              <a:off x="6953446" y="2752575"/>
              <a:ext cx="387426" cy="596081"/>
            </a:xfrm>
            <a:prstGeom prst="curvedConnector2">
              <a:avLst/>
            </a:prstGeom>
            <a:ln w="12700">
              <a:solidFill>
                <a:srgbClr val="FF0000"/>
              </a:solidFill>
              <a:headEnd type="oval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9" name="组合 148">
            <a:extLst>
              <a:ext uri="{FF2B5EF4-FFF2-40B4-BE49-F238E27FC236}">
                <a16:creationId xmlns:a16="http://schemas.microsoft.com/office/drawing/2014/main" id="{141C7FBE-9771-495B-A3F8-2BA060B5446C}"/>
              </a:ext>
            </a:extLst>
          </p:cNvPr>
          <p:cNvGrpSpPr/>
          <p:nvPr/>
        </p:nvGrpSpPr>
        <p:grpSpPr>
          <a:xfrm>
            <a:off x="9368920" y="4467444"/>
            <a:ext cx="1525024" cy="1248642"/>
            <a:chOff x="5479365" y="3612513"/>
            <a:chExt cx="1525024" cy="1248642"/>
          </a:xfrm>
        </p:grpSpPr>
        <p:sp>
          <p:nvSpPr>
            <p:cNvPr id="150" name="矩形 149">
              <a:extLst>
                <a:ext uri="{FF2B5EF4-FFF2-40B4-BE49-F238E27FC236}">
                  <a16:creationId xmlns:a16="http://schemas.microsoft.com/office/drawing/2014/main" id="{F6698543-CEF0-4B85-B61C-A2365CB6932A}"/>
                </a:ext>
              </a:extLst>
            </p:cNvPr>
            <p:cNvSpPr/>
            <p:nvPr/>
          </p:nvSpPr>
          <p:spPr>
            <a:xfrm>
              <a:off x="5479365" y="3612513"/>
              <a:ext cx="1525024" cy="1248642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1" name="矩形 150">
              <a:extLst>
                <a:ext uri="{FF2B5EF4-FFF2-40B4-BE49-F238E27FC236}">
                  <a16:creationId xmlns:a16="http://schemas.microsoft.com/office/drawing/2014/main" id="{5AE4EAED-243D-4EA7-9730-978AD1129D4C}"/>
                </a:ext>
              </a:extLst>
            </p:cNvPr>
            <p:cNvSpPr/>
            <p:nvPr/>
          </p:nvSpPr>
          <p:spPr>
            <a:xfrm>
              <a:off x="5530419" y="3681255"/>
              <a:ext cx="176036" cy="21730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lIns="36000" tIns="36000" rIns="36000" bIns="36000">
              <a:spAutoFit/>
            </a:bodyPr>
            <a:lstStyle/>
            <a:p>
              <a:endParaRPr lang="zh-CN" altLang="en-US" sz="1000" dirty="0"/>
            </a:p>
          </p:txBody>
        </p:sp>
        <p:sp>
          <p:nvSpPr>
            <p:cNvPr id="152" name="矩形 151">
              <a:extLst>
                <a:ext uri="{FF2B5EF4-FFF2-40B4-BE49-F238E27FC236}">
                  <a16:creationId xmlns:a16="http://schemas.microsoft.com/office/drawing/2014/main" id="{4EF60753-862F-4BAB-9A21-5BA88D5E9702}"/>
                </a:ext>
              </a:extLst>
            </p:cNvPr>
            <p:cNvSpPr/>
            <p:nvPr/>
          </p:nvSpPr>
          <p:spPr>
            <a:xfrm>
              <a:off x="5720164" y="3681255"/>
              <a:ext cx="74690" cy="21730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lIns="36000" tIns="36000" rIns="36000" bIns="36000">
              <a:spAutoFit/>
            </a:bodyPr>
            <a:lstStyle/>
            <a:p>
              <a:endParaRPr lang="zh-CN" altLang="en-US" sz="1000" dirty="0"/>
            </a:p>
          </p:txBody>
        </p:sp>
        <p:sp>
          <p:nvSpPr>
            <p:cNvPr id="153" name="矩形 152">
              <a:extLst>
                <a:ext uri="{FF2B5EF4-FFF2-40B4-BE49-F238E27FC236}">
                  <a16:creationId xmlns:a16="http://schemas.microsoft.com/office/drawing/2014/main" id="{38F1EBD7-A0F4-4868-A6A6-F1EC9174F6DB}"/>
                </a:ext>
              </a:extLst>
            </p:cNvPr>
            <p:cNvSpPr/>
            <p:nvPr/>
          </p:nvSpPr>
          <p:spPr>
            <a:xfrm>
              <a:off x="5808563" y="3681255"/>
              <a:ext cx="74690" cy="21730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lIns="36000" tIns="36000" rIns="36000" bIns="36000">
              <a:spAutoFit/>
            </a:bodyPr>
            <a:lstStyle/>
            <a:p>
              <a:endParaRPr lang="zh-CN" altLang="en-US" sz="1000" dirty="0"/>
            </a:p>
          </p:txBody>
        </p:sp>
        <p:sp>
          <p:nvSpPr>
            <p:cNvPr id="154" name="矩形 153">
              <a:extLst>
                <a:ext uri="{FF2B5EF4-FFF2-40B4-BE49-F238E27FC236}">
                  <a16:creationId xmlns:a16="http://schemas.microsoft.com/office/drawing/2014/main" id="{99D5286E-E9D5-4D56-8319-5E1F6E003C08}"/>
                </a:ext>
              </a:extLst>
            </p:cNvPr>
            <p:cNvSpPr/>
            <p:nvPr/>
          </p:nvSpPr>
          <p:spPr>
            <a:xfrm>
              <a:off x="5896962" y="3681255"/>
              <a:ext cx="74690" cy="21730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lIns="36000" tIns="36000" rIns="36000" bIns="36000">
              <a:spAutoFit/>
            </a:bodyPr>
            <a:lstStyle/>
            <a:p>
              <a:endParaRPr lang="zh-CN" altLang="en-US" sz="1000" dirty="0"/>
            </a:p>
          </p:txBody>
        </p:sp>
        <p:cxnSp>
          <p:nvCxnSpPr>
            <p:cNvPr id="155" name="直接箭头连接符 79">
              <a:extLst>
                <a:ext uri="{FF2B5EF4-FFF2-40B4-BE49-F238E27FC236}">
                  <a16:creationId xmlns:a16="http://schemas.microsoft.com/office/drawing/2014/main" id="{0DAB04F3-A0E6-4535-8E74-1D68415DB2B9}"/>
                </a:ext>
              </a:extLst>
            </p:cNvPr>
            <p:cNvCxnSpPr>
              <a:cxnSpLocks/>
              <a:stCxn id="154" idx="2"/>
              <a:endCxn id="159" idx="1"/>
            </p:cNvCxnSpPr>
            <p:nvPr/>
          </p:nvCxnSpPr>
          <p:spPr>
            <a:xfrm rot="16200000" flipH="1">
              <a:off x="6196282" y="3636579"/>
              <a:ext cx="116708" cy="640659"/>
            </a:xfrm>
            <a:prstGeom prst="curvedConnector2">
              <a:avLst/>
            </a:prstGeom>
            <a:ln w="12700">
              <a:solidFill>
                <a:srgbClr val="FF0000"/>
              </a:solidFill>
              <a:headEnd type="oval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6" name="矩形 155">
              <a:extLst>
                <a:ext uri="{FF2B5EF4-FFF2-40B4-BE49-F238E27FC236}">
                  <a16:creationId xmlns:a16="http://schemas.microsoft.com/office/drawing/2014/main" id="{284EA492-BB98-4369-A947-07846C77772C}"/>
                </a:ext>
              </a:extLst>
            </p:cNvPr>
            <p:cNvSpPr/>
            <p:nvPr/>
          </p:nvSpPr>
          <p:spPr>
            <a:xfrm>
              <a:off x="5524004" y="4581743"/>
              <a:ext cx="1452889" cy="22659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lIns="36000" tIns="36000" rIns="36000" bIns="36000">
              <a:spAutoFit/>
            </a:bodyPr>
            <a:lstStyle/>
            <a:p>
              <a:r>
                <a:rPr lang="en-US" altLang="zh-CN" sz="1000" dirty="0">
                  <a:latin typeface="NimbusRomDOT-Reg"/>
                </a:rPr>
                <a:t>76766 Crick Biology 72000</a:t>
              </a:r>
              <a:endParaRPr lang="zh-CN" altLang="en-US" sz="1000" dirty="0"/>
            </a:p>
          </p:txBody>
        </p:sp>
        <p:sp>
          <p:nvSpPr>
            <p:cNvPr id="157" name="矩形 156">
              <a:extLst>
                <a:ext uri="{FF2B5EF4-FFF2-40B4-BE49-F238E27FC236}">
                  <a16:creationId xmlns:a16="http://schemas.microsoft.com/office/drawing/2014/main" id="{BB706C89-571A-4D0D-A874-0072F6C18855}"/>
                </a:ext>
              </a:extLst>
            </p:cNvPr>
            <p:cNvSpPr/>
            <p:nvPr/>
          </p:nvSpPr>
          <p:spPr>
            <a:xfrm>
              <a:off x="5529357" y="4355151"/>
              <a:ext cx="1449683" cy="22659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lIns="36000" tIns="36000" rIns="36000" bIns="36000">
              <a:spAutoFit/>
            </a:bodyPr>
            <a:lstStyle/>
            <a:p>
              <a:r>
                <a:rPr lang="fr-FR" altLang="zh-CN" sz="1000" dirty="0">
                  <a:latin typeface="NimbusRomDOT-Reg"/>
                </a:rPr>
                <a:t>1 Brandt Comp. Sci. 92000</a:t>
              </a:r>
              <a:endParaRPr lang="zh-CN" altLang="en-US" sz="1000" dirty="0"/>
            </a:p>
          </p:txBody>
        </p:sp>
        <p:sp>
          <p:nvSpPr>
            <p:cNvPr id="158" name="矩形 157">
              <a:extLst>
                <a:ext uri="{FF2B5EF4-FFF2-40B4-BE49-F238E27FC236}">
                  <a16:creationId xmlns:a16="http://schemas.microsoft.com/office/drawing/2014/main" id="{39C2807A-50E4-41F3-859C-E27D3CFB1B59}"/>
                </a:ext>
              </a:extLst>
            </p:cNvPr>
            <p:cNvSpPr/>
            <p:nvPr/>
          </p:nvSpPr>
          <p:spPr>
            <a:xfrm>
              <a:off x="5520148" y="4128559"/>
              <a:ext cx="1151525" cy="22659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lIns="36000" tIns="36000" rIns="36000" bIns="36000">
              <a:spAutoFit/>
            </a:bodyPr>
            <a:lstStyle/>
            <a:p>
              <a:r>
                <a:rPr lang="pt-BR" altLang="zh-CN" sz="1000" dirty="0">
                  <a:latin typeface="NimbusRomDOT-Reg"/>
                </a:rPr>
                <a:t>Kim Elec. Eng. 80000</a:t>
              </a:r>
              <a:endParaRPr lang="zh-CN" altLang="en-US" sz="1000" dirty="0"/>
            </a:p>
          </p:txBody>
        </p:sp>
        <p:sp>
          <p:nvSpPr>
            <p:cNvPr id="159" name="矩形 158">
              <a:extLst>
                <a:ext uri="{FF2B5EF4-FFF2-40B4-BE49-F238E27FC236}">
                  <a16:creationId xmlns:a16="http://schemas.microsoft.com/office/drawing/2014/main" id="{F3EDB08D-B9B1-4992-B118-15C8AACEF498}"/>
                </a:ext>
              </a:extLst>
            </p:cNvPr>
            <p:cNvSpPr/>
            <p:nvPr/>
          </p:nvSpPr>
          <p:spPr>
            <a:xfrm>
              <a:off x="6574966" y="3901967"/>
              <a:ext cx="401319" cy="22659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lIns="36000" tIns="36000" rIns="36000" bIns="36000">
              <a:spAutoFit/>
            </a:bodyPr>
            <a:lstStyle/>
            <a:p>
              <a:r>
                <a:rPr lang="pt-BR" altLang="zh-CN" sz="1000" dirty="0">
                  <a:latin typeface="NimbusRomDOT-Reg"/>
                </a:rPr>
                <a:t>98345</a:t>
              </a:r>
              <a:endParaRPr lang="zh-CN" altLang="en-US" sz="1000" dirty="0"/>
            </a:p>
          </p:txBody>
        </p:sp>
        <p:sp>
          <p:nvSpPr>
            <p:cNvPr id="160" name="矩形 159">
              <a:extLst>
                <a:ext uri="{FF2B5EF4-FFF2-40B4-BE49-F238E27FC236}">
                  <a16:creationId xmlns:a16="http://schemas.microsoft.com/office/drawing/2014/main" id="{C608DCE2-0F70-4543-A14C-23208693C937}"/>
                </a:ext>
              </a:extLst>
            </p:cNvPr>
            <p:cNvSpPr/>
            <p:nvPr/>
          </p:nvSpPr>
          <p:spPr>
            <a:xfrm>
              <a:off x="6640689" y="4128559"/>
              <a:ext cx="335596" cy="22659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lIns="36000" tIns="36000" rIns="36000" bIns="36000">
              <a:spAutoFit/>
            </a:bodyPr>
            <a:lstStyle/>
            <a:p>
              <a:r>
                <a:rPr lang="fr-FR" altLang="zh-CN" sz="1000" dirty="0">
                  <a:latin typeface="NimbusRomDOT-Reg"/>
                </a:rPr>
                <a:t>8382</a:t>
              </a:r>
              <a:endParaRPr lang="zh-CN" altLang="en-US" sz="1000" dirty="0"/>
            </a:p>
          </p:txBody>
        </p:sp>
        <p:cxnSp>
          <p:nvCxnSpPr>
            <p:cNvPr id="161" name="直接箭头连接符 79">
              <a:extLst>
                <a:ext uri="{FF2B5EF4-FFF2-40B4-BE49-F238E27FC236}">
                  <a16:creationId xmlns:a16="http://schemas.microsoft.com/office/drawing/2014/main" id="{782062AB-1E54-4992-8300-BE067C34F5AA}"/>
                </a:ext>
              </a:extLst>
            </p:cNvPr>
            <p:cNvCxnSpPr>
              <a:cxnSpLocks/>
              <a:stCxn id="153" idx="2"/>
              <a:endCxn id="160" idx="1"/>
            </p:cNvCxnSpPr>
            <p:nvPr/>
          </p:nvCxnSpPr>
          <p:spPr>
            <a:xfrm rot="16200000" flipH="1">
              <a:off x="6071648" y="3672814"/>
              <a:ext cx="343300" cy="794781"/>
            </a:xfrm>
            <a:prstGeom prst="curvedConnector2">
              <a:avLst/>
            </a:prstGeom>
            <a:ln w="12700">
              <a:solidFill>
                <a:srgbClr val="FF0000"/>
              </a:solidFill>
              <a:headEnd type="oval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直接箭头连接符 79">
              <a:extLst>
                <a:ext uri="{FF2B5EF4-FFF2-40B4-BE49-F238E27FC236}">
                  <a16:creationId xmlns:a16="http://schemas.microsoft.com/office/drawing/2014/main" id="{67E099BC-BF42-4380-8BBC-2F68B069D182}"/>
                </a:ext>
              </a:extLst>
            </p:cNvPr>
            <p:cNvCxnSpPr>
              <a:cxnSpLocks/>
              <a:stCxn id="152" idx="2"/>
              <a:endCxn id="156" idx="1"/>
            </p:cNvCxnSpPr>
            <p:nvPr/>
          </p:nvCxnSpPr>
          <p:spPr>
            <a:xfrm rot="5400000">
              <a:off x="5242515" y="4180045"/>
              <a:ext cx="796484" cy="233505"/>
            </a:xfrm>
            <a:prstGeom prst="curvedConnector4">
              <a:avLst>
                <a:gd name="adj1" fmla="val 12939"/>
                <a:gd name="adj2" fmla="val 138307"/>
              </a:avLst>
            </a:prstGeom>
            <a:ln w="12700">
              <a:solidFill>
                <a:srgbClr val="FF0000"/>
              </a:solidFill>
              <a:headEnd type="oval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DD3259B9-A051-4BB3-B677-DA64A8969AD3}"/>
              </a:ext>
            </a:extLst>
          </p:cNvPr>
          <p:cNvGrpSpPr/>
          <p:nvPr/>
        </p:nvGrpSpPr>
        <p:grpSpPr>
          <a:xfrm>
            <a:off x="8518483" y="1445036"/>
            <a:ext cx="1525024" cy="1059168"/>
            <a:chOff x="7966974" y="1323693"/>
            <a:chExt cx="1525024" cy="1059168"/>
          </a:xfrm>
        </p:grpSpPr>
        <p:sp>
          <p:nvSpPr>
            <p:cNvPr id="168" name="矩形 167">
              <a:extLst>
                <a:ext uri="{FF2B5EF4-FFF2-40B4-BE49-F238E27FC236}">
                  <a16:creationId xmlns:a16="http://schemas.microsoft.com/office/drawing/2014/main" id="{21ADB252-65B6-400D-B655-CAA3CB04CC88}"/>
                </a:ext>
              </a:extLst>
            </p:cNvPr>
            <p:cNvSpPr/>
            <p:nvPr/>
          </p:nvSpPr>
          <p:spPr>
            <a:xfrm>
              <a:off x="7966974" y="1323693"/>
              <a:ext cx="1525024" cy="105916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2" name="矩形 191">
              <a:extLst>
                <a:ext uri="{FF2B5EF4-FFF2-40B4-BE49-F238E27FC236}">
                  <a16:creationId xmlns:a16="http://schemas.microsoft.com/office/drawing/2014/main" id="{F9ADB8E2-866F-4FCE-AC42-5B383DD6BB45}"/>
                </a:ext>
              </a:extLst>
            </p:cNvPr>
            <p:cNvSpPr/>
            <p:nvPr/>
          </p:nvSpPr>
          <p:spPr>
            <a:xfrm>
              <a:off x="8985272" y="2092669"/>
              <a:ext cx="472225" cy="22659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lIns="36000" tIns="36000" rIns="36000" bIns="36000">
              <a:spAutoFit/>
            </a:bodyPr>
            <a:lstStyle/>
            <a:p>
              <a:pPr algn="ctr"/>
              <a:r>
                <a:rPr lang="it-IT" altLang="zh-CN" sz="1000" dirty="0">
                  <a:latin typeface="NimbusRomDOT-Reg"/>
                </a:rPr>
                <a:t>98345</a:t>
              </a:r>
              <a:endParaRPr lang="zh-CN" altLang="en-US" sz="1000" dirty="0"/>
            </a:p>
          </p:txBody>
        </p:sp>
        <p:sp>
          <p:nvSpPr>
            <p:cNvPr id="193" name="矩形 192">
              <a:extLst>
                <a:ext uri="{FF2B5EF4-FFF2-40B4-BE49-F238E27FC236}">
                  <a16:creationId xmlns:a16="http://schemas.microsoft.com/office/drawing/2014/main" id="{4B9CB585-EDB1-412C-82AC-83C032C51EED}"/>
                </a:ext>
              </a:extLst>
            </p:cNvPr>
            <p:cNvSpPr/>
            <p:nvPr/>
          </p:nvSpPr>
          <p:spPr>
            <a:xfrm>
              <a:off x="8501190" y="2096205"/>
              <a:ext cx="472225" cy="22659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lIns="36000" tIns="36000" rIns="36000" bIns="36000">
              <a:spAutoFit/>
            </a:bodyPr>
            <a:lstStyle/>
            <a:p>
              <a:pPr algn="ctr"/>
              <a:r>
                <a:rPr lang="it-IT" altLang="zh-CN" sz="1000" dirty="0">
                  <a:latin typeface="NimbusRomDOT-Reg"/>
                </a:rPr>
                <a:t>83821</a:t>
              </a:r>
              <a:endParaRPr lang="zh-CN" altLang="en-US" sz="1000" dirty="0"/>
            </a:p>
          </p:txBody>
        </p:sp>
        <p:sp>
          <p:nvSpPr>
            <p:cNvPr id="194" name="矩形 193">
              <a:extLst>
                <a:ext uri="{FF2B5EF4-FFF2-40B4-BE49-F238E27FC236}">
                  <a16:creationId xmlns:a16="http://schemas.microsoft.com/office/drawing/2014/main" id="{17D3CB98-5377-4E2D-A5D3-63533E33B34C}"/>
                </a:ext>
              </a:extLst>
            </p:cNvPr>
            <p:cNvSpPr/>
            <p:nvPr/>
          </p:nvSpPr>
          <p:spPr>
            <a:xfrm>
              <a:off x="8017108" y="2093757"/>
              <a:ext cx="472225" cy="22659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lIns="36000" tIns="36000" rIns="36000" bIns="36000">
              <a:spAutoFit/>
            </a:bodyPr>
            <a:lstStyle/>
            <a:p>
              <a:pPr algn="ctr"/>
              <a:r>
                <a:rPr lang="it-IT" altLang="zh-CN" sz="1000" dirty="0">
                  <a:latin typeface="NimbusRomDOT-Reg"/>
                </a:rPr>
                <a:t>76766</a:t>
              </a:r>
              <a:endParaRPr lang="zh-CN" altLang="en-US" sz="1000" dirty="0"/>
            </a:p>
          </p:txBody>
        </p:sp>
        <p:sp>
          <p:nvSpPr>
            <p:cNvPr id="195" name="矩形 194">
              <a:extLst>
                <a:ext uri="{FF2B5EF4-FFF2-40B4-BE49-F238E27FC236}">
                  <a16:creationId xmlns:a16="http://schemas.microsoft.com/office/drawing/2014/main" id="{AEF66BC8-DD7F-4D65-971A-413F47AAB653}"/>
                </a:ext>
              </a:extLst>
            </p:cNvPr>
            <p:cNvSpPr/>
            <p:nvPr/>
          </p:nvSpPr>
          <p:spPr>
            <a:xfrm>
              <a:off x="8985272" y="1852940"/>
              <a:ext cx="472225" cy="22659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lIns="36000" tIns="36000" rIns="36000" bIns="36000">
              <a:spAutoFit/>
            </a:bodyPr>
            <a:lstStyle/>
            <a:p>
              <a:pPr algn="ctr"/>
              <a:r>
                <a:rPr lang="it-IT" altLang="zh-CN" sz="1000" dirty="0">
                  <a:latin typeface="NimbusRomDOT-Reg"/>
                </a:rPr>
                <a:t>76543</a:t>
              </a:r>
              <a:endParaRPr lang="zh-CN" altLang="en-US" sz="1000" dirty="0"/>
            </a:p>
          </p:txBody>
        </p:sp>
        <p:sp>
          <p:nvSpPr>
            <p:cNvPr id="196" name="矩形 195">
              <a:extLst>
                <a:ext uri="{FF2B5EF4-FFF2-40B4-BE49-F238E27FC236}">
                  <a16:creationId xmlns:a16="http://schemas.microsoft.com/office/drawing/2014/main" id="{528B4D3E-80F5-4382-9A21-F0395C49A7BF}"/>
                </a:ext>
              </a:extLst>
            </p:cNvPr>
            <p:cNvSpPr/>
            <p:nvPr/>
          </p:nvSpPr>
          <p:spPr>
            <a:xfrm>
              <a:off x="8501190" y="1856476"/>
              <a:ext cx="472225" cy="22659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lIns="36000" tIns="36000" rIns="36000" bIns="36000">
              <a:spAutoFit/>
            </a:bodyPr>
            <a:lstStyle/>
            <a:p>
              <a:pPr algn="ctr"/>
              <a:r>
                <a:rPr lang="it-IT" altLang="zh-CN" sz="1000" dirty="0">
                  <a:latin typeface="NimbusRomDOT-Reg"/>
                </a:rPr>
                <a:t>58583</a:t>
              </a:r>
              <a:endParaRPr lang="zh-CN" altLang="en-US" sz="1000" dirty="0"/>
            </a:p>
          </p:txBody>
        </p:sp>
        <p:sp>
          <p:nvSpPr>
            <p:cNvPr id="197" name="矩形 196">
              <a:extLst>
                <a:ext uri="{FF2B5EF4-FFF2-40B4-BE49-F238E27FC236}">
                  <a16:creationId xmlns:a16="http://schemas.microsoft.com/office/drawing/2014/main" id="{E3127346-A5A3-4638-9E86-06ACD6A44CC5}"/>
                </a:ext>
              </a:extLst>
            </p:cNvPr>
            <p:cNvSpPr/>
            <p:nvPr/>
          </p:nvSpPr>
          <p:spPr>
            <a:xfrm>
              <a:off x="8017108" y="1854028"/>
              <a:ext cx="472225" cy="22659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lIns="36000" tIns="36000" rIns="36000" bIns="36000">
              <a:spAutoFit/>
            </a:bodyPr>
            <a:lstStyle/>
            <a:p>
              <a:pPr algn="ctr"/>
              <a:r>
                <a:rPr lang="it-IT" altLang="zh-CN" sz="1000" dirty="0">
                  <a:latin typeface="NimbusRomDOT-Reg"/>
                </a:rPr>
                <a:t>45565</a:t>
              </a:r>
              <a:endParaRPr lang="zh-CN" altLang="en-US" sz="1000" dirty="0"/>
            </a:p>
          </p:txBody>
        </p:sp>
        <p:sp>
          <p:nvSpPr>
            <p:cNvPr id="198" name="矩形 197">
              <a:extLst>
                <a:ext uri="{FF2B5EF4-FFF2-40B4-BE49-F238E27FC236}">
                  <a16:creationId xmlns:a16="http://schemas.microsoft.com/office/drawing/2014/main" id="{DC54301E-A6E3-41DC-88A5-1E60CFA17618}"/>
                </a:ext>
              </a:extLst>
            </p:cNvPr>
            <p:cNvSpPr/>
            <p:nvPr/>
          </p:nvSpPr>
          <p:spPr>
            <a:xfrm>
              <a:off x="8981366" y="1612370"/>
              <a:ext cx="472225" cy="22659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lIns="36000" tIns="36000" rIns="36000" bIns="36000">
              <a:spAutoFit/>
            </a:bodyPr>
            <a:lstStyle/>
            <a:p>
              <a:pPr algn="ctr"/>
              <a:r>
                <a:rPr lang="it-IT" altLang="zh-CN" sz="1000" dirty="0">
                  <a:latin typeface="NimbusRomDOT-Reg"/>
                </a:rPr>
                <a:t>33456</a:t>
              </a:r>
              <a:endParaRPr lang="zh-CN" altLang="en-US" sz="1000" dirty="0"/>
            </a:p>
          </p:txBody>
        </p:sp>
        <p:sp>
          <p:nvSpPr>
            <p:cNvPr id="199" name="矩形 198">
              <a:extLst>
                <a:ext uri="{FF2B5EF4-FFF2-40B4-BE49-F238E27FC236}">
                  <a16:creationId xmlns:a16="http://schemas.microsoft.com/office/drawing/2014/main" id="{77478A67-394E-4211-9E94-7DE20C9A143C}"/>
                </a:ext>
              </a:extLst>
            </p:cNvPr>
            <p:cNvSpPr/>
            <p:nvPr/>
          </p:nvSpPr>
          <p:spPr>
            <a:xfrm>
              <a:off x="8497284" y="1615906"/>
              <a:ext cx="472225" cy="22659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lIns="36000" tIns="36000" rIns="36000" bIns="36000">
              <a:spAutoFit/>
            </a:bodyPr>
            <a:lstStyle/>
            <a:p>
              <a:pPr algn="ctr"/>
              <a:r>
                <a:rPr lang="it-IT" altLang="zh-CN" sz="1000" dirty="0">
                  <a:latin typeface="NimbusRomDOT-Reg"/>
                </a:rPr>
                <a:t>32343</a:t>
              </a:r>
              <a:endParaRPr lang="zh-CN" altLang="en-US" sz="1000" dirty="0"/>
            </a:p>
          </p:txBody>
        </p:sp>
        <p:sp>
          <p:nvSpPr>
            <p:cNvPr id="200" name="矩形 199">
              <a:extLst>
                <a:ext uri="{FF2B5EF4-FFF2-40B4-BE49-F238E27FC236}">
                  <a16:creationId xmlns:a16="http://schemas.microsoft.com/office/drawing/2014/main" id="{BADA2983-14C2-40E1-AFFA-4490669FB312}"/>
                </a:ext>
              </a:extLst>
            </p:cNvPr>
            <p:cNvSpPr/>
            <p:nvPr/>
          </p:nvSpPr>
          <p:spPr>
            <a:xfrm>
              <a:off x="8013202" y="1613458"/>
              <a:ext cx="472225" cy="22659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lIns="36000" tIns="36000" rIns="36000" bIns="36000">
              <a:spAutoFit/>
            </a:bodyPr>
            <a:lstStyle/>
            <a:p>
              <a:pPr algn="ctr"/>
              <a:r>
                <a:rPr lang="it-IT" altLang="zh-CN" sz="1000" dirty="0">
                  <a:latin typeface="NimbusRomDOT-Reg"/>
                </a:rPr>
                <a:t>22222</a:t>
              </a:r>
              <a:endParaRPr lang="zh-CN" altLang="en-US" sz="1000" dirty="0"/>
            </a:p>
          </p:txBody>
        </p:sp>
        <p:sp>
          <p:nvSpPr>
            <p:cNvPr id="201" name="矩形 200">
              <a:extLst>
                <a:ext uri="{FF2B5EF4-FFF2-40B4-BE49-F238E27FC236}">
                  <a16:creationId xmlns:a16="http://schemas.microsoft.com/office/drawing/2014/main" id="{093B5DBE-A040-4351-8675-E3F2A4B7C198}"/>
                </a:ext>
              </a:extLst>
            </p:cNvPr>
            <p:cNvSpPr/>
            <p:nvPr/>
          </p:nvSpPr>
          <p:spPr>
            <a:xfrm>
              <a:off x="8981366" y="1372641"/>
              <a:ext cx="472225" cy="22659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lIns="36000" tIns="36000" rIns="36000" bIns="36000">
              <a:spAutoFit/>
            </a:bodyPr>
            <a:lstStyle/>
            <a:p>
              <a:pPr algn="ctr"/>
              <a:r>
                <a:rPr lang="it-IT" altLang="zh-CN" sz="1000" dirty="0">
                  <a:latin typeface="NimbusRomDOT-Reg"/>
                </a:rPr>
                <a:t>15151</a:t>
              </a:r>
              <a:endParaRPr lang="zh-CN" altLang="en-US" sz="1000" dirty="0"/>
            </a:p>
          </p:txBody>
        </p:sp>
        <p:sp>
          <p:nvSpPr>
            <p:cNvPr id="202" name="矩形 201">
              <a:extLst>
                <a:ext uri="{FF2B5EF4-FFF2-40B4-BE49-F238E27FC236}">
                  <a16:creationId xmlns:a16="http://schemas.microsoft.com/office/drawing/2014/main" id="{B9FF414B-F75C-49DB-BED6-51C1ECB940DB}"/>
                </a:ext>
              </a:extLst>
            </p:cNvPr>
            <p:cNvSpPr/>
            <p:nvPr/>
          </p:nvSpPr>
          <p:spPr>
            <a:xfrm>
              <a:off x="8497284" y="1376177"/>
              <a:ext cx="472225" cy="22659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lIns="36000" tIns="36000" rIns="36000" bIns="36000">
              <a:spAutoFit/>
            </a:bodyPr>
            <a:lstStyle/>
            <a:p>
              <a:pPr algn="ctr"/>
              <a:r>
                <a:rPr lang="it-IT" altLang="zh-CN" sz="1000" dirty="0">
                  <a:latin typeface="NimbusRomDOT-Reg"/>
                </a:rPr>
                <a:t>12121</a:t>
              </a:r>
              <a:endParaRPr lang="zh-CN" altLang="en-US" sz="1000" dirty="0"/>
            </a:p>
          </p:txBody>
        </p:sp>
        <p:sp>
          <p:nvSpPr>
            <p:cNvPr id="203" name="矩形 202">
              <a:extLst>
                <a:ext uri="{FF2B5EF4-FFF2-40B4-BE49-F238E27FC236}">
                  <a16:creationId xmlns:a16="http://schemas.microsoft.com/office/drawing/2014/main" id="{5FFF1AFC-27A2-46EF-8A4A-0ACFB86769B1}"/>
                </a:ext>
              </a:extLst>
            </p:cNvPr>
            <p:cNvSpPr/>
            <p:nvPr/>
          </p:nvSpPr>
          <p:spPr>
            <a:xfrm>
              <a:off x="8013202" y="1373729"/>
              <a:ext cx="472225" cy="22659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lIns="36000" tIns="36000" rIns="36000" bIns="36000">
              <a:spAutoFit/>
            </a:bodyPr>
            <a:lstStyle/>
            <a:p>
              <a:pPr algn="ctr"/>
              <a:r>
                <a:rPr lang="it-IT" altLang="zh-CN" sz="1000" dirty="0">
                  <a:latin typeface="NimbusRomDOT-Reg"/>
                </a:rPr>
                <a:t>10101</a:t>
              </a:r>
              <a:endParaRPr lang="zh-CN" altLang="en-US" sz="1000" dirty="0"/>
            </a:p>
          </p:txBody>
        </p:sp>
      </p:grpSp>
      <p:cxnSp>
        <p:nvCxnSpPr>
          <p:cNvPr id="179" name="直接箭头连接符 79">
            <a:extLst>
              <a:ext uri="{FF2B5EF4-FFF2-40B4-BE49-F238E27FC236}">
                <a16:creationId xmlns:a16="http://schemas.microsoft.com/office/drawing/2014/main" id="{09A4E11C-0306-449F-BAD1-037543066EAE}"/>
              </a:ext>
            </a:extLst>
          </p:cNvPr>
          <p:cNvCxnSpPr>
            <a:cxnSpLocks/>
            <a:stCxn id="203" idx="3"/>
            <a:endCxn id="23" idx="0"/>
          </p:cNvCxnSpPr>
          <p:nvPr/>
        </p:nvCxnSpPr>
        <p:spPr>
          <a:xfrm flipH="1">
            <a:off x="7931991" y="1608368"/>
            <a:ext cx="1104945" cy="1500869"/>
          </a:xfrm>
          <a:prstGeom prst="curvedConnector4">
            <a:avLst>
              <a:gd name="adj1" fmla="val -20689"/>
              <a:gd name="adj2" fmla="val 53774"/>
            </a:avLst>
          </a:prstGeom>
          <a:ln w="12700">
            <a:solidFill>
              <a:srgbClr val="FF0000"/>
            </a:solidFill>
            <a:prstDash val="dash"/>
            <a:headEnd type="oval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3" name="直接箭头连接符 79">
            <a:extLst>
              <a:ext uri="{FF2B5EF4-FFF2-40B4-BE49-F238E27FC236}">
                <a16:creationId xmlns:a16="http://schemas.microsoft.com/office/drawing/2014/main" id="{B3B6993F-B9D3-4CB0-97CF-CBFD3BF3F2A1}"/>
              </a:ext>
            </a:extLst>
          </p:cNvPr>
          <p:cNvCxnSpPr>
            <a:cxnSpLocks/>
            <a:stCxn id="202" idx="3"/>
            <a:endCxn id="24" idx="0"/>
          </p:cNvCxnSpPr>
          <p:nvPr/>
        </p:nvCxnSpPr>
        <p:spPr>
          <a:xfrm flipH="1">
            <a:off x="8020390" y="1610816"/>
            <a:ext cx="1500628" cy="1498421"/>
          </a:xfrm>
          <a:prstGeom prst="curvedConnector4">
            <a:avLst>
              <a:gd name="adj1" fmla="val -15234"/>
              <a:gd name="adj2" fmla="val 53780"/>
            </a:avLst>
          </a:prstGeom>
          <a:ln w="12700">
            <a:solidFill>
              <a:srgbClr val="FF0000"/>
            </a:solidFill>
            <a:prstDash val="dash"/>
            <a:headEnd type="oval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6" name="直接箭头连接符 79">
            <a:extLst>
              <a:ext uri="{FF2B5EF4-FFF2-40B4-BE49-F238E27FC236}">
                <a16:creationId xmlns:a16="http://schemas.microsoft.com/office/drawing/2014/main" id="{50629FCF-3240-44C9-9C07-86C8F80E3157}"/>
              </a:ext>
            </a:extLst>
          </p:cNvPr>
          <p:cNvCxnSpPr>
            <a:cxnSpLocks/>
            <a:stCxn id="201" idx="3"/>
            <a:endCxn id="25" idx="0"/>
          </p:cNvCxnSpPr>
          <p:nvPr/>
        </p:nvCxnSpPr>
        <p:spPr>
          <a:xfrm flipH="1">
            <a:off x="8108789" y="1607280"/>
            <a:ext cx="1896311" cy="1501957"/>
          </a:xfrm>
          <a:prstGeom prst="curvedConnector4">
            <a:avLst>
              <a:gd name="adj1" fmla="val -12055"/>
              <a:gd name="adj2" fmla="val 53772"/>
            </a:avLst>
          </a:prstGeom>
          <a:ln w="12700">
            <a:solidFill>
              <a:srgbClr val="FF0000"/>
            </a:solidFill>
            <a:prstDash val="dash"/>
            <a:headEnd type="oval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" name="直接箭头连接符 79">
            <a:extLst>
              <a:ext uri="{FF2B5EF4-FFF2-40B4-BE49-F238E27FC236}">
                <a16:creationId xmlns:a16="http://schemas.microsoft.com/office/drawing/2014/main" id="{90184F45-3DEB-44D7-8FFE-2621A702EAC2}"/>
              </a:ext>
            </a:extLst>
          </p:cNvPr>
          <p:cNvCxnSpPr>
            <a:cxnSpLocks/>
            <a:stCxn id="200" idx="3"/>
            <a:endCxn id="32" idx="0"/>
          </p:cNvCxnSpPr>
          <p:nvPr/>
        </p:nvCxnSpPr>
        <p:spPr>
          <a:xfrm>
            <a:off x="9036936" y="1848097"/>
            <a:ext cx="629832" cy="1247888"/>
          </a:xfrm>
          <a:prstGeom prst="curvedConnector2">
            <a:avLst/>
          </a:prstGeom>
          <a:ln w="12700">
            <a:solidFill>
              <a:srgbClr val="FF0000"/>
            </a:solidFill>
            <a:prstDash val="dash"/>
            <a:headEnd type="oval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8" name="直接箭头连接符 79">
            <a:extLst>
              <a:ext uri="{FF2B5EF4-FFF2-40B4-BE49-F238E27FC236}">
                <a16:creationId xmlns:a16="http://schemas.microsoft.com/office/drawing/2014/main" id="{B62A8568-D477-4A06-97BE-8C1C40749977}"/>
              </a:ext>
            </a:extLst>
          </p:cNvPr>
          <p:cNvCxnSpPr>
            <a:cxnSpLocks/>
            <a:stCxn id="199" idx="3"/>
            <a:endCxn id="33" idx="0"/>
          </p:cNvCxnSpPr>
          <p:nvPr/>
        </p:nvCxnSpPr>
        <p:spPr>
          <a:xfrm>
            <a:off x="9521018" y="1850545"/>
            <a:ext cx="234149" cy="1245440"/>
          </a:xfrm>
          <a:prstGeom prst="curvedConnector2">
            <a:avLst/>
          </a:prstGeom>
          <a:ln w="12700">
            <a:solidFill>
              <a:srgbClr val="FF0000"/>
            </a:solidFill>
            <a:prstDash val="dash"/>
            <a:headEnd type="oval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1" name="直接箭头连接符 79">
            <a:extLst>
              <a:ext uri="{FF2B5EF4-FFF2-40B4-BE49-F238E27FC236}">
                <a16:creationId xmlns:a16="http://schemas.microsoft.com/office/drawing/2014/main" id="{7BD0226C-5AFC-41D8-AC8D-7575C10FB961}"/>
              </a:ext>
            </a:extLst>
          </p:cNvPr>
          <p:cNvCxnSpPr>
            <a:cxnSpLocks/>
            <a:stCxn id="198" idx="3"/>
            <a:endCxn id="34" idx="0"/>
          </p:cNvCxnSpPr>
          <p:nvPr/>
        </p:nvCxnSpPr>
        <p:spPr>
          <a:xfrm flipH="1">
            <a:off x="9843566" y="1847009"/>
            <a:ext cx="161534" cy="1248976"/>
          </a:xfrm>
          <a:prstGeom prst="curvedConnector4">
            <a:avLst>
              <a:gd name="adj1" fmla="val -141518"/>
              <a:gd name="adj2" fmla="val 54535"/>
            </a:avLst>
          </a:prstGeom>
          <a:ln w="12700">
            <a:solidFill>
              <a:srgbClr val="FF0000"/>
            </a:solidFill>
            <a:prstDash val="dash"/>
            <a:headEnd type="oval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5" name="直接箭头连接符 79">
            <a:extLst>
              <a:ext uri="{FF2B5EF4-FFF2-40B4-BE49-F238E27FC236}">
                <a16:creationId xmlns:a16="http://schemas.microsoft.com/office/drawing/2014/main" id="{E2571F5D-F8EF-4499-9DD2-A5205D2883B1}"/>
              </a:ext>
            </a:extLst>
          </p:cNvPr>
          <p:cNvCxnSpPr>
            <a:cxnSpLocks/>
            <a:stCxn id="196" idx="1"/>
            <a:endCxn id="137" idx="0"/>
          </p:cNvCxnSpPr>
          <p:nvPr/>
        </p:nvCxnSpPr>
        <p:spPr>
          <a:xfrm rot="10800000" flipV="1">
            <a:off x="7931143" y="2091114"/>
            <a:ext cx="1121557" cy="2445251"/>
          </a:xfrm>
          <a:prstGeom prst="curvedConnector2">
            <a:avLst/>
          </a:prstGeom>
          <a:ln w="12700">
            <a:solidFill>
              <a:srgbClr val="FF0000"/>
            </a:solidFill>
            <a:prstDash val="dash"/>
            <a:headEnd type="oval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8" name="直接箭头连接符 79">
            <a:extLst>
              <a:ext uri="{FF2B5EF4-FFF2-40B4-BE49-F238E27FC236}">
                <a16:creationId xmlns:a16="http://schemas.microsoft.com/office/drawing/2014/main" id="{EC5694FA-A3FB-4FEF-8300-5E3228BEB154}"/>
              </a:ext>
            </a:extLst>
          </p:cNvPr>
          <p:cNvCxnSpPr>
            <a:cxnSpLocks/>
            <a:stCxn id="196" idx="3"/>
            <a:endCxn id="138" idx="0"/>
          </p:cNvCxnSpPr>
          <p:nvPr/>
        </p:nvCxnSpPr>
        <p:spPr>
          <a:xfrm flipH="1">
            <a:off x="8019541" y="2091115"/>
            <a:ext cx="1505383" cy="2445251"/>
          </a:xfrm>
          <a:prstGeom prst="curvedConnector4">
            <a:avLst>
              <a:gd name="adj1" fmla="val -15186"/>
              <a:gd name="adj2" fmla="val 52317"/>
            </a:avLst>
          </a:prstGeom>
          <a:ln w="12700">
            <a:solidFill>
              <a:srgbClr val="FF0000"/>
            </a:solidFill>
            <a:prstDash val="dash"/>
            <a:headEnd type="oval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6" name="直接箭头连接符 79">
            <a:extLst>
              <a:ext uri="{FF2B5EF4-FFF2-40B4-BE49-F238E27FC236}">
                <a16:creationId xmlns:a16="http://schemas.microsoft.com/office/drawing/2014/main" id="{9BEF4B8C-F817-4266-A70D-9B35B8948D94}"/>
              </a:ext>
            </a:extLst>
          </p:cNvPr>
          <p:cNvCxnSpPr>
            <a:cxnSpLocks/>
            <a:stCxn id="195" idx="3"/>
            <a:endCxn id="139" idx="0"/>
          </p:cNvCxnSpPr>
          <p:nvPr/>
        </p:nvCxnSpPr>
        <p:spPr>
          <a:xfrm flipH="1">
            <a:off x="8107940" y="2087579"/>
            <a:ext cx="1901066" cy="2448787"/>
          </a:xfrm>
          <a:prstGeom prst="curvedConnector4">
            <a:avLst>
              <a:gd name="adj1" fmla="val -12025"/>
              <a:gd name="adj2" fmla="val 52313"/>
            </a:avLst>
          </a:prstGeom>
          <a:ln w="12700">
            <a:solidFill>
              <a:srgbClr val="FF0000"/>
            </a:solidFill>
            <a:prstDash val="dash"/>
            <a:headEnd type="oval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1" name="直接箭头连接符 79">
            <a:extLst>
              <a:ext uri="{FF2B5EF4-FFF2-40B4-BE49-F238E27FC236}">
                <a16:creationId xmlns:a16="http://schemas.microsoft.com/office/drawing/2014/main" id="{51E60479-1969-4923-819A-A82AA2156484}"/>
              </a:ext>
            </a:extLst>
          </p:cNvPr>
          <p:cNvCxnSpPr>
            <a:cxnSpLocks/>
            <a:stCxn id="193" idx="1"/>
            <a:endCxn id="152" idx="0"/>
          </p:cNvCxnSpPr>
          <p:nvPr/>
        </p:nvCxnSpPr>
        <p:spPr>
          <a:xfrm rot="10800000" flipH="1" flipV="1">
            <a:off x="9052698" y="2330844"/>
            <a:ext cx="594365" cy="2205342"/>
          </a:xfrm>
          <a:prstGeom prst="curvedConnector4">
            <a:avLst>
              <a:gd name="adj1" fmla="val -38461"/>
              <a:gd name="adj2" fmla="val 52569"/>
            </a:avLst>
          </a:prstGeom>
          <a:ln w="12700">
            <a:solidFill>
              <a:srgbClr val="FF0000"/>
            </a:solidFill>
            <a:prstDash val="dash"/>
            <a:headEnd type="oval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5" name="直接箭头连接符 79">
            <a:extLst>
              <a:ext uri="{FF2B5EF4-FFF2-40B4-BE49-F238E27FC236}">
                <a16:creationId xmlns:a16="http://schemas.microsoft.com/office/drawing/2014/main" id="{B252DA67-BD26-4EFE-89AE-EB45C9D8C468}"/>
              </a:ext>
            </a:extLst>
          </p:cNvPr>
          <p:cNvCxnSpPr>
            <a:cxnSpLocks/>
            <a:stCxn id="193" idx="3"/>
            <a:endCxn id="153" idx="0"/>
          </p:cNvCxnSpPr>
          <p:nvPr/>
        </p:nvCxnSpPr>
        <p:spPr>
          <a:xfrm>
            <a:off x="9524924" y="2330844"/>
            <a:ext cx="210539" cy="2205342"/>
          </a:xfrm>
          <a:prstGeom prst="curvedConnector2">
            <a:avLst/>
          </a:prstGeom>
          <a:ln w="12700">
            <a:solidFill>
              <a:srgbClr val="FF0000"/>
            </a:solidFill>
            <a:prstDash val="dash"/>
            <a:headEnd type="oval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8" name="直接箭头连接符 79">
            <a:extLst>
              <a:ext uri="{FF2B5EF4-FFF2-40B4-BE49-F238E27FC236}">
                <a16:creationId xmlns:a16="http://schemas.microsoft.com/office/drawing/2014/main" id="{F1C1CCD6-F34B-45FB-94F1-BBF9C1DED5AC}"/>
              </a:ext>
            </a:extLst>
          </p:cNvPr>
          <p:cNvCxnSpPr>
            <a:cxnSpLocks/>
            <a:stCxn id="192" idx="3"/>
            <a:endCxn id="154" idx="0"/>
          </p:cNvCxnSpPr>
          <p:nvPr/>
        </p:nvCxnSpPr>
        <p:spPr>
          <a:xfrm flipH="1">
            <a:off x="9823862" y="2327308"/>
            <a:ext cx="185144" cy="2208878"/>
          </a:xfrm>
          <a:prstGeom prst="curvedConnector4">
            <a:avLst>
              <a:gd name="adj1" fmla="val -123471"/>
              <a:gd name="adj2" fmla="val 52565"/>
            </a:avLst>
          </a:prstGeom>
          <a:ln w="12700">
            <a:solidFill>
              <a:srgbClr val="FF0000"/>
            </a:solidFill>
            <a:prstDash val="dash"/>
            <a:headEnd type="oval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782379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08333E-6 -1.48148E-6 L -0.32982 0.21019 " pathEditMode="relative" rAng="0" ptsTypes="AA">
                                      <p:cBhvr>
                                        <p:cTn id="62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497" y="1050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25E-6 3.7037E-7 L -0.25912 -0.01204 " pathEditMode="relative" rAng="0" ptsTypes="AA">
                                      <p:cBhvr>
                                        <p:cTn id="66" dur="2000" fill="hold"/>
                                        <p:tgtEl>
                                          <p:spTgt spid="28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2956" y="-60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375E-6 2.59259E-6 L -0.26028 -0.01204 " pathEditMode="relative" rAng="0" ptsTypes="AA">
                                      <p:cBhvr>
                                        <p:cTn id="70" dur="2000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021" y="-60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6 -3.7037E-7 L -0.26823 -0.1169 " pathEditMode="relative" rAng="0" ptsTypes="AA">
                                      <p:cBhvr>
                                        <p:cTn id="74" dur="2000" fill="hold"/>
                                        <p:tgtEl>
                                          <p:spTgt spid="16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411" y="-585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63A6BA-E7A8-4199-A9F7-13D20F493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Conceptual View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C82B485-330C-4F7C-AD75-86FB6EFA3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73CB2-6901-4C7D-9C15-19CA7AC847FF}" type="datetime1">
              <a:rPr lang="zh-CN" altLang="en-US" smtClean="0"/>
              <a:t>2024/5/8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9398CB-94F3-4CE3-9880-9F79A418A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Tree Indices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98061EF-E67D-4B6D-B836-FE67DC6C8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5A79-C12E-4282-8451-1BC984B858F9}" type="slidenum">
              <a:rPr lang="zh-CN" altLang="en-US" smtClean="0"/>
              <a:t>5</a:t>
            </a:fld>
            <a:endParaRPr lang="zh-CN" altLang="en-US"/>
          </a:p>
        </p:txBody>
      </p:sp>
      <p:pic>
        <p:nvPicPr>
          <p:cNvPr id="7" name="Picture 8">
            <a:extLst>
              <a:ext uri="{FF2B5EF4-FFF2-40B4-BE49-F238E27FC236}">
                <a16:creationId xmlns:a16="http://schemas.microsoft.com/office/drawing/2014/main" id="{9E2B1FB7-A07C-483A-8F10-1E774AD2510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3881" y="1906153"/>
            <a:ext cx="9004238" cy="43640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516753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63A6BA-E7A8-4199-A9F7-13D20F493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Related Concepts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41D338E-6007-4685-B707-13D151D5BE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665662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en-US" altLang="zh-CN" dirty="0"/>
              <a:t>Types</a:t>
            </a:r>
          </a:p>
          <a:p>
            <a:pPr lvl="1">
              <a:lnSpc>
                <a:spcPct val="100000"/>
              </a:lnSpc>
              <a:spcBef>
                <a:spcPts val="1200"/>
              </a:spcBef>
            </a:pPr>
            <a:r>
              <a:rPr lang="en-US" altLang="zh-CN" b="1" dirty="0"/>
              <a:t>Ordered indices</a:t>
            </a:r>
            <a:endParaRPr lang="en-US" altLang="zh-CN" dirty="0"/>
          </a:p>
          <a:p>
            <a:pPr lvl="1">
              <a:lnSpc>
                <a:spcPct val="100000"/>
              </a:lnSpc>
              <a:spcBef>
                <a:spcPts val="1200"/>
              </a:spcBef>
            </a:pPr>
            <a:r>
              <a:rPr lang="en-US" altLang="zh-CN" b="1" dirty="0"/>
              <a:t>Hash indices</a:t>
            </a:r>
          </a:p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en-US" altLang="zh-CN" dirty="0"/>
              <a:t>Evaluation Metrics</a:t>
            </a:r>
          </a:p>
          <a:p>
            <a:pPr lvl="1">
              <a:lnSpc>
                <a:spcPct val="100000"/>
              </a:lnSpc>
              <a:spcBef>
                <a:spcPts val="1200"/>
              </a:spcBef>
            </a:pPr>
            <a:r>
              <a:rPr lang="en-US" altLang="zh-CN" dirty="0"/>
              <a:t>Access types: Point, Range</a:t>
            </a:r>
          </a:p>
          <a:p>
            <a:pPr lvl="1">
              <a:lnSpc>
                <a:spcPct val="100000"/>
              </a:lnSpc>
              <a:spcBef>
                <a:spcPts val="1200"/>
              </a:spcBef>
            </a:pPr>
            <a:r>
              <a:rPr lang="en-US" altLang="zh-CN" dirty="0"/>
              <a:t>Access Time, 	Insertion Time, Deletion Time</a:t>
            </a:r>
          </a:p>
          <a:p>
            <a:pPr lvl="1">
              <a:lnSpc>
                <a:spcPct val="100000"/>
              </a:lnSpc>
              <a:spcBef>
                <a:spcPts val="1200"/>
              </a:spcBef>
            </a:pPr>
            <a:r>
              <a:rPr lang="en-US" altLang="zh-CN" dirty="0"/>
              <a:t>Space overhead</a:t>
            </a:r>
          </a:p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en-US" altLang="zh-CN" dirty="0"/>
              <a:t>Clustering index (Primary Index)</a:t>
            </a:r>
          </a:p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en-US" altLang="zh-CN" dirty="0" err="1"/>
              <a:t>Nonclustering</a:t>
            </a:r>
            <a:r>
              <a:rPr lang="en-US" altLang="zh-CN" dirty="0"/>
              <a:t> index (Secondary index)</a:t>
            </a:r>
          </a:p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en-US" altLang="zh-CN" dirty="0"/>
              <a:t>Dense index vs. Sparse Index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C82B485-330C-4F7C-AD75-86FB6EFA3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9A9C56-98F0-4F3A-A667-5FB58AEF92D8}" type="datetime1">
              <a:rPr lang="zh-CN" altLang="en-US" smtClean="0"/>
              <a:t>2024/5/8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9398CB-94F3-4CE3-9880-9F79A418A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Tree Indices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98061EF-E67D-4B6D-B836-FE67DC6C8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5A79-C12E-4282-8451-1BC984B858F9}" type="slidenum">
              <a:rPr lang="zh-CN" altLang="en-US" smtClean="0"/>
              <a:t>6</a:t>
            </a:fld>
            <a:endParaRPr lang="zh-CN" altLang="en-US"/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26C971E9-0AAE-4715-8505-5A9B163EAE27}"/>
              </a:ext>
            </a:extLst>
          </p:cNvPr>
          <p:cNvGrpSpPr/>
          <p:nvPr/>
        </p:nvGrpSpPr>
        <p:grpSpPr>
          <a:xfrm>
            <a:off x="8238875" y="4126898"/>
            <a:ext cx="3228041" cy="2080827"/>
            <a:chOff x="8549896" y="4261235"/>
            <a:chExt cx="3228041" cy="2080827"/>
          </a:xfrm>
        </p:grpSpPr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D21385C7-8241-4F1B-8B2B-E768A76AA58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697110" y="4261235"/>
              <a:ext cx="2080827" cy="2080827"/>
            </a:xfrm>
            <a:prstGeom prst="rect">
              <a:avLst/>
            </a:prstGeom>
          </p:spPr>
        </p:pic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74D5C53A-D26E-4A20-B4D5-F2C14ED2D419}"/>
                </a:ext>
              </a:extLst>
            </p:cNvPr>
            <p:cNvSpPr/>
            <p:nvPr/>
          </p:nvSpPr>
          <p:spPr>
            <a:xfrm>
              <a:off x="8549896" y="4978499"/>
              <a:ext cx="1710726" cy="92333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Primary Index</a:t>
              </a:r>
            </a:p>
            <a:p>
              <a:pPr algn="ctr"/>
              <a:r>
                <a:rPr lang="en-US" altLang="zh-CN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vs.</a:t>
              </a:r>
            </a:p>
            <a:p>
              <a:pPr algn="ctr"/>
              <a:r>
                <a:rPr lang="en-US" altLang="zh-CN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Primary Key</a:t>
              </a:r>
              <a:endParaRPr lang="zh-CN" alt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840578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63A6BA-E7A8-4199-A9F7-13D20F493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Example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C82B485-330C-4F7C-AD75-86FB6EFA3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EE9065-06D4-4F14-9856-FF59D8FD92D6}" type="datetime1">
              <a:rPr lang="zh-CN" altLang="en-US" smtClean="0"/>
              <a:t>2024/5/8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9398CB-94F3-4CE3-9880-9F79A418A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Tree Indices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98061EF-E67D-4B6D-B836-FE67DC6C8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5A79-C12E-4282-8451-1BC984B858F9}" type="slidenum">
              <a:rPr lang="zh-CN" altLang="en-US" smtClean="0"/>
              <a:t>7</a:t>
            </a:fld>
            <a:endParaRPr lang="zh-CN" altLang="en-US"/>
          </a:p>
        </p:txBody>
      </p:sp>
      <p:pic>
        <p:nvPicPr>
          <p:cNvPr id="7" name="Picture 7">
            <a:extLst>
              <a:ext uri="{FF2B5EF4-FFF2-40B4-BE49-F238E27FC236}">
                <a16:creationId xmlns:a16="http://schemas.microsoft.com/office/drawing/2014/main" id="{3F5CD805-4956-4BFD-91AE-08E18C581D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9174" y="1848608"/>
            <a:ext cx="7178781" cy="29845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AC9A9F3E-AC3C-4AAF-BD00-F11B1D35898F}"/>
              </a:ext>
            </a:extLst>
          </p:cNvPr>
          <p:cNvSpPr/>
          <p:nvPr/>
        </p:nvSpPr>
        <p:spPr>
          <a:xfrm>
            <a:off x="2803848" y="4830882"/>
            <a:ext cx="4418046" cy="16619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00000"/>
              </a:lnSpc>
              <a:spcBef>
                <a:spcPts val="1200"/>
              </a:spcBef>
              <a:buFont typeface="Wingdings" panose="05000000000000000000" pitchFamily="2" charset="2"/>
              <a:buChar char="l"/>
            </a:pPr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Ordered or</a:t>
            </a:r>
            <a:r>
              <a:rPr lang="zh-CN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Hash </a:t>
            </a:r>
            <a:r>
              <a:rPr lang="zh-CN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？</a:t>
            </a:r>
            <a:endParaRPr lang="en-US" altLang="zh-CN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100000"/>
              </a:lnSpc>
              <a:spcBef>
                <a:spcPts val="1200"/>
              </a:spcBef>
              <a:buFont typeface="Wingdings" panose="05000000000000000000" pitchFamily="2" charset="2"/>
              <a:buChar char="l"/>
            </a:pPr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Clustering or </a:t>
            </a:r>
            <a:r>
              <a:rPr lang="en-US" altLang="zh-CN" b="1" dirty="0" err="1">
                <a:latin typeface="Arial" panose="020B0604020202020204" pitchFamily="34" charset="0"/>
                <a:cs typeface="Arial" panose="020B0604020202020204" pitchFamily="34" charset="0"/>
              </a:rPr>
              <a:t>Nonclustering</a:t>
            </a:r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 ?</a:t>
            </a:r>
          </a:p>
          <a:p>
            <a:pPr marL="285750" indent="-285750">
              <a:lnSpc>
                <a:spcPct val="100000"/>
              </a:lnSpc>
              <a:spcBef>
                <a:spcPts val="1200"/>
              </a:spcBef>
              <a:buFont typeface="Wingdings" panose="05000000000000000000" pitchFamily="2" charset="2"/>
              <a:buChar char="l"/>
            </a:pPr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Primary or Secondary </a:t>
            </a:r>
            <a:r>
              <a:rPr lang="zh-CN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？</a:t>
            </a:r>
            <a:endParaRPr lang="en-US" altLang="zh-CN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100000"/>
              </a:lnSpc>
              <a:spcBef>
                <a:spcPts val="1200"/>
              </a:spcBef>
              <a:buFont typeface="Wingdings" panose="05000000000000000000" pitchFamily="2" charset="2"/>
              <a:buChar char="l"/>
            </a:pPr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Dense or Sparse ?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F2B8575F-EBEF-40C1-AEF6-4861CC5FC40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17191" y="4195323"/>
            <a:ext cx="2080827" cy="2080827"/>
          </a:xfrm>
          <a:prstGeom prst="rect">
            <a:avLst/>
          </a:prstGeom>
        </p:spPr>
      </p:pic>
      <p:grpSp>
        <p:nvGrpSpPr>
          <p:cNvPr id="14" name="组合 13">
            <a:extLst>
              <a:ext uri="{FF2B5EF4-FFF2-40B4-BE49-F238E27FC236}">
                <a16:creationId xmlns:a16="http://schemas.microsoft.com/office/drawing/2014/main" id="{C77F74AE-D889-4815-8044-A6589C3667B3}"/>
              </a:ext>
            </a:extLst>
          </p:cNvPr>
          <p:cNvGrpSpPr/>
          <p:nvPr/>
        </p:nvGrpSpPr>
        <p:grpSpPr>
          <a:xfrm>
            <a:off x="3137181" y="4825827"/>
            <a:ext cx="1209531" cy="1667048"/>
            <a:chOff x="3137181" y="4825827"/>
            <a:chExt cx="1209531" cy="1667048"/>
          </a:xfrm>
        </p:grpSpPr>
        <p:sp>
          <p:nvSpPr>
            <p:cNvPr id="10" name="矩形: 圆角 9">
              <a:extLst>
                <a:ext uri="{FF2B5EF4-FFF2-40B4-BE49-F238E27FC236}">
                  <a16:creationId xmlns:a16="http://schemas.microsoft.com/office/drawing/2014/main" id="{0DE7F349-9A46-4EFA-99E1-62F6960EB14F}"/>
                </a:ext>
              </a:extLst>
            </p:cNvPr>
            <p:cNvSpPr/>
            <p:nvPr/>
          </p:nvSpPr>
          <p:spPr>
            <a:xfrm>
              <a:off x="3137182" y="4825827"/>
              <a:ext cx="1007706" cy="365125"/>
            </a:xfrm>
            <a:prstGeom prst="roundRect">
              <a:avLst/>
            </a:prstGeom>
            <a:solidFill>
              <a:srgbClr val="FF0000">
                <a:alpha val="22000"/>
              </a:srgbClr>
            </a:solidFill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矩形: 圆角 10">
              <a:extLst>
                <a:ext uri="{FF2B5EF4-FFF2-40B4-BE49-F238E27FC236}">
                  <a16:creationId xmlns:a16="http://schemas.microsoft.com/office/drawing/2014/main" id="{6809D8F2-6DFB-4BF5-90D8-499DCE12773D}"/>
                </a:ext>
              </a:extLst>
            </p:cNvPr>
            <p:cNvSpPr/>
            <p:nvPr/>
          </p:nvSpPr>
          <p:spPr>
            <a:xfrm>
              <a:off x="3137181" y="5259803"/>
              <a:ext cx="1209531" cy="365125"/>
            </a:xfrm>
            <a:prstGeom prst="roundRect">
              <a:avLst/>
            </a:prstGeom>
            <a:solidFill>
              <a:srgbClr val="FF0000">
                <a:alpha val="22000"/>
              </a:srgbClr>
            </a:solidFill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D94E5F19-1B20-474D-BD30-B2E25A5E139A}"/>
                </a:ext>
              </a:extLst>
            </p:cNvPr>
            <p:cNvSpPr/>
            <p:nvPr/>
          </p:nvSpPr>
          <p:spPr>
            <a:xfrm>
              <a:off x="3137181" y="5693779"/>
              <a:ext cx="951116" cy="365125"/>
            </a:xfrm>
            <a:prstGeom prst="roundRect">
              <a:avLst/>
            </a:prstGeom>
            <a:solidFill>
              <a:srgbClr val="FF0000">
                <a:alpha val="22000"/>
              </a:srgbClr>
            </a:solidFill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75D189CD-CB0A-4228-B31C-0F5C1FBB1937}"/>
                </a:ext>
              </a:extLst>
            </p:cNvPr>
            <p:cNvSpPr/>
            <p:nvPr/>
          </p:nvSpPr>
          <p:spPr>
            <a:xfrm>
              <a:off x="3137181" y="6127750"/>
              <a:ext cx="798715" cy="365125"/>
            </a:xfrm>
            <a:prstGeom prst="roundRect">
              <a:avLst/>
            </a:prstGeom>
            <a:solidFill>
              <a:srgbClr val="FF0000">
                <a:alpha val="22000"/>
              </a:srgbClr>
            </a:solidFill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7444996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63A6BA-E7A8-4199-A9F7-13D20F493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Example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C82B485-330C-4F7C-AD75-86FB6EFA3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6D902A-AAB6-4E75-94CA-5F04501A9FB6}" type="datetime1">
              <a:rPr lang="zh-CN" altLang="en-US" smtClean="0"/>
              <a:t>2024/5/8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9398CB-94F3-4CE3-9880-9F79A418A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Tree Indices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98061EF-E67D-4B6D-B836-FE67DC6C8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5A79-C12E-4282-8451-1BC984B858F9}" type="slidenum">
              <a:rPr lang="zh-CN" altLang="en-US" smtClean="0"/>
              <a:t>8</a:t>
            </a:fld>
            <a:endParaRPr lang="zh-CN" altLang="en-US"/>
          </a:p>
        </p:txBody>
      </p:sp>
      <p:pic>
        <p:nvPicPr>
          <p:cNvPr id="7" name="Picture 7">
            <a:extLst>
              <a:ext uri="{FF2B5EF4-FFF2-40B4-BE49-F238E27FC236}">
                <a16:creationId xmlns:a16="http://schemas.microsoft.com/office/drawing/2014/main" id="{8B026FBC-54EB-43F3-A7F2-B58B465A25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1662" y="1809332"/>
            <a:ext cx="5445805" cy="25059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8" name="组合 7">
            <a:extLst>
              <a:ext uri="{FF2B5EF4-FFF2-40B4-BE49-F238E27FC236}">
                <a16:creationId xmlns:a16="http://schemas.microsoft.com/office/drawing/2014/main" id="{FD2CE3AA-FB60-4B46-9C04-B56C61C23D04}"/>
              </a:ext>
            </a:extLst>
          </p:cNvPr>
          <p:cNvGrpSpPr/>
          <p:nvPr/>
        </p:nvGrpSpPr>
        <p:grpSpPr>
          <a:xfrm>
            <a:off x="8518483" y="1436577"/>
            <a:ext cx="1525024" cy="1059168"/>
            <a:chOff x="7966974" y="1323693"/>
            <a:chExt cx="1525024" cy="1059168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88E035FE-B032-4937-96BF-54B63E60F239}"/>
                </a:ext>
              </a:extLst>
            </p:cNvPr>
            <p:cNvSpPr/>
            <p:nvPr/>
          </p:nvSpPr>
          <p:spPr>
            <a:xfrm>
              <a:off x="7966974" y="1323693"/>
              <a:ext cx="1525024" cy="105916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B0E44F49-C0B0-4530-8068-53C73D71BE0D}"/>
                </a:ext>
              </a:extLst>
            </p:cNvPr>
            <p:cNvSpPr/>
            <p:nvPr/>
          </p:nvSpPr>
          <p:spPr>
            <a:xfrm>
              <a:off x="8985272" y="2092669"/>
              <a:ext cx="472225" cy="22659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lIns="36000" tIns="36000" rIns="36000" bIns="36000">
              <a:spAutoFit/>
            </a:bodyPr>
            <a:lstStyle/>
            <a:p>
              <a:pPr algn="ctr"/>
              <a:r>
                <a:rPr lang="it-IT" altLang="zh-CN" sz="1000" dirty="0">
                  <a:latin typeface="NimbusRomDOT-Reg"/>
                </a:rPr>
                <a:t>98345</a:t>
              </a:r>
              <a:endParaRPr lang="zh-CN" altLang="en-US" sz="1000" dirty="0"/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AEC87E2A-E572-4A70-9AEE-A5C29F1B581A}"/>
                </a:ext>
              </a:extLst>
            </p:cNvPr>
            <p:cNvSpPr/>
            <p:nvPr/>
          </p:nvSpPr>
          <p:spPr>
            <a:xfrm>
              <a:off x="8501190" y="2096205"/>
              <a:ext cx="472225" cy="22659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lIns="36000" tIns="36000" rIns="36000" bIns="36000">
              <a:spAutoFit/>
            </a:bodyPr>
            <a:lstStyle/>
            <a:p>
              <a:pPr algn="ctr"/>
              <a:r>
                <a:rPr lang="it-IT" altLang="zh-CN" sz="1000" dirty="0">
                  <a:latin typeface="NimbusRomDOT-Reg"/>
                </a:rPr>
                <a:t>83821</a:t>
              </a:r>
              <a:endParaRPr lang="zh-CN" altLang="en-US" sz="1000" dirty="0"/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2687FD28-BCFB-4803-9A72-C0E4A7721E76}"/>
                </a:ext>
              </a:extLst>
            </p:cNvPr>
            <p:cNvSpPr/>
            <p:nvPr/>
          </p:nvSpPr>
          <p:spPr>
            <a:xfrm>
              <a:off x="8017108" y="2093757"/>
              <a:ext cx="472225" cy="22659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lIns="36000" tIns="36000" rIns="36000" bIns="36000">
              <a:spAutoFit/>
            </a:bodyPr>
            <a:lstStyle/>
            <a:p>
              <a:pPr algn="ctr"/>
              <a:r>
                <a:rPr lang="it-IT" altLang="zh-CN" sz="1000" dirty="0">
                  <a:latin typeface="NimbusRomDOT-Reg"/>
                </a:rPr>
                <a:t>76766</a:t>
              </a:r>
              <a:endParaRPr lang="zh-CN" altLang="en-US" sz="1000" dirty="0"/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3EB72D67-1061-44BA-A45E-B2C95A4C43CF}"/>
                </a:ext>
              </a:extLst>
            </p:cNvPr>
            <p:cNvSpPr/>
            <p:nvPr/>
          </p:nvSpPr>
          <p:spPr>
            <a:xfrm>
              <a:off x="8985272" y="1852940"/>
              <a:ext cx="472225" cy="22659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lIns="36000" tIns="36000" rIns="36000" bIns="36000">
              <a:spAutoFit/>
            </a:bodyPr>
            <a:lstStyle/>
            <a:p>
              <a:pPr algn="ctr"/>
              <a:r>
                <a:rPr lang="it-IT" altLang="zh-CN" sz="1000" dirty="0">
                  <a:latin typeface="NimbusRomDOT-Reg"/>
                </a:rPr>
                <a:t>76543</a:t>
              </a:r>
              <a:endParaRPr lang="zh-CN" altLang="en-US" sz="1000" dirty="0"/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3B064A4D-90C5-4973-8ABB-1CFAB7AB7341}"/>
                </a:ext>
              </a:extLst>
            </p:cNvPr>
            <p:cNvSpPr/>
            <p:nvPr/>
          </p:nvSpPr>
          <p:spPr>
            <a:xfrm>
              <a:off x="8501190" y="1856476"/>
              <a:ext cx="472225" cy="22659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lIns="36000" tIns="36000" rIns="36000" bIns="36000">
              <a:spAutoFit/>
            </a:bodyPr>
            <a:lstStyle/>
            <a:p>
              <a:pPr algn="ctr"/>
              <a:r>
                <a:rPr lang="it-IT" altLang="zh-CN" sz="1000" dirty="0">
                  <a:latin typeface="NimbusRomDOT-Reg"/>
                </a:rPr>
                <a:t>58583</a:t>
              </a:r>
              <a:endParaRPr lang="zh-CN" altLang="en-US" sz="1000" dirty="0"/>
            </a:p>
          </p:txBody>
        </p: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C1BF9370-389C-4386-BCA6-92748BB94355}"/>
                </a:ext>
              </a:extLst>
            </p:cNvPr>
            <p:cNvSpPr/>
            <p:nvPr/>
          </p:nvSpPr>
          <p:spPr>
            <a:xfrm>
              <a:off x="8017108" y="1854028"/>
              <a:ext cx="472225" cy="22659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lIns="36000" tIns="36000" rIns="36000" bIns="36000">
              <a:spAutoFit/>
            </a:bodyPr>
            <a:lstStyle/>
            <a:p>
              <a:pPr algn="ctr"/>
              <a:r>
                <a:rPr lang="it-IT" altLang="zh-CN" sz="1000" dirty="0">
                  <a:latin typeface="NimbusRomDOT-Reg"/>
                </a:rPr>
                <a:t>45565</a:t>
              </a:r>
              <a:endParaRPr lang="zh-CN" altLang="en-US" sz="1000" dirty="0"/>
            </a:p>
          </p:txBody>
        </p: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E3EA2328-090B-4A9B-B7A2-BCF512234396}"/>
                </a:ext>
              </a:extLst>
            </p:cNvPr>
            <p:cNvSpPr/>
            <p:nvPr/>
          </p:nvSpPr>
          <p:spPr>
            <a:xfrm>
              <a:off x="8981366" y="1612370"/>
              <a:ext cx="472225" cy="22659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lIns="36000" tIns="36000" rIns="36000" bIns="36000">
              <a:spAutoFit/>
            </a:bodyPr>
            <a:lstStyle/>
            <a:p>
              <a:pPr algn="ctr"/>
              <a:r>
                <a:rPr lang="it-IT" altLang="zh-CN" sz="1000" dirty="0">
                  <a:latin typeface="NimbusRomDOT-Reg"/>
                </a:rPr>
                <a:t>33456</a:t>
              </a:r>
              <a:endParaRPr lang="zh-CN" altLang="en-US" sz="1000" dirty="0"/>
            </a:p>
          </p:txBody>
        </p: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A5A8FA15-32CE-4E58-8C83-5187703ABABA}"/>
                </a:ext>
              </a:extLst>
            </p:cNvPr>
            <p:cNvSpPr/>
            <p:nvPr/>
          </p:nvSpPr>
          <p:spPr>
            <a:xfrm>
              <a:off x="8497284" y="1615906"/>
              <a:ext cx="472225" cy="22659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lIns="36000" tIns="36000" rIns="36000" bIns="36000">
              <a:spAutoFit/>
            </a:bodyPr>
            <a:lstStyle/>
            <a:p>
              <a:pPr algn="ctr"/>
              <a:r>
                <a:rPr lang="it-IT" altLang="zh-CN" sz="1000" dirty="0">
                  <a:latin typeface="NimbusRomDOT-Reg"/>
                </a:rPr>
                <a:t>32343</a:t>
              </a:r>
              <a:endParaRPr lang="zh-CN" altLang="en-US" sz="1000" dirty="0"/>
            </a:p>
          </p:txBody>
        </p:sp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509ADC7D-95DB-45C2-B52C-05C0688D717F}"/>
                </a:ext>
              </a:extLst>
            </p:cNvPr>
            <p:cNvSpPr/>
            <p:nvPr/>
          </p:nvSpPr>
          <p:spPr>
            <a:xfrm>
              <a:off x="8013202" y="1613458"/>
              <a:ext cx="472225" cy="22659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lIns="36000" tIns="36000" rIns="36000" bIns="36000">
              <a:spAutoFit/>
            </a:bodyPr>
            <a:lstStyle/>
            <a:p>
              <a:pPr algn="ctr"/>
              <a:r>
                <a:rPr lang="it-IT" altLang="zh-CN" sz="1000" dirty="0">
                  <a:latin typeface="NimbusRomDOT-Reg"/>
                </a:rPr>
                <a:t>22222</a:t>
              </a:r>
              <a:endParaRPr lang="zh-CN" altLang="en-US" sz="1000" dirty="0"/>
            </a:p>
          </p:txBody>
        </p:sp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B7BD2DF9-F1AC-4C60-A5C3-808572EC6FDB}"/>
                </a:ext>
              </a:extLst>
            </p:cNvPr>
            <p:cNvSpPr/>
            <p:nvPr/>
          </p:nvSpPr>
          <p:spPr>
            <a:xfrm>
              <a:off x="8981366" y="1372641"/>
              <a:ext cx="472225" cy="22659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lIns="36000" tIns="36000" rIns="36000" bIns="36000">
              <a:spAutoFit/>
            </a:bodyPr>
            <a:lstStyle/>
            <a:p>
              <a:pPr algn="ctr"/>
              <a:r>
                <a:rPr lang="it-IT" altLang="zh-CN" sz="1000" dirty="0">
                  <a:latin typeface="NimbusRomDOT-Reg"/>
                </a:rPr>
                <a:t>15151</a:t>
              </a:r>
              <a:endParaRPr lang="zh-CN" altLang="en-US" sz="1000" dirty="0"/>
            </a:p>
          </p:txBody>
        </p: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F3254FA6-0F27-413A-BA61-9486B951A210}"/>
                </a:ext>
              </a:extLst>
            </p:cNvPr>
            <p:cNvSpPr/>
            <p:nvPr/>
          </p:nvSpPr>
          <p:spPr>
            <a:xfrm>
              <a:off x="8497284" y="1376177"/>
              <a:ext cx="472225" cy="22659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lIns="36000" tIns="36000" rIns="36000" bIns="36000">
              <a:spAutoFit/>
            </a:bodyPr>
            <a:lstStyle/>
            <a:p>
              <a:pPr algn="ctr"/>
              <a:r>
                <a:rPr lang="it-IT" altLang="zh-CN" sz="1000" dirty="0">
                  <a:latin typeface="NimbusRomDOT-Reg"/>
                </a:rPr>
                <a:t>12121</a:t>
              </a:r>
              <a:endParaRPr lang="zh-CN" altLang="en-US" sz="1000" dirty="0"/>
            </a:p>
          </p:txBody>
        </p:sp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5DAF87D9-9428-4A19-AE36-2A037884DBF9}"/>
                </a:ext>
              </a:extLst>
            </p:cNvPr>
            <p:cNvSpPr/>
            <p:nvPr/>
          </p:nvSpPr>
          <p:spPr>
            <a:xfrm>
              <a:off x="8013202" y="1373729"/>
              <a:ext cx="472225" cy="22659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lIns="36000" tIns="36000" rIns="36000" bIns="36000">
              <a:spAutoFit/>
            </a:bodyPr>
            <a:lstStyle/>
            <a:p>
              <a:pPr algn="ctr"/>
              <a:r>
                <a:rPr lang="it-IT" altLang="zh-CN" sz="1000" dirty="0">
                  <a:latin typeface="NimbusRomDOT-Reg"/>
                </a:rPr>
                <a:t>10101</a:t>
              </a:r>
              <a:endParaRPr lang="zh-CN" altLang="en-US" sz="1000" dirty="0"/>
            </a:p>
          </p:txBody>
        </p:sp>
      </p:grp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F420A648-6540-492C-A07D-878CEB7070E3}"/>
              </a:ext>
            </a:extLst>
          </p:cNvPr>
          <p:cNvGrpSpPr/>
          <p:nvPr/>
        </p:nvGrpSpPr>
        <p:grpSpPr>
          <a:xfrm>
            <a:off x="9394529" y="3041739"/>
            <a:ext cx="1525024" cy="1280528"/>
            <a:chOff x="9305290" y="3627503"/>
            <a:chExt cx="1525024" cy="1280528"/>
          </a:xfrm>
        </p:grpSpPr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93D1EC2E-8811-4E66-AF85-393D8F38D240}"/>
                </a:ext>
              </a:extLst>
            </p:cNvPr>
            <p:cNvSpPr/>
            <p:nvPr/>
          </p:nvSpPr>
          <p:spPr>
            <a:xfrm>
              <a:off x="9305290" y="3627503"/>
              <a:ext cx="1525024" cy="1280528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CEADCEDE-D214-4384-95EB-ECE16AC5CDBD}"/>
                </a:ext>
              </a:extLst>
            </p:cNvPr>
            <p:cNvSpPr/>
            <p:nvPr/>
          </p:nvSpPr>
          <p:spPr>
            <a:xfrm>
              <a:off x="9356344" y="3681749"/>
              <a:ext cx="176036" cy="21730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lIns="36000" tIns="36000" rIns="36000" bIns="36000">
              <a:spAutoFit/>
            </a:bodyPr>
            <a:lstStyle/>
            <a:p>
              <a:endParaRPr lang="zh-CN" altLang="en-US" sz="1000" dirty="0"/>
            </a:p>
          </p:txBody>
        </p:sp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DF496413-8CC0-48D1-B70E-77588C87A547}"/>
                </a:ext>
              </a:extLst>
            </p:cNvPr>
            <p:cNvSpPr/>
            <p:nvPr/>
          </p:nvSpPr>
          <p:spPr>
            <a:xfrm>
              <a:off x="9546089" y="3681749"/>
              <a:ext cx="74690" cy="21730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lIns="36000" tIns="36000" rIns="36000" bIns="36000">
              <a:spAutoFit/>
            </a:bodyPr>
            <a:lstStyle/>
            <a:p>
              <a:endParaRPr lang="zh-CN" altLang="en-US" sz="1000" dirty="0"/>
            </a:p>
          </p:txBody>
        </p:sp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396FDD94-0660-41E7-90F3-73ABAE071A6C}"/>
                </a:ext>
              </a:extLst>
            </p:cNvPr>
            <p:cNvSpPr/>
            <p:nvPr/>
          </p:nvSpPr>
          <p:spPr>
            <a:xfrm>
              <a:off x="9634488" y="3681749"/>
              <a:ext cx="74690" cy="21730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lIns="36000" tIns="36000" rIns="36000" bIns="36000">
              <a:spAutoFit/>
            </a:bodyPr>
            <a:lstStyle/>
            <a:p>
              <a:endParaRPr lang="zh-CN" altLang="en-US" sz="1000" dirty="0"/>
            </a:p>
          </p:txBody>
        </p:sp>
        <p:sp>
          <p:nvSpPr>
            <p:cNvPr id="27" name="矩形 26">
              <a:extLst>
                <a:ext uri="{FF2B5EF4-FFF2-40B4-BE49-F238E27FC236}">
                  <a16:creationId xmlns:a16="http://schemas.microsoft.com/office/drawing/2014/main" id="{D4C43F59-624A-4D85-B471-6EFBBF06614A}"/>
                </a:ext>
              </a:extLst>
            </p:cNvPr>
            <p:cNvSpPr/>
            <p:nvPr/>
          </p:nvSpPr>
          <p:spPr>
            <a:xfrm>
              <a:off x="9722887" y="3681749"/>
              <a:ext cx="74690" cy="21730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lIns="36000" tIns="36000" rIns="36000" bIns="36000">
              <a:spAutoFit/>
            </a:bodyPr>
            <a:lstStyle/>
            <a:p>
              <a:endParaRPr lang="zh-CN" altLang="en-US" sz="1000" dirty="0"/>
            </a:p>
          </p:txBody>
        </p:sp>
        <p:cxnSp>
          <p:nvCxnSpPr>
            <p:cNvPr id="28" name="直接箭头连接符 79">
              <a:extLst>
                <a:ext uri="{FF2B5EF4-FFF2-40B4-BE49-F238E27FC236}">
                  <a16:creationId xmlns:a16="http://schemas.microsoft.com/office/drawing/2014/main" id="{F7F9E01B-BD00-4BD8-A4EC-252C56FDF7BF}"/>
                </a:ext>
              </a:extLst>
            </p:cNvPr>
            <p:cNvCxnSpPr>
              <a:cxnSpLocks/>
              <a:stCxn id="27" idx="2"/>
              <a:endCxn id="33" idx="1"/>
            </p:cNvCxnSpPr>
            <p:nvPr/>
          </p:nvCxnSpPr>
          <p:spPr>
            <a:xfrm rot="16200000" flipH="1">
              <a:off x="9941811" y="3717470"/>
              <a:ext cx="146646" cy="509804"/>
            </a:xfrm>
            <a:prstGeom prst="curvedConnector2">
              <a:avLst/>
            </a:prstGeom>
            <a:ln w="12700">
              <a:solidFill>
                <a:srgbClr val="FF0000"/>
              </a:solidFill>
              <a:headEnd type="oval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矩形 28">
              <a:extLst>
                <a:ext uri="{FF2B5EF4-FFF2-40B4-BE49-F238E27FC236}">
                  <a16:creationId xmlns:a16="http://schemas.microsoft.com/office/drawing/2014/main" id="{2A96DF76-E624-49FA-9C83-81E9D14E6CD2}"/>
                </a:ext>
              </a:extLst>
            </p:cNvPr>
            <p:cNvSpPr/>
            <p:nvPr/>
          </p:nvSpPr>
          <p:spPr>
            <a:xfrm>
              <a:off x="9375560" y="4606038"/>
              <a:ext cx="1404799" cy="22659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lIns="36000" tIns="36000" rIns="36000" bIns="36000">
              <a:spAutoFit/>
            </a:bodyPr>
            <a:lstStyle/>
            <a:p>
              <a:r>
                <a:rPr lang="en-US" altLang="zh-CN" sz="1000" dirty="0">
                  <a:latin typeface="NimbusRomDOT-Reg"/>
                </a:rPr>
                <a:t>22 Einstein Physics 95000</a:t>
              </a:r>
              <a:endParaRPr lang="zh-CN" altLang="en-US" sz="1000" dirty="0"/>
            </a:p>
          </p:txBody>
        </p:sp>
        <p:sp>
          <p:nvSpPr>
            <p:cNvPr id="30" name="矩形 29">
              <a:extLst>
                <a:ext uri="{FF2B5EF4-FFF2-40B4-BE49-F238E27FC236}">
                  <a16:creationId xmlns:a16="http://schemas.microsoft.com/office/drawing/2014/main" id="{5C8A6E8B-7855-4BD4-90E3-14D98E687AAB}"/>
                </a:ext>
              </a:extLst>
            </p:cNvPr>
            <p:cNvSpPr/>
            <p:nvPr/>
          </p:nvSpPr>
          <p:spPr>
            <a:xfrm>
              <a:off x="9376396" y="4380247"/>
              <a:ext cx="1167555" cy="22659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lIns="36000" tIns="36000" rIns="36000" bIns="36000">
              <a:spAutoFit/>
            </a:bodyPr>
            <a:lstStyle/>
            <a:p>
              <a:r>
                <a:rPr lang="en-US" altLang="zh-CN" sz="1000" dirty="0">
                  <a:latin typeface="NimbusRomDOT-Reg"/>
                </a:rPr>
                <a:t>El Said History 60000</a:t>
              </a:r>
              <a:endParaRPr lang="zh-CN" altLang="en-US" sz="1000" dirty="0"/>
            </a:p>
          </p:txBody>
        </p:sp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96855F3D-D776-412F-9B95-6FB4CB3F6ED4}"/>
                </a:ext>
              </a:extLst>
            </p:cNvPr>
            <p:cNvSpPr/>
            <p:nvPr/>
          </p:nvSpPr>
          <p:spPr>
            <a:xfrm>
              <a:off x="10510486" y="4379447"/>
              <a:ext cx="269873" cy="22659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lIns="36000" tIns="36000" rIns="36000" bIns="36000">
              <a:spAutoFit/>
            </a:bodyPr>
            <a:lstStyle/>
            <a:p>
              <a:r>
                <a:rPr lang="en-US" altLang="zh-CN" sz="1000" dirty="0">
                  <a:latin typeface="NimbusRomDOT-Reg"/>
                </a:rPr>
                <a:t>222</a:t>
              </a:r>
              <a:endParaRPr lang="zh-CN" altLang="en-US" sz="1000" dirty="0"/>
            </a:p>
          </p:txBody>
        </p:sp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05BB2245-75F7-46F8-9AE0-33B5B33221E5}"/>
                </a:ext>
              </a:extLst>
            </p:cNvPr>
            <p:cNvSpPr/>
            <p:nvPr/>
          </p:nvSpPr>
          <p:spPr>
            <a:xfrm>
              <a:off x="9376077" y="4156011"/>
              <a:ext cx="996033" cy="22659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lIns="36000" tIns="36000" rIns="36000" bIns="36000">
              <a:spAutoFit/>
            </a:bodyPr>
            <a:lstStyle/>
            <a:p>
              <a:r>
                <a:rPr lang="en-US" altLang="zh-CN" sz="1000" dirty="0">
                  <a:latin typeface="NimbusRomDOT-Reg"/>
                </a:rPr>
                <a:t>old Physics 87000</a:t>
              </a:r>
              <a:endParaRPr lang="zh-CN" altLang="en-US" sz="1000" dirty="0"/>
            </a:p>
          </p:txBody>
        </p:sp>
        <p:sp>
          <p:nvSpPr>
            <p:cNvPr id="33" name="矩形 32">
              <a:extLst>
                <a:ext uri="{FF2B5EF4-FFF2-40B4-BE49-F238E27FC236}">
                  <a16:creationId xmlns:a16="http://schemas.microsoft.com/office/drawing/2014/main" id="{AF3A6159-4AD9-42FC-B182-57D41A054FAC}"/>
                </a:ext>
              </a:extLst>
            </p:cNvPr>
            <p:cNvSpPr/>
            <p:nvPr/>
          </p:nvSpPr>
          <p:spPr>
            <a:xfrm>
              <a:off x="10270036" y="3932399"/>
              <a:ext cx="510323" cy="22659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lIns="36000" tIns="36000" rIns="36000" bIns="36000">
              <a:spAutoFit/>
            </a:bodyPr>
            <a:lstStyle/>
            <a:p>
              <a:r>
                <a:rPr lang="en-US" altLang="zh-CN" sz="1000" dirty="0">
                  <a:latin typeface="NimbusRomDOT-Reg"/>
                </a:rPr>
                <a:t>33456 G</a:t>
              </a:r>
              <a:endParaRPr lang="zh-CN" altLang="en-US" sz="1000" dirty="0"/>
            </a:p>
          </p:txBody>
        </p:sp>
        <p:sp>
          <p:nvSpPr>
            <p:cNvPr id="34" name="矩形 33">
              <a:extLst>
                <a:ext uri="{FF2B5EF4-FFF2-40B4-BE49-F238E27FC236}">
                  <a16:creationId xmlns:a16="http://schemas.microsoft.com/office/drawing/2014/main" id="{611B6119-D0C7-4D1E-84FE-C1D772887701}"/>
                </a:ext>
              </a:extLst>
            </p:cNvPr>
            <p:cNvSpPr/>
            <p:nvPr/>
          </p:nvSpPr>
          <p:spPr>
            <a:xfrm>
              <a:off x="10379040" y="4156161"/>
              <a:ext cx="401319" cy="22659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lIns="36000" tIns="36000" rIns="36000" bIns="36000">
              <a:spAutoFit/>
            </a:bodyPr>
            <a:lstStyle/>
            <a:p>
              <a:r>
                <a:rPr lang="en-US" altLang="zh-CN" sz="1000" dirty="0">
                  <a:latin typeface="NimbusRomDOT-Reg"/>
                </a:rPr>
                <a:t>32343</a:t>
              </a:r>
              <a:endParaRPr lang="zh-CN" altLang="en-US" sz="1000" dirty="0"/>
            </a:p>
          </p:txBody>
        </p:sp>
        <p:cxnSp>
          <p:nvCxnSpPr>
            <p:cNvPr id="35" name="直接箭头连接符 79">
              <a:extLst>
                <a:ext uri="{FF2B5EF4-FFF2-40B4-BE49-F238E27FC236}">
                  <a16:creationId xmlns:a16="http://schemas.microsoft.com/office/drawing/2014/main" id="{798AB460-9831-47FB-8196-AEA4E42D3A1D}"/>
                </a:ext>
              </a:extLst>
            </p:cNvPr>
            <p:cNvCxnSpPr>
              <a:cxnSpLocks/>
              <a:stCxn id="25" idx="2"/>
              <a:endCxn id="31" idx="1"/>
            </p:cNvCxnSpPr>
            <p:nvPr/>
          </p:nvCxnSpPr>
          <p:spPr>
            <a:xfrm rot="16200000" flipH="1">
              <a:off x="9750113" y="3732370"/>
              <a:ext cx="593694" cy="927052"/>
            </a:xfrm>
            <a:prstGeom prst="curvedConnector2">
              <a:avLst/>
            </a:prstGeom>
            <a:ln w="12700">
              <a:solidFill>
                <a:srgbClr val="FF0000"/>
              </a:solidFill>
              <a:headEnd type="oval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箭头连接符 79">
              <a:extLst>
                <a:ext uri="{FF2B5EF4-FFF2-40B4-BE49-F238E27FC236}">
                  <a16:creationId xmlns:a16="http://schemas.microsoft.com/office/drawing/2014/main" id="{0A0909D7-FADC-4193-8230-3C336E7B6C8E}"/>
                </a:ext>
              </a:extLst>
            </p:cNvPr>
            <p:cNvCxnSpPr>
              <a:cxnSpLocks/>
              <a:stCxn id="26" idx="2"/>
              <a:endCxn id="34" idx="1"/>
            </p:cNvCxnSpPr>
            <p:nvPr/>
          </p:nvCxnSpPr>
          <p:spPr>
            <a:xfrm rot="16200000" flipH="1">
              <a:off x="9840232" y="3730649"/>
              <a:ext cx="370408" cy="707207"/>
            </a:xfrm>
            <a:prstGeom prst="curvedConnector2">
              <a:avLst/>
            </a:prstGeom>
            <a:ln w="12700">
              <a:solidFill>
                <a:srgbClr val="FF0000"/>
              </a:solidFill>
              <a:headEnd type="oval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" name="组合 36">
            <a:extLst>
              <a:ext uri="{FF2B5EF4-FFF2-40B4-BE49-F238E27FC236}">
                <a16:creationId xmlns:a16="http://schemas.microsoft.com/office/drawing/2014/main" id="{8CB198E6-4891-4F3E-9905-72F75858931E}"/>
              </a:ext>
            </a:extLst>
          </p:cNvPr>
          <p:cNvGrpSpPr/>
          <p:nvPr/>
        </p:nvGrpSpPr>
        <p:grpSpPr>
          <a:xfrm>
            <a:off x="7656239" y="3041739"/>
            <a:ext cx="1525024" cy="1280528"/>
            <a:chOff x="9305290" y="2113300"/>
            <a:chExt cx="1525024" cy="1280528"/>
          </a:xfrm>
        </p:grpSpPr>
        <p:sp>
          <p:nvSpPr>
            <p:cNvPr id="38" name="矩形 37">
              <a:extLst>
                <a:ext uri="{FF2B5EF4-FFF2-40B4-BE49-F238E27FC236}">
                  <a16:creationId xmlns:a16="http://schemas.microsoft.com/office/drawing/2014/main" id="{8395871A-8499-42E1-85BB-358ECB8FD99D}"/>
                </a:ext>
              </a:extLst>
            </p:cNvPr>
            <p:cNvSpPr/>
            <p:nvPr/>
          </p:nvSpPr>
          <p:spPr>
            <a:xfrm>
              <a:off x="9305290" y="2113300"/>
              <a:ext cx="1525024" cy="1280528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" name="矩形 38">
              <a:extLst>
                <a:ext uri="{FF2B5EF4-FFF2-40B4-BE49-F238E27FC236}">
                  <a16:creationId xmlns:a16="http://schemas.microsoft.com/office/drawing/2014/main" id="{9EE756D8-C3B2-45A1-886A-25C8FCF77267}"/>
                </a:ext>
              </a:extLst>
            </p:cNvPr>
            <p:cNvSpPr/>
            <p:nvPr/>
          </p:nvSpPr>
          <p:spPr>
            <a:xfrm>
              <a:off x="9356586" y="2910531"/>
              <a:ext cx="928707" cy="22659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lIns="36000" tIns="36000" rIns="36000" bIns="36000">
              <a:spAutoFit/>
            </a:bodyPr>
            <a:lstStyle/>
            <a:p>
              <a:r>
                <a:rPr lang="en-US" altLang="zh-CN" sz="1000" dirty="0">
                  <a:latin typeface="NimbusRomDOT-Reg"/>
                </a:rPr>
                <a:t>u Finance 90000</a:t>
              </a:r>
              <a:endParaRPr lang="zh-CN" altLang="en-US" sz="1000" dirty="0"/>
            </a:p>
          </p:txBody>
        </p:sp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F17F713B-8673-4419-A075-8856F245E957}"/>
                </a:ext>
              </a:extLst>
            </p:cNvPr>
            <p:cNvSpPr/>
            <p:nvPr/>
          </p:nvSpPr>
          <p:spPr>
            <a:xfrm>
              <a:off x="9356344" y="2688651"/>
              <a:ext cx="917486" cy="22659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lIns="36000" tIns="36000" rIns="36000" bIns="36000">
              <a:spAutoFit/>
            </a:bodyPr>
            <a:lstStyle/>
            <a:p>
              <a:r>
                <a:rPr lang="en-US" altLang="zh-CN" sz="1000" dirty="0">
                  <a:latin typeface="NimbusRomDOT-Reg"/>
                </a:rPr>
                <a:t>art Music 40000</a:t>
              </a:r>
              <a:endParaRPr lang="zh-CN" altLang="en-US" sz="1000" dirty="0"/>
            </a:p>
          </p:txBody>
        </p:sp>
        <p:sp>
          <p:nvSpPr>
            <p:cNvPr id="41" name="矩形 40">
              <a:extLst>
                <a:ext uri="{FF2B5EF4-FFF2-40B4-BE49-F238E27FC236}">
                  <a16:creationId xmlns:a16="http://schemas.microsoft.com/office/drawing/2014/main" id="{A6104CD5-28C5-4B40-8E48-7AE277FD1A50}"/>
                </a:ext>
              </a:extLst>
            </p:cNvPr>
            <p:cNvSpPr/>
            <p:nvPr/>
          </p:nvSpPr>
          <p:spPr>
            <a:xfrm>
              <a:off x="9356586" y="3137122"/>
              <a:ext cx="1422432" cy="22659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lIns="36000" tIns="36000" rIns="36000" bIns="36000">
              <a:spAutoFit/>
            </a:bodyPr>
            <a:lstStyle/>
            <a:p>
              <a:r>
                <a:rPr lang="it-IT" altLang="zh-CN" sz="1000" dirty="0">
                  <a:latin typeface="NimbusRomDOT-Reg"/>
                </a:rPr>
                <a:t>inivasan Comp. Sci. 65000</a:t>
              </a:r>
              <a:endParaRPr lang="zh-CN" altLang="en-US" sz="1000" dirty="0"/>
            </a:p>
          </p:txBody>
        </p:sp>
        <p:sp>
          <p:nvSpPr>
            <p:cNvPr id="42" name="矩形 41">
              <a:extLst>
                <a:ext uri="{FF2B5EF4-FFF2-40B4-BE49-F238E27FC236}">
                  <a16:creationId xmlns:a16="http://schemas.microsoft.com/office/drawing/2014/main" id="{3F9BF039-55E1-41A6-9F9F-480C5E76B1D1}"/>
                </a:ext>
              </a:extLst>
            </p:cNvPr>
            <p:cNvSpPr/>
            <p:nvPr/>
          </p:nvSpPr>
          <p:spPr>
            <a:xfrm>
              <a:off x="10244650" y="2910531"/>
              <a:ext cx="534368" cy="22659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lIns="36000" tIns="36000" rIns="36000" bIns="36000">
              <a:spAutoFit/>
            </a:bodyPr>
            <a:lstStyle/>
            <a:p>
              <a:r>
                <a:rPr lang="it-IT" altLang="zh-CN" sz="1000" dirty="0">
                  <a:latin typeface="NimbusRomDOT-Reg"/>
                </a:rPr>
                <a:t>10101 Sr</a:t>
              </a:r>
              <a:endParaRPr lang="zh-CN" altLang="en-US" sz="1000" dirty="0"/>
            </a:p>
          </p:txBody>
        </p:sp>
        <p:sp>
          <p:nvSpPr>
            <p:cNvPr id="43" name="矩形 42">
              <a:extLst>
                <a:ext uri="{FF2B5EF4-FFF2-40B4-BE49-F238E27FC236}">
                  <a16:creationId xmlns:a16="http://schemas.microsoft.com/office/drawing/2014/main" id="{B2667FC4-950A-4CDC-9955-09D4D091D649}"/>
                </a:ext>
              </a:extLst>
            </p:cNvPr>
            <p:cNvSpPr/>
            <p:nvPr/>
          </p:nvSpPr>
          <p:spPr>
            <a:xfrm>
              <a:off x="10239841" y="2688652"/>
              <a:ext cx="543986" cy="22659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lIns="36000" tIns="36000" rIns="36000" bIns="36000">
              <a:spAutoFit/>
            </a:bodyPr>
            <a:lstStyle/>
            <a:p>
              <a:r>
                <a:rPr lang="en-US" altLang="zh-CN" sz="1000" dirty="0">
                  <a:latin typeface="NimbusRomDOT-Reg"/>
                </a:rPr>
                <a:t>12121 W</a:t>
              </a:r>
              <a:endParaRPr lang="zh-CN" altLang="en-US" sz="1000" dirty="0"/>
            </a:p>
          </p:txBody>
        </p:sp>
        <p:sp>
          <p:nvSpPr>
            <p:cNvPr id="44" name="矩形 43">
              <a:extLst>
                <a:ext uri="{FF2B5EF4-FFF2-40B4-BE49-F238E27FC236}">
                  <a16:creationId xmlns:a16="http://schemas.microsoft.com/office/drawing/2014/main" id="{A9FA0A3D-7D1A-4B62-8E1D-2D48B30BF723}"/>
                </a:ext>
              </a:extLst>
            </p:cNvPr>
            <p:cNvSpPr/>
            <p:nvPr/>
          </p:nvSpPr>
          <p:spPr>
            <a:xfrm>
              <a:off x="10126534" y="2462061"/>
              <a:ext cx="657800" cy="22659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lIns="36000" tIns="36000" rIns="36000" bIns="36000">
              <a:spAutoFit/>
            </a:bodyPr>
            <a:lstStyle/>
            <a:p>
              <a:r>
                <a:rPr lang="en-US" altLang="zh-CN" sz="1000" dirty="0">
                  <a:latin typeface="NimbusRomDOT-Reg"/>
                </a:rPr>
                <a:t>15151 </a:t>
              </a:r>
              <a:r>
                <a:rPr lang="en-US" altLang="zh-CN" sz="1000" dirty="0" err="1">
                  <a:latin typeface="NimbusRomDOT-Reg"/>
                </a:rPr>
                <a:t>Moz</a:t>
              </a:r>
              <a:endParaRPr lang="zh-CN" altLang="en-US" sz="1000" dirty="0"/>
            </a:p>
          </p:txBody>
        </p:sp>
        <p:sp>
          <p:nvSpPr>
            <p:cNvPr id="45" name="矩形 44">
              <a:extLst>
                <a:ext uri="{FF2B5EF4-FFF2-40B4-BE49-F238E27FC236}">
                  <a16:creationId xmlns:a16="http://schemas.microsoft.com/office/drawing/2014/main" id="{44B76429-F868-4953-ADEA-E67303CDB93F}"/>
                </a:ext>
              </a:extLst>
            </p:cNvPr>
            <p:cNvSpPr/>
            <p:nvPr/>
          </p:nvSpPr>
          <p:spPr>
            <a:xfrm>
              <a:off x="9356344" y="2180798"/>
              <a:ext cx="176036" cy="21730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lIns="36000" tIns="36000" rIns="36000" bIns="36000">
              <a:spAutoFit/>
            </a:bodyPr>
            <a:lstStyle/>
            <a:p>
              <a:endParaRPr lang="zh-CN" altLang="en-US" sz="1000" dirty="0"/>
            </a:p>
          </p:txBody>
        </p:sp>
        <p:sp>
          <p:nvSpPr>
            <p:cNvPr id="46" name="矩形 45">
              <a:extLst>
                <a:ext uri="{FF2B5EF4-FFF2-40B4-BE49-F238E27FC236}">
                  <a16:creationId xmlns:a16="http://schemas.microsoft.com/office/drawing/2014/main" id="{B8ED5BE1-D550-4D85-B9CD-56D908000249}"/>
                </a:ext>
              </a:extLst>
            </p:cNvPr>
            <p:cNvSpPr/>
            <p:nvPr/>
          </p:nvSpPr>
          <p:spPr>
            <a:xfrm>
              <a:off x="9546089" y="2180798"/>
              <a:ext cx="74690" cy="21730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lIns="36000" tIns="36000" rIns="36000" bIns="36000">
              <a:spAutoFit/>
            </a:bodyPr>
            <a:lstStyle/>
            <a:p>
              <a:endParaRPr lang="zh-CN" altLang="en-US" sz="1000" dirty="0"/>
            </a:p>
          </p:txBody>
        </p:sp>
        <p:sp>
          <p:nvSpPr>
            <p:cNvPr id="47" name="矩形 46">
              <a:extLst>
                <a:ext uri="{FF2B5EF4-FFF2-40B4-BE49-F238E27FC236}">
                  <a16:creationId xmlns:a16="http://schemas.microsoft.com/office/drawing/2014/main" id="{1FB8F0DB-AB2E-48FA-BE1F-C16B0632B4BE}"/>
                </a:ext>
              </a:extLst>
            </p:cNvPr>
            <p:cNvSpPr/>
            <p:nvPr/>
          </p:nvSpPr>
          <p:spPr>
            <a:xfrm>
              <a:off x="9634488" y="2180798"/>
              <a:ext cx="74690" cy="21730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lIns="36000" tIns="36000" rIns="36000" bIns="36000">
              <a:spAutoFit/>
            </a:bodyPr>
            <a:lstStyle/>
            <a:p>
              <a:endParaRPr lang="zh-CN" altLang="en-US" sz="1000" dirty="0"/>
            </a:p>
          </p:txBody>
        </p:sp>
        <p:sp>
          <p:nvSpPr>
            <p:cNvPr id="48" name="矩形 47">
              <a:extLst>
                <a:ext uri="{FF2B5EF4-FFF2-40B4-BE49-F238E27FC236}">
                  <a16:creationId xmlns:a16="http://schemas.microsoft.com/office/drawing/2014/main" id="{28FCDFA4-BE1B-42EB-A6BF-8C4A0BAB09B7}"/>
                </a:ext>
              </a:extLst>
            </p:cNvPr>
            <p:cNvSpPr/>
            <p:nvPr/>
          </p:nvSpPr>
          <p:spPr>
            <a:xfrm>
              <a:off x="9722887" y="2180798"/>
              <a:ext cx="74690" cy="21730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lIns="36000" tIns="36000" rIns="36000" bIns="36000">
              <a:spAutoFit/>
            </a:bodyPr>
            <a:lstStyle/>
            <a:p>
              <a:endParaRPr lang="zh-CN" altLang="en-US" sz="1000" dirty="0"/>
            </a:p>
          </p:txBody>
        </p:sp>
        <p:cxnSp>
          <p:nvCxnSpPr>
            <p:cNvPr id="49" name="直接箭头连接符 79">
              <a:extLst>
                <a:ext uri="{FF2B5EF4-FFF2-40B4-BE49-F238E27FC236}">
                  <a16:creationId xmlns:a16="http://schemas.microsoft.com/office/drawing/2014/main" id="{13F09CC3-1783-4473-AAA6-2B6A22688043}"/>
                </a:ext>
              </a:extLst>
            </p:cNvPr>
            <p:cNvCxnSpPr>
              <a:stCxn id="46" idx="2"/>
              <a:endCxn id="42" idx="1"/>
            </p:cNvCxnSpPr>
            <p:nvPr/>
          </p:nvCxnSpPr>
          <p:spPr>
            <a:xfrm rot="16200000" flipH="1">
              <a:off x="9601178" y="2380354"/>
              <a:ext cx="625729" cy="661216"/>
            </a:xfrm>
            <a:prstGeom prst="curvedConnector2">
              <a:avLst/>
            </a:prstGeom>
            <a:ln w="12700">
              <a:solidFill>
                <a:srgbClr val="FF0000"/>
              </a:solidFill>
              <a:headEnd type="oval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箭头连接符 79">
              <a:extLst>
                <a:ext uri="{FF2B5EF4-FFF2-40B4-BE49-F238E27FC236}">
                  <a16:creationId xmlns:a16="http://schemas.microsoft.com/office/drawing/2014/main" id="{9B111AFD-DA6D-4509-A66B-266A7DD256D3}"/>
                </a:ext>
              </a:extLst>
            </p:cNvPr>
            <p:cNvCxnSpPr>
              <a:cxnSpLocks/>
              <a:stCxn id="47" idx="2"/>
              <a:endCxn id="43" idx="1"/>
            </p:cNvCxnSpPr>
            <p:nvPr/>
          </p:nvCxnSpPr>
          <p:spPr>
            <a:xfrm rot="16200000" flipH="1">
              <a:off x="9753912" y="2316019"/>
              <a:ext cx="403850" cy="568008"/>
            </a:xfrm>
            <a:prstGeom prst="curvedConnector2">
              <a:avLst/>
            </a:prstGeom>
            <a:ln w="12700">
              <a:solidFill>
                <a:srgbClr val="FF0000"/>
              </a:solidFill>
              <a:headEnd type="oval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接箭头连接符 79">
              <a:extLst>
                <a:ext uri="{FF2B5EF4-FFF2-40B4-BE49-F238E27FC236}">
                  <a16:creationId xmlns:a16="http://schemas.microsoft.com/office/drawing/2014/main" id="{7A6C7CB7-B78C-4ED8-B376-22CBF0A0192C}"/>
                </a:ext>
              </a:extLst>
            </p:cNvPr>
            <p:cNvCxnSpPr>
              <a:cxnSpLocks/>
              <a:stCxn id="48" idx="2"/>
              <a:endCxn id="44" idx="1"/>
            </p:cNvCxnSpPr>
            <p:nvPr/>
          </p:nvCxnSpPr>
          <p:spPr>
            <a:xfrm rot="16200000" flipH="1">
              <a:off x="9854754" y="2303576"/>
              <a:ext cx="177259" cy="366302"/>
            </a:xfrm>
            <a:prstGeom prst="curvedConnector2">
              <a:avLst/>
            </a:prstGeom>
            <a:ln w="12700">
              <a:solidFill>
                <a:srgbClr val="FF0000"/>
              </a:solidFill>
              <a:headEnd type="oval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2" name="流程图: 磁盘 51">
            <a:extLst>
              <a:ext uri="{FF2B5EF4-FFF2-40B4-BE49-F238E27FC236}">
                <a16:creationId xmlns:a16="http://schemas.microsoft.com/office/drawing/2014/main" id="{24228447-E6F3-4C0D-9538-63C76B8AACC2}"/>
              </a:ext>
            </a:extLst>
          </p:cNvPr>
          <p:cNvSpPr/>
          <p:nvPr/>
        </p:nvSpPr>
        <p:spPr>
          <a:xfrm>
            <a:off x="7282069" y="1056037"/>
            <a:ext cx="3902767" cy="5348695"/>
          </a:xfrm>
          <a:prstGeom prst="flowChartMagneticDisk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53" name="组合 52">
            <a:extLst>
              <a:ext uri="{FF2B5EF4-FFF2-40B4-BE49-F238E27FC236}">
                <a16:creationId xmlns:a16="http://schemas.microsoft.com/office/drawing/2014/main" id="{B03A17D6-4CA2-4480-A0DC-720CB6D4AA1F}"/>
              </a:ext>
            </a:extLst>
          </p:cNvPr>
          <p:cNvGrpSpPr/>
          <p:nvPr/>
        </p:nvGrpSpPr>
        <p:grpSpPr>
          <a:xfrm>
            <a:off x="7653847" y="3041739"/>
            <a:ext cx="1525024" cy="1280528"/>
            <a:chOff x="9305290" y="2113300"/>
            <a:chExt cx="1525024" cy="1280528"/>
          </a:xfrm>
        </p:grpSpPr>
        <p:sp>
          <p:nvSpPr>
            <p:cNvPr id="54" name="矩形 53">
              <a:extLst>
                <a:ext uri="{FF2B5EF4-FFF2-40B4-BE49-F238E27FC236}">
                  <a16:creationId xmlns:a16="http://schemas.microsoft.com/office/drawing/2014/main" id="{89736E7F-7DF2-4C10-887E-D1B478EA921C}"/>
                </a:ext>
              </a:extLst>
            </p:cNvPr>
            <p:cNvSpPr/>
            <p:nvPr/>
          </p:nvSpPr>
          <p:spPr>
            <a:xfrm>
              <a:off x="9305290" y="2113300"/>
              <a:ext cx="1525024" cy="1280528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5" name="矩形 54">
              <a:extLst>
                <a:ext uri="{FF2B5EF4-FFF2-40B4-BE49-F238E27FC236}">
                  <a16:creationId xmlns:a16="http://schemas.microsoft.com/office/drawing/2014/main" id="{6A05DA18-4733-413D-8B80-374ED2843A81}"/>
                </a:ext>
              </a:extLst>
            </p:cNvPr>
            <p:cNvSpPr/>
            <p:nvPr/>
          </p:nvSpPr>
          <p:spPr>
            <a:xfrm>
              <a:off x="9356586" y="2910531"/>
              <a:ext cx="928707" cy="22659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lIns="36000" tIns="36000" rIns="36000" bIns="36000">
              <a:spAutoFit/>
            </a:bodyPr>
            <a:lstStyle/>
            <a:p>
              <a:r>
                <a:rPr lang="en-US" altLang="zh-CN" sz="1000" dirty="0">
                  <a:latin typeface="NimbusRomDOT-Reg"/>
                </a:rPr>
                <a:t>u Finance 90000</a:t>
              </a:r>
              <a:endParaRPr lang="zh-CN" altLang="en-US" sz="1000" dirty="0"/>
            </a:p>
          </p:txBody>
        </p:sp>
        <p:sp>
          <p:nvSpPr>
            <p:cNvPr id="56" name="矩形 55">
              <a:extLst>
                <a:ext uri="{FF2B5EF4-FFF2-40B4-BE49-F238E27FC236}">
                  <a16:creationId xmlns:a16="http://schemas.microsoft.com/office/drawing/2014/main" id="{A9208C20-D0D9-4A0B-9062-2915F964E4EC}"/>
                </a:ext>
              </a:extLst>
            </p:cNvPr>
            <p:cNvSpPr/>
            <p:nvPr/>
          </p:nvSpPr>
          <p:spPr>
            <a:xfrm>
              <a:off x="9356344" y="2688651"/>
              <a:ext cx="917486" cy="22659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lIns="36000" tIns="36000" rIns="36000" bIns="36000">
              <a:spAutoFit/>
            </a:bodyPr>
            <a:lstStyle/>
            <a:p>
              <a:r>
                <a:rPr lang="en-US" altLang="zh-CN" sz="1000" dirty="0">
                  <a:latin typeface="NimbusRomDOT-Reg"/>
                </a:rPr>
                <a:t>art Music 40000</a:t>
              </a:r>
              <a:endParaRPr lang="zh-CN" altLang="en-US" sz="1000" dirty="0"/>
            </a:p>
          </p:txBody>
        </p:sp>
        <p:sp>
          <p:nvSpPr>
            <p:cNvPr id="57" name="矩形 56">
              <a:extLst>
                <a:ext uri="{FF2B5EF4-FFF2-40B4-BE49-F238E27FC236}">
                  <a16:creationId xmlns:a16="http://schemas.microsoft.com/office/drawing/2014/main" id="{E1344101-A2CB-4F4F-AD89-C1C71F5D9D7D}"/>
                </a:ext>
              </a:extLst>
            </p:cNvPr>
            <p:cNvSpPr/>
            <p:nvPr/>
          </p:nvSpPr>
          <p:spPr>
            <a:xfrm>
              <a:off x="9356586" y="3137122"/>
              <a:ext cx="1422432" cy="22659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lIns="36000" tIns="36000" rIns="36000" bIns="36000">
              <a:spAutoFit/>
            </a:bodyPr>
            <a:lstStyle/>
            <a:p>
              <a:r>
                <a:rPr lang="it-IT" altLang="zh-CN" sz="1000" dirty="0">
                  <a:latin typeface="NimbusRomDOT-Reg"/>
                </a:rPr>
                <a:t>inivasan Comp. Sci. 65000</a:t>
              </a:r>
              <a:endParaRPr lang="zh-CN" altLang="en-US" sz="1000" dirty="0"/>
            </a:p>
          </p:txBody>
        </p:sp>
        <p:sp>
          <p:nvSpPr>
            <p:cNvPr id="58" name="矩形 57">
              <a:extLst>
                <a:ext uri="{FF2B5EF4-FFF2-40B4-BE49-F238E27FC236}">
                  <a16:creationId xmlns:a16="http://schemas.microsoft.com/office/drawing/2014/main" id="{76824484-717C-4ADC-99E7-ADEEF7DD3F67}"/>
                </a:ext>
              </a:extLst>
            </p:cNvPr>
            <p:cNvSpPr/>
            <p:nvPr/>
          </p:nvSpPr>
          <p:spPr>
            <a:xfrm>
              <a:off x="10244650" y="2910531"/>
              <a:ext cx="534368" cy="22659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lIns="36000" tIns="36000" rIns="36000" bIns="36000">
              <a:spAutoFit/>
            </a:bodyPr>
            <a:lstStyle/>
            <a:p>
              <a:r>
                <a:rPr lang="it-IT" altLang="zh-CN" sz="1000" dirty="0">
                  <a:latin typeface="NimbusRomDOT-Reg"/>
                </a:rPr>
                <a:t>10101 Sr</a:t>
              </a:r>
              <a:endParaRPr lang="zh-CN" altLang="en-US" sz="1000" dirty="0"/>
            </a:p>
          </p:txBody>
        </p:sp>
        <p:sp>
          <p:nvSpPr>
            <p:cNvPr id="59" name="矩形 58">
              <a:extLst>
                <a:ext uri="{FF2B5EF4-FFF2-40B4-BE49-F238E27FC236}">
                  <a16:creationId xmlns:a16="http://schemas.microsoft.com/office/drawing/2014/main" id="{6479FC41-9428-4281-A7F6-3C95B226F546}"/>
                </a:ext>
              </a:extLst>
            </p:cNvPr>
            <p:cNvSpPr/>
            <p:nvPr/>
          </p:nvSpPr>
          <p:spPr>
            <a:xfrm>
              <a:off x="10239841" y="2688652"/>
              <a:ext cx="543986" cy="22659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lIns="36000" tIns="36000" rIns="36000" bIns="36000">
              <a:spAutoFit/>
            </a:bodyPr>
            <a:lstStyle/>
            <a:p>
              <a:r>
                <a:rPr lang="en-US" altLang="zh-CN" sz="1000" dirty="0">
                  <a:latin typeface="NimbusRomDOT-Reg"/>
                </a:rPr>
                <a:t>12121 W</a:t>
              </a:r>
              <a:endParaRPr lang="zh-CN" altLang="en-US" sz="1000" dirty="0"/>
            </a:p>
          </p:txBody>
        </p:sp>
        <p:sp>
          <p:nvSpPr>
            <p:cNvPr id="60" name="矩形 59">
              <a:extLst>
                <a:ext uri="{FF2B5EF4-FFF2-40B4-BE49-F238E27FC236}">
                  <a16:creationId xmlns:a16="http://schemas.microsoft.com/office/drawing/2014/main" id="{0FDB7B34-2FDB-4DE2-BDBD-9F99D9DE75C3}"/>
                </a:ext>
              </a:extLst>
            </p:cNvPr>
            <p:cNvSpPr/>
            <p:nvPr/>
          </p:nvSpPr>
          <p:spPr>
            <a:xfrm>
              <a:off x="10126534" y="2462061"/>
              <a:ext cx="657800" cy="22659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lIns="36000" tIns="36000" rIns="36000" bIns="36000">
              <a:spAutoFit/>
            </a:bodyPr>
            <a:lstStyle/>
            <a:p>
              <a:r>
                <a:rPr lang="en-US" altLang="zh-CN" sz="1000" dirty="0">
                  <a:latin typeface="NimbusRomDOT-Reg"/>
                </a:rPr>
                <a:t>15151 </a:t>
              </a:r>
              <a:r>
                <a:rPr lang="en-US" altLang="zh-CN" sz="1000" dirty="0" err="1">
                  <a:latin typeface="NimbusRomDOT-Reg"/>
                </a:rPr>
                <a:t>Moz</a:t>
              </a:r>
              <a:endParaRPr lang="zh-CN" altLang="en-US" sz="1000" dirty="0"/>
            </a:p>
          </p:txBody>
        </p:sp>
        <p:sp>
          <p:nvSpPr>
            <p:cNvPr id="61" name="矩形 60">
              <a:extLst>
                <a:ext uri="{FF2B5EF4-FFF2-40B4-BE49-F238E27FC236}">
                  <a16:creationId xmlns:a16="http://schemas.microsoft.com/office/drawing/2014/main" id="{2F83EDB4-7919-46B6-A3F0-199F696B38A9}"/>
                </a:ext>
              </a:extLst>
            </p:cNvPr>
            <p:cNvSpPr/>
            <p:nvPr/>
          </p:nvSpPr>
          <p:spPr>
            <a:xfrm>
              <a:off x="9356344" y="2180798"/>
              <a:ext cx="176036" cy="21730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lIns="36000" tIns="36000" rIns="36000" bIns="36000">
              <a:spAutoFit/>
            </a:bodyPr>
            <a:lstStyle/>
            <a:p>
              <a:endParaRPr lang="zh-CN" altLang="en-US" sz="1000" dirty="0"/>
            </a:p>
          </p:txBody>
        </p:sp>
        <p:sp>
          <p:nvSpPr>
            <p:cNvPr id="62" name="矩形 61">
              <a:extLst>
                <a:ext uri="{FF2B5EF4-FFF2-40B4-BE49-F238E27FC236}">
                  <a16:creationId xmlns:a16="http://schemas.microsoft.com/office/drawing/2014/main" id="{035DEABB-609C-401B-A2B2-1A9B185CA5B2}"/>
                </a:ext>
              </a:extLst>
            </p:cNvPr>
            <p:cNvSpPr/>
            <p:nvPr/>
          </p:nvSpPr>
          <p:spPr>
            <a:xfrm>
              <a:off x="9546089" y="2180798"/>
              <a:ext cx="74690" cy="21730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lIns="36000" tIns="36000" rIns="36000" bIns="36000">
              <a:spAutoFit/>
            </a:bodyPr>
            <a:lstStyle/>
            <a:p>
              <a:endParaRPr lang="zh-CN" altLang="en-US" sz="1000" dirty="0"/>
            </a:p>
          </p:txBody>
        </p:sp>
        <p:sp>
          <p:nvSpPr>
            <p:cNvPr id="63" name="矩形 62">
              <a:extLst>
                <a:ext uri="{FF2B5EF4-FFF2-40B4-BE49-F238E27FC236}">
                  <a16:creationId xmlns:a16="http://schemas.microsoft.com/office/drawing/2014/main" id="{B7D54A10-6EEF-49F9-B450-F53BE2A3C518}"/>
                </a:ext>
              </a:extLst>
            </p:cNvPr>
            <p:cNvSpPr/>
            <p:nvPr/>
          </p:nvSpPr>
          <p:spPr>
            <a:xfrm>
              <a:off x="9634488" y="2180798"/>
              <a:ext cx="74690" cy="21730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lIns="36000" tIns="36000" rIns="36000" bIns="36000">
              <a:spAutoFit/>
            </a:bodyPr>
            <a:lstStyle/>
            <a:p>
              <a:endParaRPr lang="zh-CN" altLang="en-US" sz="1000" dirty="0"/>
            </a:p>
          </p:txBody>
        </p:sp>
        <p:sp>
          <p:nvSpPr>
            <p:cNvPr id="64" name="矩形 63">
              <a:extLst>
                <a:ext uri="{FF2B5EF4-FFF2-40B4-BE49-F238E27FC236}">
                  <a16:creationId xmlns:a16="http://schemas.microsoft.com/office/drawing/2014/main" id="{1ED050DF-1237-4EE5-A156-D2E32DA62D1E}"/>
                </a:ext>
              </a:extLst>
            </p:cNvPr>
            <p:cNvSpPr/>
            <p:nvPr/>
          </p:nvSpPr>
          <p:spPr>
            <a:xfrm>
              <a:off x="9722887" y="2180798"/>
              <a:ext cx="74690" cy="21730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lIns="36000" tIns="36000" rIns="36000" bIns="36000">
              <a:spAutoFit/>
            </a:bodyPr>
            <a:lstStyle/>
            <a:p>
              <a:endParaRPr lang="zh-CN" altLang="en-US" sz="1000" dirty="0"/>
            </a:p>
          </p:txBody>
        </p:sp>
        <p:cxnSp>
          <p:nvCxnSpPr>
            <p:cNvPr id="65" name="直接箭头连接符 79">
              <a:extLst>
                <a:ext uri="{FF2B5EF4-FFF2-40B4-BE49-F238E27FC236}">
                  <a16:creationId xmlns:a16="http://schemas.microsoft.com/office/drawing/2014/main" id="{CB758B69-DFE6-4D27-BC68-FC3E3FB03AE4}"/>
                </a:ext>
              </a:extLst>
            </p:cNvPr>
            <p:cNvCxnSpPr>
              <a:stCxn id="62" idx="2"/>
              <a:endCxn id="58" idx="1"/>
            </p:cNvCxnSpPr>
            <p:nvPr/>
          </p:nvCxnSpPr>
          <p:spPr>
            <a:xfrm rot="16200000" flipH="1">
              <a:off x="9601178" y="2380354"/>
              <a:ext cx="625729" cy="661216"/>
            </a:xfrm>
            <a:prstGeom prst="curvedConnector2">
              <a:avLst/>
            </a:prstGeom>
            <a:ln w="12700">
              <a:solidFill>
                <a:srgbClr val="FF0000"/>
              </a:solidFill>
              <a:headEnd type="oval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直接箭头连接符 79">
              <a:extLst>
                <a:ext uri="{FF2B5EF4-FFF2-40B4-BE49-F238E27FC236}">
                  <a16:creationId xmlns:a16="http://schemas.microsoft.com/office/drawing/2014/main" id="{4B45C6B2-80BC-4459-B468-82A13E72F1C3}"/>
                </a:ext>
              </a:extLst>
            </p:cNvPr>
            <p:cNvCxnSpPr>
              <a:cxnSpLocks/>
              <a:stCxn id="63" idx="2"/>
              <a:endCxn id="59" idx="1"/>
            </p:cNvCxnSpPr>
            <p:nvPr/>
          </p:nvCxnSpPr>
          <p:spPr>
            <a:xfrm rot="16200000" flipH="1">
              <a:off x="9753912" y="2316019"/>
              <a:ext cx="403850" cy="568008"/>
            </a:xfrm>
            <a:prstGeom prst="curvedConnector2">
              <a:avLst/>
            </a:prstGeom>
            <a:ln w="12700">
              <a:solidFill>
                <a:srgbClr val="FF0000"/>
              </a:solidFill>
              <a:headEnd type="oval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直接箭头连接符 79">
              <a:extLst>
                <a:ext uri="{FF2B5EF4-FFF2-40B4-BE49-F238E27FC236}">
                  <a16:creationId xmlns:a16="http://schemas.microsoft.com/office/drawing/2014/main" id="{C0222E0D-6EF6-4B9C-BB1F-3A55398000F6}"/>
                </a:ext>
              </a:extLst>
            </p:cNvPr>
            <p:cNvCxnSpPr>
              <a:cxnSpLocks/>
              <a:stCxn id="64" idx="2"/>
              <a:endCxn id="60" idx="1"/>
            </p:cNvCxnSpPr>
            <p:nvPr/>
          </p:nvCxnSpPr>
          <p:spPr>
            <a:xfrm rot="16200000" flipH="1">
              <a:off x="9854754" y="2303576"/>
              <a:ext cx="177259" cy="366302"/>
            </a:xfrm>
            <a:prstGeom prst="curvedConnector2">
              <a:avLst/>
            </a:prstGeom>
            <a:ln w="12700">
              <a:solidFill>
                <a:srgbClr val="FF0000"/>
              </a:solidFill>
              <a:headEnd type="oval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8" name="组合 67">
            <a:extLst>
              <a:ext uri="{FF2B5EF4-FFF2-40B4-BE49-F238E27FC236}">
                <a16:creationId xmlns:a16="http://schemas.microsoft.com/office/drawing/2014/main" id="{826E5F76-3F94-4380-ADF2-DFC65C904017}"/>
              </a:ext>
            </a:extLst>
          </p:cNvPr>
          <p:cNvGrpSpPr/>
          <p:nvPr/>
        </p:nvGrpSpPr>
        <p:grpSpPr>
          <a:xfrm>
            <a:off x="9388624" y="3041739"/>
            <a:ext cx="1525024" cy="1280528"/>
            <a:chOff x="9305290" y="3627503"/>
            <a:chExt cx="1525024" cy="1280528"/>
          </a:xfrm>
        </p:grpSpPr>
        <p:sp>
          <p:nvSpPr>
            <p:cNvPr id="69" name="矩形 68">
              <a:extLst>
                <a:ext uri="{FF2B5EF4-FFF2-40B4-BE49-F238E27FC236}">
                  <a16:creationId xmlns:a16="http://schemas.microsoft.com/office/drawing/2014/main" id="{C0B96E47-FC54-40B9-AEDF-A0C346A1A7AF}"/>
                </a:ext>
              </a:extLst>
            </p:cNvPr>
            <p:cNvSpPr/>
            <p:nvPr/>
          </p:nvSpPr>
          <p:spPr>
            <a:xfrm>
              <a:off x="9305290" y="3627503"/>
              <a:ext cx="1525024" cy="1280528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0" name="矩形 69">
              <a:extLst>
                <a:ext uri="{FF2B5EF4-FFF2-40B4-BE49-F238E27FC236}">
                  <a16:creationId xmlns:a16="http://schemas.microsoft.com/office/drawing/2014/main" id="{EBD2BF57-9ADC-4BA4-A64B-131716AC668E}"/>
                </a:ext>
              </a:extLst>
            </p:cNvPr>
            <p:cNvSpPr/>
            <p:nvPr/>
          </p:nvSpPr>
          <p:spPr>
            <a:xfrm>
              <a:off x="9356344" y="3681749"/>
              <a:ext cx="176036" cy="21730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lIns="36000" tIns="36000" rIns="36000" bIns="36000">
              <a:spAutoFit/>
            </a:bodyPr>
            <a:lstStyle/>
            <a:p>
              <a:endParaRPr lang="zh-CN" altLang="en-US" sz="1000" dirty="0"/>
            </a:p>
          </p:txBody>
        </p:sp>
        <p:sp>
          <p:nvSpPr>
            <p:cNvPr id="71" name="矩形 70">
              <a:extLst>
                <a:ext uri="{FF2B5EF4-FFF2-40B4-BE49-F238E27FC236}">
                  <a16:creationId xmlns:a16="http://schemas.microsoft.com/office/drawing/2014/main" id="{7066E98D-93F6-4D79-9F92-C8E44CD31A07}"/>
                </a:ext>
              </a:extLst>
            </p:cNvPr>
            <p:cNvSpPr/>
            <p:nvPr/>
          </p:nvSpPr>
          <p:spPr>
            <a:xfrm>
              <a:off x="9546089" y="3681749"/>
              <a:ext cx="74690" cy="21730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lIns="36000" tIns="36000" rIns="36000" bIns="36000">
              <a:spAutoFit/>
            </a:bodyPr>
            <a:lstStyle/>
            <a:p>
              <a:endParaRPr lang="zh-CN" altLang="en-US" sz="1000" dirty="0"/>
            </a:p>
          </p:txBody>
        </p:sp>
        <p:sp>
          <p:nvSpPr>
            <p:cNvPr id="72" name="矩形 71">
              <a:extLst>
                <a:ext uri="{FF2B5EF4-FFF2-40B4-BE49-F238E27FC236}">
                  <a16:creationId xmlns:a16="http://schemas.microsoft.com/office/drawing/2014/main" id="{29C16226-AF81-4076-9BF1-657E4E2CC00D}"/>
                </a:ext>
              </a:extLst>
            </p:cNvPr>
            <p:cNvSpPr/>
            <p:nvPr/>
          </p:nvSpPr>
          <p:spPr>
            <a:xfrm>
              <a:off x="9634488" y="3681749"/>
              <a:ext cx="74690" cy="21730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lIns="36000" tIns="36000" rIns="36000" bIns="36000">
              <a:spAutoFit/>
            </a:bodyPr>
            <a:lstStyle/>
            <a:p>
              <a:endParaRPr lang="zh-CN" altLang="en-US" sz="1000" dirty="0"/>
            </a:p>
          </p:txBody>
        </p:sp>
        <p:sp>
          <p:nvSpPr>
            <p:cNvPr id="73" name="矩形 72">
              <a:extLst>
                <a:ext uri="{FF2B5EF4-FFF2-40B4-BE49-F238E27FC236}">
                  <a16:creationId xmlns:a16="http://schemas.microsoft.com/office/drawing/2014/main" id="{75CACCC3-CC0B-45C1-B4B0-36B8F2552270}"/>
                </a:ext>
              </a:extLst>
            </p:cNvPr>
            <p:cNvSpPr/>
            <p:nvPr/>
          </p:nvSpPr>
          <p:spPr>
            <a:xfrm>
              <a:off x="9722887" y="3681749"/>
              <a:ext cx="74690" cy="21730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lIns="36000" tIns="36000" rIns="36000" bIns="36000">
              <a:spAutoFit/>
            </a:bodyPr>
            <a:lstStyle/>
            <a:p>
              <a:endParaRPr lang="zh-CN" altLang="en-US" sz="1000" dirty="0"/>
            </a:p>
          </p:txBody>
        </p:sp>
        <p:cxnSp>
          <p:nvCxnSpPr>
            <p:cNvPr id="74" name="直接箭头连接符 79">
              <a:extLst>
                <a:ext uri="{FF2B5EF4-FFF2-40B4-BE49-F238E27FC236}">
                  <a16:creationId xmlns:a16="http://schemas.microsoft.com/office/drawing/2014/main" id="{639CF7E1-9243-4AAA-A689-3023B00FD85D}"/>
                </a:ext>
              </a:extLst>
            </p:cNvPr>
            <p:cNvCxnSpPr>
              <a:cxnSpLocks/>
              <a:stCxn id="73" idx="2"/>
              <a:endCxn id="79" idx="1"/>
            </p:cNvCxnSpPr>
            <p:nvPr/>
          </p:nvCxnSpPr>
          <p:spPr>
            <a:xfrm rot="16200000" flipH="1">
              <a:off x="9941811" y="3717470"/>
              <a:ext cx="146646" cy="509804"/>
            </a:xfrm>
            <a:prstGeom prst="curvedConnector2">
              <a:avLst/>
            </a:prstGeom>
            <a:ln w="12700">
              <a:solidFill>
                <a:srgbClr val="FF0000"/>
              </a:solidFill>
              <a:headEnd type="oval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5" name="矩形 74">
              <a:extLst>
                <a:ext uri="{FF2B5EF4-FFF2-40B4-BE49-F238E27FC236}">
                  <a16:creationId xmlns:a16="http://schemas.microsoft.com/office/drawing/2014/main" id="{E1FF28A6-D8DE-4FB6-BF98-565F65182B13}"/>
                </a:ext>
              </a:extLst>
            </p:cNvPr>
            <p:cNvSpPr/>
            <p:nvPr/>
          </p:nvSpPr>
          <p:spPr>
            <a:xfrm>
              <a:off x="9375560" y="4606038"/>
              <a:ext cx="1404799" cy="22659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lIns="36000" tIns="36000" rIns="36000" bIns="36000">
              <a:spAutoFit/>
            </a:bodyPr>
            <a:lstStyle/>
            <a:p>
              <a:r>
                <a:rPr lang="en-US" altLang="zh-CN" sz="1000" dirty="0">
                  <a:latin typeface="NimbusRomDOT-Reg"/>
                </a:rPr>
                <a:t>22 Einstein Physics 95000</a:t>
              </a:r>
              <a:endParaRPr lang="zh-CN" altLang="en-US" sz="1000" dirty="0"/>
            </a:p>
          </p:txBody>
        </p:sp>
        <p:sp>
          <p:nvSpPr>
            <p:cNvPr id="76" name="矩形 75">
              <a:extLst>
                <a:ext uri="{FF2B5EF4-FFF2-40B4-BE49-F238E27FC236}">
                  <a16:creationId xmlns:a16="http://schemas.microsoft.com/office/drawing/2014/main" id="{0E342C6B-BE38-4A8A-9375-08C6C8E6E15B}"/>
                </a:ext>
              </a:extLst>
            </p:cNvPr>
            <p:cNvSpPr/>
            <p:nvPr/>
          </p:nvSpPr>
          <p:spPr>
            <a:xfrm>
              <a:off x="9376396" y="4380247"/>
              <a:ext cx="1167555" cy="22659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lIns="36000" tIns="36000" rIns="36000" bIns="36000">
              <a:spAutoFit/>
            </a:bodyPr>
            <a:lstStyle/>
            <a:p>
              <a:r>
                <a:rPr lang="en-US" altLang="zh-CN" sz="1000" dirty="0">
                  <a:latin typeface="NimbusRomDOT-Reg"/>
                </a:rPr>
                <a:t>El Said History 60000</a:t>
              </a:r>
              <a:endParaRPr lang="zh-CN" altLang="en-US" sz="1000" dirty="0"/>
            </a:p>
          </p:txBody>
        </p:sp>
        <p:sp>
          <p:nvSpPr>
            <p:cNvPr id="77" name="矩形 76">
              <a:extLst>
                <a:ext uri="{FF2B5EF4-FFF2-40B4-BE49-F238E27FC236}">
                  <a16:creationId xmlns:a16="http://schemas.microsoft.com/office/drawing/2014/main" id="{365BEA0C-3F4E-4C11-9F94-E33F2C8AF569}"/>
                </a:ext>
              </a:extLst>
            </p:cNvPr>
            <p:cNvSpPr/>
            <p:nvPr/>
          </p:nvSpPr>
          <p:spPr>
            <a:xfrm>
              <a:off x="10510486" y="4379447"/>
              <a:ext cx="269873" cy="22659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lIns="36000" tIns="36000" rIns="36000" bIns="36000">
              <a:spAutoFit/>
            </a:bodyPr>
            <a:lstStyle/>
            <a:p>
              <a:r>
                <a:rPr lang="en-US" altLang="zh-CN" sz="1000" dirty="0">
                  <a:latin typeface="NimbusRomDOT-Reg"/>
                </a:rPr>
                <a:t>222</a:t>
              </a:r>
              <a:endParaRPr lang="zh-CN" altLang="en-US" sz="1000" dirty="0"/>
            </a:p>
          </p:txBody>
        </p:sp>
        <p:sp>
          <p:nvSpPr>
            <p:cNvPr id="78" name="矩形 77">
              <a:extLst>
                <a:ext uri="{FF2B5EF4-FFF2-40B4-BE49-F238E27FC236}">
                  <a16:creationId xmlns:a16="http://schemas.microsoft.com/office/drawing/2014/main" id="{2C1EDC2E-93EB-4D91-850C-DAB8E884EA22}"/>
                </a:ext>
              </a:extLst>
            </p:cNvPr>
            <p:cNvSpPr/>
            <p:nvPr/>
          </p:nvSpPr>
          <p:spPr>
            <a:xfrm>
              <a:off x="9376077" y="4156011"/>
              <a:ext cx="996033" cy="22659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lIns="36000" tIns="36000" rIns="36000" bIns="36000">
              <a:spAutoFit/>
            </a:bodyPr>
            <a:lstStyle/>
            <a:p>
              <a:r>
                <a:rPr lang="en-US" altLang="zh-CN" sz="1000" dirty="0">
                  <a:latin typeface="NimbusRomDOT-Reg"/>
                </a:rPr>
                <a:t>old Physics 87000</a:t>
              </a:r>
              <a:endParaRPr lang="zh-CN" altLang="en-US" sz="1000" dirty="0"/>
            </a:p>
          </p:txBody>
        </p:sp>
        <p:sp>
          <p:nvSpPr>
            <p:cNvPr id="79" name="矩形 78">
              <a:extLst>
                <a:ext uri="{FF2B5EF4-FFF2-40B4-BE49-F238E27FC236}">
                  <a16:creationId xmlns:a16="http://schemas.microsoft.com/office/drawing/2014/main" id="{673D18CD-BA78-4AA2-BA0E-A68F4872DF2F}"/>
                </a:ext>
              </a:extLst>
            </p:cNvPr>
            <p:cNvSpPr/>
            <p:nvPr/>
          </p:nvSpPr>
          <p:spPr>
            <a:xfrm>
              <a:off x="10270036" y="3932399"/>
              <a:ext cx="510323" cy="22659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lIns="36000" tIns="36000" rIns="36000" bIns="36000">
              <a:spAutoFit/>
            </a:bodyPr>
            <a:lstStyle/>
            <a:p>
              <a:r>
                <a:rPr lang="en-US" altLang="zh-CN" sz="1000" dirty="0">
                  <a:latin typeface="NimbusRomDOT-Reg"/>
                </a:rPr>
                <a:t>33456 G</a:t>
              </a:r>
              <a:endParaRPr lang="zh-CN" altLang="en-US" sz="1000" dirty="0"/>
            </a:p>
          </p:txBody>
        </p:sp>
        <p:sp>
          <p:nvSpPr>
            <p:cNvPr id="80" name="矩形 79">
              <a:extLst>
                <a:ext uri="{FF2B5EF4-FFF2-40B4-BE49-F238E27FC236}">
                  <a16:creationId xmlns:a16="http://schemas.microsoft.com/office/drawing/2014/main" id="{BDFFE8C8-774D-4557-88EC-4A5B0CB8A00D}"/>
                </a:ext>
              </a:extLst>
            </p:cNvPr>
            <p:cNvSpPr/>
            <p:nvPr/>
          </p:nvSpPr>
          <p:spPr>
            <a:xfrm>
              <a:off x="10379040" y="4156161"/>
              <a:ext cx="401319" cy="22659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lIns="36000" tIns="36000" rIns="36000" bIns="36000">
              <a:spAutoFit/>
            </a:bodyPr>
            <a:lstStyle/>
            <a:p>
              <a:r>
                <a:rPr lang="en-US" altLang="zh-CN" sz="1000" dirty="0">
                  <a:latin typeface="NimbusRomDOT-Reg"/>
                </a:rPr>
                <a:t>32343</a:t>
              </a:r>
              <a:endParaRPr lang="zh-CN" altLang="en-US" sz="1000" dirty="0"/>
            </a:p>
          </p:txBody>
        </p:sp>
        <p:cxnSp>
          <p:nvCxnSpPr>
            <p:cNvPr id="81" name="直接箭头连接符 79">
              <a:extLst>
                <a:ext uri="{FF2B5EF4-FFF2-40B4-BE49-F238E27FC236}">
                  <a16:creationId xmlns:a16="http://schemas.microsoft.com/office/drawing/2014/main" id="{682429DA-F7D2-49CC-9DF6-08F6ABF28243}"/>
                </a:ext>
              </a:extLst>
            </p:cNvPr>
            <p:cNvCxnSpPr>
              <a:cxnSpLocks/>
              <a:stCxn id="71" idx="2"/>
              <a:endCxn id="77" idx="1"/>
            </p:cNvCxnSpPr>
            <p:nvPr/>
          </p:nvCxnSpPr>
          <p:spPr>
            <a:xfrm rot="16200000" flipH="1">
              <a:off x="9750113" y="3732370"/>
              <a:ext cx="593694" cy="927052"/>
            </a:xfrm>
            <a:prstGeom prst="curvedConnector2">
              <a:avLst/>
            </a:prstGeom>
            <a:ln w="12700">
              <a:solidFill>
                <a:srgbClr val="FF0000"/>
              </a:solidFill>
              <a:headEnd type="oval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直接箭头连接符 79">
              <a:extLst>
                <a:ext uri="{FF2B5EF4-FFF2-40B4-BE49-F238E27FC236}">
                  <a16:creationId xmlns:a16="http://schemas.microsoft.com/office/drawing/2014/main" id="{D34A43A9-4D97-402D-BFEF-E93C7E2D22E0}"/>
                </a:ext>
              </a:extLst>
            </p:cNvPr>
            <p:cNvCxnSpPr>
              <a:cxnSpLocks/>
              <a:stCxn id="72" idx="2"/>
              <a:endCxn id="80" idx="1"/>
            </p:cNvCxnSpPr>
            <p:nvPr/>
          </p:nvCxnSpPr>
          <p:spPr>
            <a:xfrm rot="16200000" flipH="1">
              <a:off x="9840232" y="3730649"/>
              <a:ext cx="370408" cy="707207"/>
            </a:xfrm>
            <a:prstGeom prst="curvedConnector2">
              <a:avLst/>
            </a:prstGeom>
            <a:ln w="12700">
              <a:solidFill>
                <a:srgbClr val="FF0000"/>
              </a:solidFill>
              <a:headEnd type="oval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3" name="组合 82">
            <a:extLst>
              <a:ext uri="{FF2B5EF4-FFF2-40B4-BE49-F238E27FC236}">
                <a16:creationId xmlns:a16="http://schemas.microsoft.com/office/drawing/2014/main" id="{1EF0CAA4-C512-4393-AC7C-E96B8C65BD9F}"/>
              </a:ext>
            </a:extLst>
          </p:cNvPr>
          <p:cNvGrpSpPr/>
          <p:nvPr/>
        </p:nvGrpSpPr>
        <p:grpSpPr>
          <a:xfrm>
            <a:off x="7651450" y="4467444"/>
            <a:ext cx="1525024" cy="1280528"/>
            <a:chOff x="6482576" y="2572105"/>
            <a:chExt cx="1525024" cy="1280528"/>
          </a:xfrm>
        </p:grpSpPr>
        <p:sp>
          <p:nvSpPr>
            <p:cNvPr id="84" name="矩形 83">
              <a:extLst>
                <a:ext uri="{FF2B5EF4-FFF2-40B4-BE49-F238E27FC236}">
                  <a16:creationId xmlns:a16="http://schemas.microsoft.com/office/drawing/2014/main" id="{6E1E0D2C-6D6A-4592-A0BD-524225E02391}"/>
                </a:ext>
              </a:extLst>
            </p:cNvPr>
            <p:cNvSpPr/>
            <p:nvPr/>
          </p:nvSpPr>
          <p:spPr>
            <a:xfrm>
              <a:off x="6482576" y="2572105"/>
              <a:ext cx="1525024" cy="1280528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5" name="矩形 84">
              <a:extLst>
                <a:ext uri="{FF2B5EF4-FFF2-40B4-BE49-F238E27FC236}">
                  <a16:creationId xmlns:a16="http://schemas.microsoft.com/office/drawing/2014/main" id="{0CC9F3D5-1023-41B7-BD2C-0DA5A892855C}"/>
                </a:ext>
              </a:extLst>
            </p:cNvPr>
            <p:cNvSpPr/>
            <p:nvPr/>
          </p:nvSpPr>
          <p:spPr>
            <a:xfrm>
              <a:off x="6533630" y="2639603"/>
              <a:ext cx="176036" cy="21730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lIns="36000" tIns="36000" rIns="36000" bIns="36000">
              <a:spAutoFit/>
            </a:bodyPr>
            <a:lstStyle/>
            <a:p>
              <a:endParaRPr lang="zh-CN" altLang="en-US" sz="1000" dirty="0"/>
            </a:p>
          </p:txBody>
        </p:sp>
        <p:sp>
          <p:nvSpPr>
            <p:cNvPr id="86" name="矩形 85">
              <a:extLst>
                <a:ext uri="{FF2B5EF4-FFF2-40B4-BE49-F238E27FC236}">
                  <a16:creationId xmlns:a16="http://schemas.microsoft.com/office/drawing/2014/main" id="{75204D0B-5593-4949-90B2-DBBA989E90E6}"/>
                </a:ext>
              </a:extLst>
            </p:cNvPr>
            <p:cNvSpPr/>
            <p:nvPr/>
          </p:nvSpPr>
          <p:spPr>
            <a:xfrm>
              <a:off x="6723375" y="2639603"/>
              <a:ext cx="74690" cy="21730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lIns="36000" tIns="36000" rIns="36000" bIns="36000">
              <a:spAutoFit/>
            </a:bodyPr>
            <a:lstStyle/>
            <a:p>
              <a:endParaRPr lang="zh-CN" altLang="en-US" sz="1000" dirty="0"/>
            </a:p>
          </p:txBody>
        </p:sp>
        <p:sp>
          <p:nvSpPr>
            <p:cNvPr id="87" name="矩形 86">
              <a:extLst>
                <a:ext uri="{FF2B5EF4-FFF2-40B4-BE49-F238E27FC236}">
                  <a16:creationId xmlns:a16="http://schemas.microsoft.com/office/drawing/2014/main" id="{0FFB6500-9EFD-4CB4-87DB-CBD477EB2F9D}"/>
                </a:ext>
              </a:extLst>
            </p:cNvPr>
            <p:cNvSpPr/>
            <p:nvPr/>
          </p:nvSpPr>
          <p:spPr>
            <a:xfrm>
              <a:off x="6811774" y="2639603"/>
              <a:ext cx="74690" cy="21730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lIns="36000" tIns="36000" rIns="36000" bIns="36000">
              <a:spAutoFit/>
            </a:bodyPr>
            <a:lstStyle/>
            <a:p>
              <a:endParaRPr lang="zh-CN" altLang="en-US" sz="1000" dirty="0"/>
            </a:p>
          </p:txBody>
        </p:sp>
        <p:sp>
          <p:nvSpPr>
            <p:cNvPr id="88" name="矩形 87">
              <a:extLst>
                <a:ext uri="{FF2B5EF4-FFF2-40B4-BE49-F238E27FC236}">
                  <a16:creationId xmlns:a16="http://schemas.microsoft.com/office/drawing/2014/main" id="{72E5CA8B-E2F1-47D5-BD00-ED62CA804046}"/>
                </a:ext>
              </a:extLst>
            </p:cNvPr>
            <p:cNvSpPr/>
            <p:nvPr/>
          </p:nvSpPr>
          <p:spPr>
            <a:xfrm>
              <a:off x="6900173" y="2639603"/>
              <a:ext cx="74690" cy="21730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lIns="36000" tIns="36000" rIns="36000" bIns="36000">
              <a:spAutoFit/>
            </a:bodyPr>
            <a:lstStyle/>
            <a:p>
              <a:endParaRPr lang="zh-CN" altLang="en-US" sz="1000" dirty="0"/>
            </a:p>
          </p:txBody>
        </p:sp>
        <p:cxnSp>
          <p:nvCxnSpPr>
            <p:cNvPr id="89" name="直接箭头连接符 79">
              <a:extLst>
                <a:ext uri="{FF2B5EF4-FFF2-40B4-BE49-F238E27FC236}">
                  <a16:creationId xmlns:a16="http://schemas.microsoft.com/office/drawing/2014/main" id="{C7D7C9BD-0F37-45B9-92ED-FB738E754A0B}"/>
                </a:ext>
              </a:extLst>
            </p:cNvPr>
            <p:cNvCxnSpPr>
              <a:cxnSpLocks/>
              <a:stCxn id="88" idx="2"/>
              <a:endCxn id="94" idx="1"/>
            </p:cNvCxnSpPr>
            <p:nvPr/>
          </p:nvCxnSpPr>
          <p:spPr>
            <a:xfrm rot="16200000" flipH="1">
              <a:off x="7037541" y="2756880"/>
              <a:ext cx="160160" cy="360206"/>
            </a:xfrm>
            <a:prstGeom prst="curvedConnector2">
              <a:avLst/>
            </a:prstGeom>
            <a:ln w="12700">
              <a:solidFill>
                <a:srgbClr val="FF0000"/>
              </a:solidFill>
              <a:headEnd type="oval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0" name="矩形 89">
              <a:extLst>
                <a:ext uri="{FF2B5EF4-FFF2-40B4-BE49-F238E27FC236}">
                  <a16:creationId xmlns:a16="http://schemas.microsoft.com/office/drawing/2014/main" id="{836BAB7A-C14A-499E-ADC1-AC75D425E078}"/>
                </a:ext>
              </a:extLst>
            </p:cNvPr>
            <p:cNvSpPr/>
            <p:nvPr/>
          </p:nvSpPr>
          <p:spPr>
            <a:xfrm>
              <a:off x="6553108" y="3584890"/>
              <a:ext cx="1383960" cy="22659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lIns="36000" tIns="36000" rIns="36000" bIns="36000">
              <a:spAutoFit/>
            </a:bodyPr>
            <a:lstStyle/>
            <a:p>
              <a:r>
                <a:rPr lang="fr-FR" altLang="zh-CN" sz="1000" dirty="0">
                  <a:latin typeface="NimbusRomDOT-Reg"/>
                </a:rPr>
                <a:t>65 Katz Comp. Sci. 75000</a:t>
              </a:r>
              <a:endParaRPr lang="zh-CN" altLang="en-US" sz="1000" dirty="0"/>
            </a:p>
          </p:txBody>
        </p:sp>
        <p:sp>
          <p:nvSpPr>
            <p:cNvPr id="91" name="矩形 90">
              <a:extLst>
                <a:ext uri="{FF2B5EF4-FFF2-40B4-BE49-F238E27FC236}">
                  <a16:creationId xmlns:a16="http://schemas.microsoft.com/office/drawing/2014/main" id="{BFBE2C02-0830-4C46-8093-371BBB0035F4}"/>
                </a:ext>
              </a:extLst>
            </p:cNvPr>
            <p:cNvSpPr/>
            <p:nvPr/>
          </p:nvSpPr>
          <p:spPr>
            <a:xfrm>
              <a:off x="6556512" y="3358299"/>
              <a:ext cx="1154731" cy="22659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lIns="36000" tIns="36000" rIns="36000" bIns="36000">
              <a:spAutoFit/>
            </a:bodyPr>
            <a:lstStyle/>
            <a:p>
              <a:r>
                <a:rPr lang="en-US" altLang="zh-CN" sz="1000" dirty="0" err="1">
                  <a:latin typeface="NimbusRomDOT-Reg"/>
                </a:rPr>
                <a:t>alifieri</a:t>
              </a:r>
              <a:r>
                <a:rPr lang="en-US" altLang="zh-CN" sz="1000" dirty="0">
                  <a:latin typeface="NimbusRomDOT-Reg"/>
                </a:rPr>
                <a:t> History 62000</a:t>
              </a:r>
              <a:endParaRPr lang="zh-CN" altLang="en-US" sz="1000" dirty="0"/>
            </a:p>
          </p:txBody>
        </p:sp>
        <p:sp>
          <p:nvSpPr>
            <p:cNvPr id="92" name="矩形 91">
              <a:extLst>
                <a:ext uri="{FF2B5EF4-FFF2-40B4-BE49-F238E27FC236}">
                  <a16:creationId xmlns:a16="http://schemas.microsoft.com/office/drawing/2014/main" id="{E7D59320-E690-40AD-B5FF-5C5141D6632F}"/>
                </a:ext>
              </a:extLst>
            </p:cNvPr>
            <p:cNvSpPr/>
            <p:nvPr/>
          </p:nvSpPr>
          <p:spPr>
            <a:xfrm>
              <a:off x="7667499" y="3358299"/>
              <a:ext cx="269873" cy="22659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lIns="36000" tIns="36000" rIns="36000" bIns="36000">
              <a:spAutoFit/>
            </a:bodyPr>
            <a:lstStyle/>
            <a:p>
              <a:r>
                <a:rPr lang="fr-FR" altLang="zh-CN" sz="1000" dirty="0">
                  <a:latin typeface="NimbusRomDOT-Reg"/>
                </a:rPr>
                <a:t>455</a:t>
              </a:r>
              <a:endParaRPr lang="zh-CN" altLang="en-US" sz="1000" dirty="0"/>
            </a:p>
          </p:txBody>
        </p:sp>
        <p:sp>
          <p:nvSpPr>
            <p:cNvPr id="93" name="矩形 92">
              <a:extLst>
                <a:ext uri="{FF2B5EF4-FFF2-40B4-BE49-F238E27FC236}">
                  <a16:creationId xmlns:a16="http://schemas.microsoft.com/office/drawing/2014/main" id="{B7F3B4DB-40BE-4DB2-9461-D4E1AAE1DE07}"/>
                </a:ext>
              </a:extLst>
            </p:cNvPr>
            <p:cNvSpPr/>
            <p:nvPr/>
          </p:nvSpPr>
          <p:spPr>
            <a:xfrm>
              <a:off x="6554722" y="3132522"/>
              <a:ext cx="928707" cy="22659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lIns="36000" tIns="36000" rIns="36000" bIns="36000">
              <a:spAutoFit/>
            </a:bodyPr>
            <a:lstStyle/>
            <a:p>
              <a:r>
                <a:rPr lang="en-US" altLang="zh-CN" sz="1000" dirty="0">
                  <a:latin typeface="NimbusRomDOT-Reg"/>
                </a:rPr>
                <a:t>h Finance 80000</a:t>
              </a:r>
              <a:endParaRPr lang="zh-CN" altLang="en-US" sz="1000" dirty="0"/>
            </a:p>
          </p:txBody>
        </p:sp>
        <p:sp>
          <p:nvSpPr>
            <p:cNvPr id="94" name="矩形 93">
              <a:extLst>
                <a:ext uri="{FF2B5EF4-FFF2-40B4-BE49-F238E27FC236}">
                  <a16:creationId xmlns:a16="http://schemas.microsoft.com/office/drawing/2014/main" id="{ABA2A40D-827D-4DAE-8682-9DF334D70241}"/>
                </a:ext>
              </a:extLst>
            </p:cNvPr>
            <p:cNvSpPr/>
            <p:nvPr/>
          </p:nvSpPr>
          <p:spPr>
            <a:xfrm>
              <a:off x="7297724" y="2903767"/>
              <a:ext cx="646578" cy="22659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lIns="36000" tIns="36000" rIns="36000" bIns="36000">
              <a:spAutoFit/>
            </a:bodyPr>
            <a:lstStyle/>
            <a:p>
              <a:r>
                <a:rPr lang="en-US" altLang="zh-CN" sz="1000" dirty="0">
                  <a:latin typeface="NimbusRomDOT-Reg"/>
                </a:rPr>
                <a:t>76543 Sing</a:t>
              </a:r>
              <a:endParaRPr lang="zh-CN" altLang="en-US" sz="1000" dirty="0"/>
            </a:p>
          </p:txBody>
        </p:sp>
        <p:sp>
          <p:nvSpPr>
            <p:cNvPr id="95" name="矩形 94">
              <a:extLst>
                <a:ext uri="{FF2B5EF4-FFF2-40B4-BE49-F238E27FC236}">
                  <a16:creationId xmlns:a16="http://schemas.microsoft.com/office/drawing/2014/main" id="{A86CC6FB-87A7-40A3-8E7A-EFF0B7527D80}"/>
                </a:ext>
              </a:extLst>
            </p:cNvPr>
            <p:cNvSpPr/>
            <p:nvPr/>
          </p:nvSpPr>
          <p:spPr>
            <a:xfrm>
              <a:off x="7445200" y="3131033"/>
              <a:ext cx="499102" cy="22659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lIns="36000" tIns="36000" rIns="36000" bIns="36000">
              <a:spAutoFit/>
            </a:bodyPr>
            <a:lstStyle/>
            <a:p>
              <a:r>
                <a:rPr lang="en-US" altLang="zh-CN" sz="1000" dirty="0">
                  <a:latin typeface="NimbusRomDOT-Reg"/>
                </a:rPr>
                <a:t>58583 C</a:t>
              </a:r>
              <a:endParaRPr lang="zh-CN" altLang="en-US" sz="1000" dirty="0"/>
            </a:p>
          </p:txBody>
        </p:sp>
        <p:cxnSp>
          <p:nvCxnSpPr>
            <p:cNvPr id="96" name="直接箭头连接符 79">
              <a:extLst>
                <a:ext uri="{FF2B5EF4-FFF2-40B4-BE49-F238E27FC236}">
                  <a16:creationId xmlns:a16="http://schemas.microsoft.com/office/drawing/2014/main" id="{58371F95-4FA8-4BBF-A136-5531D513B903}"/>
                </a:ext>
              </a:extLst>
            </p:cNvPr>
            <p:cNvCxnSpPr>
              <a:cxnSpLocks/>
              <a:stCxn id="86" idx="2"/>
              <a:endCxn id="92" idx="1"/>
            </p:cNvCxnSpPr>
            <p:nvPr/>
          </p:nvCxnSpPr>
          <p:spPr>
            <a:xfrm rot="16200000" flipH="1">
              <a:off x="6906763" y="2710859"/>
              <a:ext cx="614692" cy="906779"/>
            </a:xfrm>
            <a:prstGeom prst="curvedConnector2">
              <a:avLst/>
            </a:prstGeom>
            <a:ln w="12700">
              <a:solidFill>
                <a:srgbClr val="FF0000"/>
              </a:solidFill>
              <a:headEnd type="oval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直接箭头连接符 79">
              <a:extLst>
                <a:ext uri="{FF2B5EF4-FFF2-40B4-BE49-F238E27FC236}">
                  <a16:creationId xmlns:a16="http://schemas.microsoft.com/office/drawing/2014/main" id="{357847AA-5928-4D30-9FC4-13D3830149B6}"/>
                </a:ext>
              </a:extLst>
            </p:cNvPr>
            <p:cNvCxnSpPr>
              <a:cxnSpLocks/>
              <a:stCxn id="87" idx="2"/>
              <a:endCxn id="95" idx="1"/>
            </p:cNvCxnSpPr>
            <p:nvPr/>
          </p:nvCxnSpPr>
          <p:spPr>
            <a:xfrm rot="16200000" flipH="1">
              <a:off x="6953446" y="2752575"/>
              <a:ext cx="387426" cy="596081"/>
            </a:xfrm>
            <a:prstGeom prst="curvedConnector2">
              <a:avLst/>
            </a:prstGeom>
            <a:ln w="12700">
              <a:solidFill>
                <a:srgbClr val="FF0000"/>
              </a:solidFill>
              <a:headEnd type="oval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8" name="组合 97">
            <a:extLst>
              <a:ext uri="{FF2B5EF4-FFF2-40B4-BE49-F238E27FC236}">
                <a16:creationId xmlns:a16="http://schemas.microsoft.com/office/drawing/2014/main" id="{989B9FEC-3D64-4729-A3DB-80FB6848F2E5}"/>
              </a:ext>
            </a:extLst>
          </p:cNvPr>
          <p:cNvGrpSpPr/>
          <p:nvPr/>
        </p:nvGrpSpPr>
        <p:grpSpPr>
          <a:xfrm>
            <a:off x="9375775" y="4467444"/>
            <a:ext cx="1525024" cy="1248642"/>
            <a:chOff x="5479365" y="3612513"/>
            <a:chExt cx="1525024" cy="1248642"/>
          </a:xfrm>
        </p:grpSpPr>
        <p:sp>
          <p:nvSpPr>
            <p:cNvPr id="99" name="矩形 98">
              <a:extLst>
                <a:ext uri="{FF2B5EF4-FFF2-40B4-BE49-F238E27FC236}">
                  <a16:creationId xmlns:a16="http://schemas.microsoft.com/office/drawing/2014/main" id="{3B9B39DE-82CA-42B2-8B33-712FB6CB3067}"/>
                </a:ext>
              </a:extLst>
            </p:cNvPr>
            <p:cNvSpPr/>
            <p:nvPr/>
          </p:nvSpPr>
          <p:spPr>
            <a:xfrm>
              <a:off x="5479365" y="3612513"/>
              <a:ext cx="1525024" cy="1248642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0" name="矩形 99">
              <a:extLst>
                <a:ext uri="{FF2B5EF4-FFF2-40B4-BE49-F238E27FC236}">
                  <a16:creationId xmlns:a16="http://schemas.microsoft.com/office/drawing/2014/main" id="{B58F951E-BCAD-46CA-8CC0-4A40754D487E}"/>
                </a:ext>
              </a:extLst>
            </p:cNvPr>
            <p:cNvSpPr/>
            <p:nvPr/>
          </p:nvSpPr>
          <p:spPr>
            <a:xfrm>
              <a:off x="5530419" y="3681255"/>
              <a:ext cx="176036" cy="21730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lIns="36000" tIns="36000" rIns="36000" bIns="36000">
              <a:spAutoFit/>
            </a:bodyPr>
            <a:lstStyle/>
            <a:p>
              <a:endParaRPr lang="zh-CN" altLang="en-US" sz="1000" dirty="0"/>
            </a:p>
          </p:txBody>
        </p:sp>
        <p:sp>
          <p:nvSpPr>
            <p:cNvPr id="101" name="矩形 100">
              <a:extLst>
                <a:ext uri="{FF2B5EF4-FFF2-40B4-BE49-F238E27FC236}">
                  <a16:creationId xmlns:a16="http://schemas.microsoft.com/office/drawing/2014/main" id="{28ABE890-B981-425C-A165-0201EBDC60B4}"/>
                </a:ext>
              </a:extLst>
            </p:cNvPr>
            <p:cNvSpPr/>
            <p:nvPr/>
          </p:nvSpPr>
          <p:spPr>
            <a:xfrm>
              <a:off x="5720164" y="3681255"/>
              <a:ext cx="74690" cy="21730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lIns="36000" tIns="36000" rIns="36000" bIns="36000">
              <a:spAutoFit/>
            </a:bodyPr>
            <a:lstStyle/>
            <a:p>
              <a:endParaRPr lang="zh-CN" altLang="en-US" sz="1000" dirty="0"/>
            </a:p>
          </p:txBody>
        </p:sp>
        <p:sp>
          <p:nvSpPr>
            <p:cNvPr id="102" name="矩形 101">
              <a:extLst>
                <a:ext uri="{FF2B5EF4-FFF2-40B4-BE49-F238E27FC236}">
                  <a16:creationId xmlns:a16="http://schemas.microsoft.com/office/drawing/2014/main" id="{FE2951B6-257A-4066-9C1E-EF1C1881A8EF}"/>
                </a:ext>
              </a:extLst>
            </p:cNvPr>
            <p:cNvSpPr/>
            <p:nvPr/>
          </p:nvSpPr>
          <p:spPr>
            <a:xfrm>
              <a:off x="5808563" y="3681255"/>
              <a:ext cx="74690" cy="21730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lIns="36000" tIns="36000" rIns="36000" bIns="36000">
              <a:spAutoFit/>
            </a:bodyPr>
            <a:lstStyle/>
            <a:p>
              <a:endParaRPr lang="zh-CN" altLang="en-US" sz="1000" dirty="0"/>
            </a:p>
          </p:txBody>
        </p:sp>
        <p:sp>
          <p:nvSpPr>
            <p:cNvPr id="103" name="矩形 102">
              <a:extLst>
                <a:ext uri="{FF2B5EF4-FFF2-40B4-BE49-F238E27FC236}">
                  <a16:creationId xmlns:a16="http://schemas.microsoft.com/office/drawing/2014/main" id="{9AF44788-D120-43B1-8669-39283C11596E}"/>
                </a:ext>
              </a:extLst>
            </p:cNvPr>
            <p:cNvSpPr/>
            <p:nvPr/>
          </p:nvSpPr>
          <p:spPr>
            <a:xfrm>
              <a:off x="5896962" y="3681255"/>
              <a:ext cx="74690" cy="21730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lIns="36000" tIns="36000" rIns="36000" bIns="36000">
              <a:spAutoFit/>
            </a:bodyPr>
            <a:lstStyle/>
            <a:p>
              <a:endParaRPr lang="zh-CN" altLang="en-US" sz="1000" dirty="0"/>
            </a:p>
          </p:txBody>
        </p:sp>
        <p:cxnSp>
          <p:nvCxnSpPr>
            <p:cNvPr id="104" name="直接箭头连接符 79">
              <a:extLst>
                <a:ext uri="{FF2B5EF4-FFF2-40B4-BE49-F238E27FC236}">
                  <a16:creationId xmlns:a16="http://schemas.microsoft.com/office/drawing/2014/main" id="{EFD543C7-2248-4F1D-BE17-8450874D5877}"/>
                </a:ext>
              </a:extLst>
            </p:cNvPr>
            <p:cNvCxnSpPr>
              <a:cxnSpLocks/>
              <a:stCxn id="103" idx="2"/>
              <a:endCxn id="108" idx="1"/>
            </p:cNvCxnSpPr>
            <p:nvPr/>
          </p:nvCxnSpPr>
          <p:spPr>
            <a:xfrm rot="16200000" flipH="1">
              <a:off x="6196282" y="3636579"/>
              <a:ext cx="116708" cy="640659"/>
            </a:xfrm>
            <a:prstGeom prst="curvedConnector2">
              <a:avLst/>
            </a:prstGeom>
            <a:ln w="12700">
              <a:solidFill>
                <a:srgbClr val="FF0000"/>
              </a:solidFill>
              <a:headEnd type="oval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5" name="矩形 104">
              <a:extLst>
                <a:ext uri="{FF2B5EF4-FFF2-40B4-BE49-F238E27FC236}">
                  <a16:creationId xmlns:a16="http://schemas.microsoft.com/office/drawing/2014/main" id="{9DD0B968-7D85-4420-9456-E1F9EC7FE64D}"/>
                </a:ext>
              </a:extLst>
            </p:cNvPr>
            <p:cNvSpPr/>
            <p:nvPr/>
          </p:nvSpPr>
          <p:spPr>
            <a:xfrm>
              <a:off x="5524004" y="4581743"/>
              <a:ext cx="1452889" cy="22659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lIns="36000" tIns="36000" rIns="36000" bIns="36000">
              <a:spAutoFit/>
            </a:bodyPr>
            <a:lstStyle/>
            <a:p>
              <a:r>
                <a:rPr lang="en-US" altLang="zh-CN" sz="1000" dirty="0">
                  <a:latin typeface="NimbusRomDOT-Reg"/>
                </a:rPr>
                <a:t>76766 Crick Biology 72000</a:t>
              </a:r>
              <a:endParaRPr lang="zh-CN" altLang="en-US" sz="1000" dirty="0"/>
            </a:p>
          </p:txBody>
        </p:sp>
        <p:sp>
          <p:nvSpPr>
            <p:cNvPr id="106" name="矩形 105">
              <a:extLst>
                <a:ext uri="{FF2B5EF4-FFF2-40B4-BE49-F238E27FC236}">
                  <a16:creationId xmlns:a16="http://schemas.microsoft.com/office/drawing/2014/main" id="{974BE63F-83A1-4BFE-A4AB-5CC51253218A}"/>
                </a:ext>
              </a:extLst>
            </p:cNvPr>
            <p:cNvSpPr/>
            <p:nvPr/>
          </p:nvSpPr>
          <p:spPr>
            <a:xfrm>
              <a:off x="5529357" y="4355151"/>
              <a:ext cx="1449683" cy="22659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lIns="36000" tIns="36000" rIns="36000" bIns="36000">
              <a:spAutoFit/>
            </a:bodyPr>
            <a:lstStyle/>
            <a:p>
              <a:r>
                <a:rPr lang="fr-FR" altLang="zh-CN" sz="1000" dirty="0">
                  <a:latin typeface="NimbusRomDOT-Reg"/>
                </a:rPr>
                <a:t>1 Brandt Comp. Sci. 92000</a:t>
              </a:r>
              <a:endParaRPr lang="zh-CN" altLang="en-US" sz="1000" dirty="0"/>
            </a:p>
          </p:txBody>
        </p:sp>
        <p:sp>
          <p:nvSpPr>
            <p:cNvPr id="107" name="矩形 106">
              <a:extLst>
                <a:ext uri="{FF2B5EF4-FFF2-40B4-BE49-F238E27FC236}">
                  <a16:creationId xmlns:a16="http://schemas.microsoft.com/office/drawing/2014/main" id="{2A109339-2926-4973-AE07-860242B5DC37}"/>
                </a:ext>
              </a:extLst>
            </p:cNvPr>
            <p:cNvSpPr/>
            <p:nvPr/>
          </p:nvSpPr>
          <p:spPr>
            <a:xfrm>
              <a:off x="5520148" y="4128559"/>
              <a:ext cx="1151525" cy="22659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lIns="36000" tIns="36000" rIns="36000" bIns="36000">
              <a:spAutoFit/>
            </a:bodyPr>
            <a:lstStyle/>
            <a:p>
              <a:r>
                <a:rPr lang="pt-BR" altLang="zh-CN" sz="1000" dirty="0">
                  <a:latin typeface="NimbusRomDOT-Reg"/>
                </a:rPr>
                <a:t>Kim Elec. Eng. 80000</a:t>
              </a:r>
              <a:endParaRPr lang="zh-CN" altLang="en-US" sz="1000" dirty="0"/>
            </a:p>
          </p:txBody>
        </p:sp>
        <p:sp>
          <p:nvSpPr>
            <p:cNvPr id="108" name="矩形 107">
              <a:extLst>
                <a:ext uri="{FF2B5EF4-FFF2-40B4-BE49-F238E27FC236}">
                  <a16:creationId xmlns:a16="http://schemas.microsoft.com/office/drawing/2014/main" id="{00E0E39F-3AA7-4920-AD3F-7C275C3CCBA6}"/>
                </a:ext>
              </a:extLst>
            </p:cNvPr>
            <p:cNvSpPr/>
            <p:nvPr/>
          </p:nvSpPr>
          <p:spPr>
            <a:xfrm>
              <a:off x="6574966" y="3901967"/>
              <a:ext cx="401319" cy="22659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lIns="36000" tIns="36000" rIns="36000" bIns="36000">
              <a:spAutoFit/>
            </a:bodyPr>
            <a:lstStyle/>
            <a:p>
              <a:r>
                <a:rPr lang="pt-BR" altLang="zh-CN" sz="1000" dirty="0">
                  <a:latin typeface="NimbusRomDOT-Reg"/>
                </a:rPr>
                <a:t>98345</a:t>
              </a:r>
              <a:endParaRPr lang="zh-CN" altLang="en-US" sz="1000" dirty="0"/>
            </a:p>
          </p:txBody>
        </p:sp>
        <p:sp>
          <p:nvSpPr>
            <p:cNvPr id="109" name="矩形 108">
              <a:extLst>
                <a:ext uri="{FF2B5EF4-FFF2-40B4-BE49-F238E27FC236}">
                  <a16:creationId xmlns:a16="http://schemas.microsoft.com/office/drawing/2014/main" id="{80DDBF77-DC88-46D2-A1AA-4932A7394FBD}"/>
                </a:ext>
              </a:extLst>
            </p:cNvPr>
            <p:cNvSpPr/>
            <p:nvPr/>
          </p:nvSpPr>
          <p:spPr>
            <a:xfrm>
              <a:off x="6640689" y="4128559"/>
              <a:ext cx="335596" cy="22659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lIns="36000" tIns="36000" rIns="36000" bIns="36000">
              <a:spAutoFit/>
            </a:bodyPr>
            <a:lstStyle/>
            <a:p>
              <a:r>
                <a:rPr lang="fr-FR" altLang="zh-CN" sz="1000" dirty="0">
                  <a:latin typeface="NimbusRomDOT-Reg"/>
                </a:rPr>
                <a:t>8382</a:t>
              </a:r>
              <a:endParaRPr lang="zh-CN" altLang="en-US" sz="1000" dirty="0"/>
            </a:p>
          </p:txBody>
        </p:sp>
        <p:cxnSp>
          <p:nvCxnSpPr>
            <p:cNvPr id="110" name="直接箭头连接符 79">
              <a:extLst>
                <a:ext uri="{FF2B5EF4-FFF2-40B4-BE49-F238E27FC236}">
                  <a16:creationId xmlns:a16="http://schemas.microsoft.com/office/drawing/2014/main" id="{DFF8AAC8-C885-411C-81B2-D250D8690DD7}"/>
                </a:ext>
              </a:extLst>
            </p:cNvPr>
            <p:cNvCxnSpPr>
              <a:cxnSpLocks/>
              <a:stCxn id="102" idx="2"/>
              <a:endCxn id="109" idx="1"/>
            </p:cNvCxnSpPr>
            <p:nvPr/>
          </p:nvCxnSpPr>
          <p:spPr>
            <a:xfrm rot="16200000" flipH="1">
              <a:off x="6071648" y="3672814"/>
              <a:ext cx="343300" cy="794781"/>
            </a:xfrm>
            <a:prstGeom prst="curvedConnector2">
              <a:avLst/>
            </a:prstGeom>
            <a:ln w="12700">
              <a:solidFill>
                <a:srgbClr val="FF0000"/>
              </a:solidFill>
              <a:headEnd type="oval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直接箭头连接符 79">
              <a:extLst>
                <a:ext uri="{FF2B5EF4-FFF2-40B4-BE49-F238E27FC236}">
                  <a16:creationId xmlns:a16="http://schemas.microsoft.com/office/drawing/2014/main" id="{39EDAAC8-5CE3-4CE2-8A28-E5603109C950}"/>
                </a:ext>
              </a:extLst>
            </p:cNvPr>
            <p:cNvCxnSpPr>
              <a:cxnSpLocks/>
              <a:stCxn id="101" idx="2"/>
              <a:endCxn id="105" idx="1"/>
            </p:cNvCxnSpPr>
            <p:nvPr/>
          </p:nvCxnSpPr>
          <p:spPr>
            <a:xfrm rot="5400000">
              <a:off x="5242515" y="4180045"/>
              <a:ext cx="796484" cy="233505"/>
            </a:xfrm>
            <a:prstGeom prst="curvedConnector4">
              <a:avLst>
                <a:gd name="adj1" fmla="val 12939"/>
                <a:gd name="adj2" fmla="val 138307"/>
              </a:avLst>
            </a:prstGeom>
            <a:ln w="12700">
              <a:solidFill>
                <a:srgbClr val="FF0000"/>
              </a:solidFill>
              <a:headEnd type="oval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2" name="组合 111">
            <a:extLst>
              <a:ext uri="{FF2B5EF4-FFF2-40B4-BE49-F238E27FC236}">
                <a16:creationId xmlns:a16="http://schemas.microsoft.com/office/drawing/2014/main" id="{8683C1DE-9418-450E-B43B-D9EF63C11AE5}"/>
              </a:ext>
            </a:extLst>
          </p:cNvPr>
          <p:cNvGrpSpPr/>
          <p:nvPr/>
        </p:nvGrpSpPr>
        <p:grpSpPr>
          <a:xfrm>
            <a:off x="7652998" y="4468868"/>
            <a:ext cx="1525024" cy="1280528"/>
            <a:chOff x="6482576" y="2572105"/>
            <a:chExt cx="1525024" cy="1280528"/>
          </a:xfrm>
        </p:grpSpPr>
        <p:sp>
          <p:nvSpPr>
            <p:cNvPr id="113" name="矩形 112">
              <a:extLst>
                <a:ext uri="{FF2B5EF4-FFF2-40B4-BE49-F238E27FC236}">
                  <a16:creationId xmlns:a16="http://schemas.microsoft.com/office/drawing/2014/main" id="{4E2BDFCB-2E3D-440A-B668-EA970B54F141}"/>
                </a:ext>
              </a:extLst>
            </p:cNvPr>
            <p:cNvSpPr/>
            <p:nvPr/>
          </p:nvSpPr>
          <p:spPr>
            <a:xfrm>
              <a:off x="6482576" y="2572105"/>
              <a:ext cx="1525024" cy="1280528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4" name="矩形 113">
              <a:extLst>
                <a:ext uri="{FF2B5EF4-FFF2-40B4-BE49-F238E27FC236}">
                  <a16:creationId xmlns:a16="http://schemas.microsoft.com/office/drawing/2014/main" id="{0AB13EFE-EBEE-4056-B08E-193BC0E31CD4}"/>
                </a:ext>
              </a:extLst>
            </p:cNvPr>
            <p:cNvSpPr/>
            <p:nvPr/>
          </p:nvSpPr>
          <p:spPr>
            <a:xfrm>
              <a:off x="6533630" y="2639603"/>
              <a:ext cx="176036" cy="21730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lIns="36000" tIns="36000" rIns="36000" bIns="36000">
              <a:spAutoFit/>
            </a:bodyPr>
            <a:lstStyle/>
            <a:p>
              <a:endParaRPr lang="zh-CN" altLang="en-US" sz="1000" dirty="0"/>
            </a:p>
          </p:txBody>
        </p:sp>
        <p:sp>
          <p:nvSpPr>
            <p:cNvPr id="115" name="矩形 114">
              <a:extLst>
                <a:ext uri="{FF2B5EF4-FFF2-40B4-BE49-F238E27FC236}">
                  <a16:creationId xmlns:a16="http://schemas.microsoft.com/office/drawing/2014/main" id="{49120E46-419B-425F-A7E3-04834D54D8A0}"/>
                </a:ext>
              </a:extLst>
            </p:cNvPr>
            <p:cNvSpPr/>
            <p:nvPr/>
          </p:nvSpPr>
          <p:spPr>
            <a:xfrm>
              <a:off x="6723375" y="2639603"/>
              <a:ext cx="74690" cy="21730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lIns="36000" tIns="36000" rIns="36000" bIns="36000">
              <a:spAutoFit/>
            </a:bodyPr>
            <a:lstStyle/>
            <a:p>
              <a:endParaRPr lang="zh-CN" altLang="en-US" sz="1000" dirty="0"/>
            </a:p>
          </p:txBody>
        </p:sp>
        <p:sp>
          <p:nvSpPr>
            <p:cNvPr id="116" name="矩形 115">
              <a:extLst>
                <a:ext uri="{FF2B5EF4-FFF2-40B4-BE49-F238E27FC236}">
                  <a16:creationId xmlns:a16="http://schemas.microsoft.com/office/drawing/2014/main" id="{C4B94D90-44DB-4254-B368-7AE21A520C90}"/>
                </a:ext>
              </a:extLst>
            </p:cNvPr>
            <p:cNvSpPr/>
            <p:nvPr/>
          </p:nvSpPr>
          <p:spPr>
            <a:xfrm>
              <a:off x="6811774" y="2639603"/>
              <a:ext cx="74690" cy="21730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lIns="36000" tIns="36000" rIns="36000" bIns="36000">
              <a:spAutoFit/>
            </a:bodyPr>
            <a:lstStyle/>
            <a:p>
              <a:endParaRPr lang="zh-CN" altLang="en-US" sz="1000" dirty="0"/>
            </a:p>
          </p:txBody>
        </p:sp>
        <p:sp>
          <p:nvSpPr>
            <p:cNvPr id="117" name="矩形 116">
              <a:extLst>
                <a:ext uri="{FF2B5EF4-FFF2-40B4-BE49-F238E27FC236}">
                  <a16:creationId xmlns:a16="http://schemas.microsoft.com/office/drawing/2014/main" id="{1D18627F-BDC6-45DA-9288-FB16FDC2E378}"/>
                </a:ext>
              </a:extLst>
            </p:cNvPr>
            <p:cNvSpPr/>
            <p:nvPr/>
          </p:nvSpPr>
          <p:spPr>
            <a:xfrm>
              <a:off x="6900173" y="2639603"/>
              <a:ext cx="74690" cy="21730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lIns="36000" tIns="36000" rIns="36000" bIns="36000">
              <a:spAutoFit/>
            </a:bodyPr>
            <a:lstStyle/>
            <a:p>
              <a:endParaRPr lang="zh-CN" altLang="en-US" sz="1000" dirty="0"/>
            </a:p>
          </p:txBody>
        </p:sp>
        <p:cxnSp>
          <p:nvCxnSpPr>
            <p:cNvPr id="118" name="直接箭头连接符 79">
              <a:extLst>
                <a:ext uri="{FF2B5EF4-FFF2-40B4-BE49-F238E27FC236}">
                  <a16:creationId xmlns:a16="http://schemas.microsoft.com/office/drawing/2014/main" id="{34014B70-996F-4571-ABF2-67EC51553BFE}"/>
                </a:ext>
              </a:extLst>
            </p:cNvPr>
            <p:cNvCxnSpPr>
              <a:cxnSpLocks/>
              <a:stCxn id="117" idx="2"/>
              <a:endCxn id="123" idx="1"/>
            </p:cNvCxnSpPr>
            <p:nvPr/>
          </p:nvCxnSpPr>
          <p:spPr>
            <a:xfrm rot="16200000" flipH="1">
              <a:off x="7037541" y="2756880"/>
              <a:ext cx="160160" cy="360206"/>
            </a:xfrm>
            <a:prstGeom prst="curvedConnector2">
              <a:avLst/>
            </a:prstGeom>
            <a:ln w="12700">
              <a:solidFill>
                <a:srgbClr val="FF0000"/>
              </a:solidFill>
              <a:headEnd type="oval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9" name="矩形 118">
              <a:extLst>
                <a:ext uri="{FF2B5EF4-FFF2-40B4-BE49-F238E27FC236}">
                  <a16:creationId xmlns:a16="http://schemas.microsoft.com/office/drawing/2014/main" id="{D6645E1B-23DE-4B4D-8989-5334C4261D14}"/>
                </a:ext>
              </a:extLst>
            </p:cNvPr>
            <p:cNvSpPr/>
            <p:nvPr/>
          </p:nvSpPr>
          <p:spPr>
            <a:xfrm>
              <a:off x="6553108" y="3584890"/>
              <a:ext cx="1383960" cy="22659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lIns="36000" tIns="36000" rIns="36000" bIns="36000">
              <a:spAutoFit/>
            </a:bodyPr>
            <a:lstStyle/>
            <a:p>
              <a:r>
                <a:rPr lang="fr-FR" altLang="zh-CN" sz="1000" dirty="0">
                  <a:latin typeface="NimbusRomDOT-Reg"/>
                </a:rPr>
                <a:t>65 Katz Comp. Sci. 75000</a:t>
              </a:r>
              <a:endParaRPr lang="zh-CN" altLang="en-US" sz="1000" dirty="0"/>
            </a:p>
          </p:txBody>
        </p:sp>
        <p:sp>
          <p:nvSpPr>
            <p:cNvPr id="120" name="矩形 119">
              <a:extLst>
                <a:ext uri="{FF2B5EF4-FFF2-40B4-BE49-F238E27FC236}">
                  <a16:creationId xmlns:a16="http://schemas.microsoft.com/office/drawing/2014/main" id="{3E11AF68-ADC0-4C3F-93C5-E16D1C5FC135}"/>
                </a:ext>
              </a:extLst>
            </p:cNvPr>
            <p:cNvSpPr/>
            <p:nvPr/>
          </p:nvSpPr>
          <p:spPr>
            <a:xfrm>
              <a:off x="6556512" y="3358299"/>
              <a:ext cx="1154731" cy="22659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lIns="36000" tIns="36000" rIns="36000" bIns="36000">
              <a:spAutoFit/>
            </a:bodyPr>
            <a:lstStyle/>
            <a:p>
              <a:r>
                <a:rPr lang="en-US" altLang="zh-CN" sz="1000" dirty="0" err="1">
                  <a:latin typeface="NimbusRomDOT-Reg"/>
                </a:rPr>
                <a:t>alifieri</a:t>
              </a:r>
              <a:r>
                <a:rPr lang="en-US" altLang="zh-CN" sz="1000" dirty="0">
                  <a:latin typeface="NimbusRomDOT-Reg"/>
                </a:rPr>
                <a:t> History 62000</a:t>
              </a:r>
              <a:endParaRPr lang="zh-CN" altLang="en-US" sz="1000" dirty="0"/>
            </a:p>
          </p:txBody>
        </p:sp>
        <p:sp>
          <p:nvSpPr>
            <p:cNvPr id="121" name="矩形 120">
              <a:extLst>
                <a:ext uri="{FF2B5EF4-FFF2-40B4-BE49-F238E27FC236}">
                  <a16:creationId xmlns:a16="http://schemas.microsoft.com/office/drawing/2014/main" id="{FD1580A7-3405-41D3-B950-36B94ACCE16C}"/>
                </a:ext>
              </a:extLst>
            </p:cNvPr>
            <p:cNvSpPr/>
            <p:nvPr/>
          </p:nvSpPr>
          <p:spPr>
            <a:xfrm>
              <a:off x="7667499" y="3358299"/>
              <a:ext cx="269873" cy="22659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lIns="36000" tIns="36000" rIns="36000" bIns="36000">
              <a:spAutoFit/>
            </a:bodyPr>
            <a:lstStyle/>
            <a:p>
              <a:r>
                <a:rPr lang="fr-FR" altLang="zh-CN" sz="1000" dirty="0">
                  <a:latin typeface="NimbusRomDOT-Reg"/>
                </a:rPr>
                <a:t>455</a:t>
              </a:r>
              <a:endParaRPr lang="zh-CN" altLang="en-US" sz="1000" dirty="0"/>
            </a:p>
          </p:txBody>
        </p:sp>
        <p:sp>
          <p:nvSpPr>
            <p:cNvPr id="122" name="矩形 121">
              <a:extLst>
                <a:ext uri="{FF2B5EF4-FFF2-40B4-BE49-F238E27FC236}">
                  <a16:creationId xmlns:a16="http://schemas.microsoft.com/office/drawing/2014/main" id="{46A428AB-786D-49E6-8744-75D1C7C23766}"/>
                </a:ext>
              </a:extLst>
            </p:cNvPr>
            <p:cNvSpPr/>
            <p:nvPr/>
          </p:nvSpPr>
          <p:spPr>
            <a:xfrm>
              <a:off x="6554722" y="3132522"/>
              <a:ext cx="928707" cy="22659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lIns="36000" tIns="36000" rIns="36000" bIns="36000">
              <a:spAutoFit/>
            </a:bodyPr>
            <a:lstStyle/>
            <a:p>
              <a:r>
                <a:rPr lang="en-US" altLang="zh-CN" sz="1000" dirty="0">
                  <a:latin typeface="NimbusRomDOT-Reg"/>
                </a:rPr>
                <a:t>h Finance 80000</a:t>
              </a:r>
              <a:endParaRPr lang="zh-CN" altLang="en-US" sz="1000" dirty="0"/>
            </a:p>
          </p:txBody>
        </p:sp>
        <p:sp>
          <p:nvSpPr>
            <p:cNvPr id="123" name="矩形 122">
              <a:extLst>
                <a:ext uri="{FF2B5EF4-FFF2-40B4-BE49-F238E27FC236}">
                  <a16:creationId xmlns:a16="http://schemas.microsoft.com/office/drawing/2014/main" id="{FE66BCFA-AF0E-4ED7-87F6-D18C96F5448F}"/>
                </a:ext>
              </a:extLst>
            </p:cNvPr>
            <p:cNvSpPr/>
            <p:nvPr/>
          </p:nvSpPr>
          <p:spPr>
            <a:xfrm>
              <a:off x="7297724" y="2903767"/>
              <a:ext cx="646578" cy="22659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lIns="36000" tIns="36000" rIns="36000" bIns="36000">
              <a:spAutoFit/>
            </a:bodyPr>
            <a:lstStyle/>
            <a:p>
              <a:r>
                <a:rPr lang="en-US" altLang="zh-CN" sz="1000" dirty="0">
                  <a:latin typeface="NimbusRomDOT-Reg"/>
                </a:rPr>
                <a:t>76543 Sing</a:t>
              </a:r>
              <a:endParaRPr lang="zh-CN" altLang="en-US" sz="1000" dirty="0"/>
            </a:p>
          </p:txBody>
        </p:sp>
        <p:sp>
          <p:nvSpPr>
            <p:cNvPr id="124" name="矩形 123">
              <a:extLst>
                <a:ext uri="{FF2B5EF4-FFF2-40B4-BE49-F238E27FC236}">
                  <a16:creationId xmlns:a16="http://schemas.microsoft.com/office/drawing/2014/main" id="{9AF8C6CE-C869-4021-AF17-DC5A2A87890C}"/>
                </a:ext>
              </a:extLst>
            </p:cNvPr>
            <p:cNvSpPr/>
            <p:nvPr/>
          </p:nvSpPr>
          <p:spPr>
            <a:xfrm>
              <a:off x="7445200" y="3131033"/>
              <a:ext cx="499102" cy="22659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lIns="36000" tIns="36000" rIns="36000" bIns="36000">
              <a:spAutoFit/>
            </a:bodyPr>
            <a:lstStyle/>
            <a:p>
              <a:r>
                <a:rPr lang="en-US" altLang="zh-CN" sz="1000" dirty="0">
                  <a:latin typeface="NimbusRomDOT-Reg"/>
                </a:rPr>
                <a:t>58583 C</a:t>
              </a:r>
              <a:endParaRPr lang="zh-CN" altLang="en-US" sz="1000" dirty="0"/>
            </a:p>
          </p:txBody>
        </p:sp>
        <p:cxnSp>
          <p:nvCxnSpPr>
            <p:cNvPr id="125" name="直接箭头连接符 79">
              <a:extLst>
                <a:ext uri="{FF2B5EF4-FFF2-40B4-BE49-F238E27FC236}">
                  <a16:creationId xmlns:a16="http://schemas.microsoft.com/office/drawing/2014/main" id="{0B23FABA-2B20-47A0-BB28-AF8B10206885}"/>
                </a:ext>
              </a:extLst>
            </p:cNvPr>
            <p:cNvCxnSpPr>
              <a:cxnSpLocks/>
              <a:stCxn id="115" idx="2"/>
              <a:endCxn id="121" idx="1"/>
            </p:cNvCxnSpPr>
            <p:nvPr/>
          </p:nvCxnSpPr>
          <p:spPr>
            <a:xfrm rot="16200000" flipH="1">
              <a:off x="6906763" y="2710859"/>
              <a:ext cx="614692" cy="906779"/>
            </a:xfrm>
            <a:prstGeom prst="curvedConnector2">
              <a:avLst/>
            </a:prstGeom>
            <a:ln w="12700">
              <a:solidFill>
                <a:srgbClr val="FF0000"/>
              </a:solidFill>
              <a:headEnd type="oval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直接箭头连接符 79">
              <a:extLst>
                <a:ext uri="{FF2B5EF4-FFF2-40B4-BE49-F238E27FC236}">
                  <a16:creationId xmlns:a16="http://schemas.microsoft.com/office/drawing/2014/main" id="{C5BDCD3A-31E3-406C-8D3E-5F0FFDDAA544}"/>
                </a:ext>
              </a:extLst>
            </p:cNvPr>
            <p:cNvCxnSpPr>
              <a:cxnSpLocks/>
              <a:stCxn id="116" idx="2"/>
              <a:endCxn id="124" idx="1"/>
            </p:cNvCxnSpPr>
            <p:nvPr/>
          </p:nvCxnSpPr>
          <p:spPr>
            <a:xfrm rot="16200000" flipH="1">
              <a:off x="6953446" y="2752575"/>
              <a:ext cx="387426" cy="596081"/>
            </a:xfrm>
            <a:prstGeom prst="curvedConnector2">
              <a:avLst/>
            </a:prstGeom>
            <a:ln w="12700">
              <a:solidFill>
                <a:srgbClr val="FF0000"/>
              </a:solidFill>
              <a:headEnd type="oval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7" name="组合 126">
            <a:extLst>
              <a:ext uri="{FF2B5EF4-FFF2-40B4-BE49-F238E27FC236}">
                <a16:creationId xmlns:a16="http://schemas.microsoft.com/office/drawing/2014/main" id="{A0D07352-0CBA-49BC-BB95-16AB34E94C87}"/>
              </a:ext>
            </a:extLst>
          </p:cNvPr>
          <p:cNvGrpSpPr/>
          <p:nvPr/>
        </p:nvGrpSpPr>
        <p:grpSpPr>
          <a:xfrm>
            <a:off x="9368920" y="4467444"/>
            <a:ext cx="1525024" cy="1248642"/>
            <a:chOff x="5479365" y="3612513"/>
            <a:chExt cx="1525024" cy="1248642"/>
          </a:xfrm>
        </p:grpSpPr>
        <p:sp>
          <p:nvSpPr>
            <p:cNvPr id="128" name="矩形 127">
              <a:extLst>
                <a:ext uri="{FF2B5EF4-FFF2-40B4-BE49-F238E27FC236}">
                  <a16:creationId xmlns:a16="http://schemas.microsoft.com/office/drawing/2014/main" id="{CF224162-34A7-48A8-8441-A8EE58A69BD3}"/>
                </a:ext>
              </a:extLst>
            </p:cNvPr>
            <p:cNvSpPr/>
            <p:nvPr/>
          </p:nvSpPr>
          <p:spPr>
            <a:xfrm>
              <a:off x="5479365" y="3612513"/>
              <a:ext cx="1525024" cy="1248642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9" name="矩形 128">
              <a:extLst>
                <a:ext uri="{FF2B5EF4-FFF2-40B4-BE49-F238E27FC236}">
                  <a16:creationId xmlns:a16="http://schemas.microsoft.com/office/drawing/2014/main" id="{BC193D6F-5774-452F-9786-847E073AD5CD}"/>
                </a:ext>
              </a:extLst>
            </p:cNvPr>
            <p:cNvSpPr/>
            <p:nvPr/>
          </p:nvSpPr>
          <p:spPr>
            <a:xfrm>
              <a:off x="5530419" y="3681255"/>
              <a:ext cx="176036" cy="21730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lIns="36000" tIns="36000" rIns="36000" bIns="36000">
              <a:spAutoFit/>
            </a:bodyPr>
            <a:lstStyle/>
            <a:p>
              <a:endParaRPr lang="zh-CN" altLang="en-US" sz="1000" dirty="0"/>
            </a:p>
          </p:txBody>
        </p:sp>
        <p:sp>
          <p:nvSpPr>
            <p:cNvPr id="130" name="矩形 129">
              <a:extLst>
                <a:ext uri="{FF2B5EF4-FFF2-40B4-BE49-F238E27FC236}">
                  <a16:creationId xmlns:a16="http://schemas.microsoft.com/office/drawing/2014/main" id="{35A82326-BD47-4DE5-B559-143431ADE576}"/>
                </a:ext>
              </a:extLst>
            </p:cNvPr>
            <p:cNvSpPr/>
            <p:nvPr/>
          </p:nvSpPr>
          <p:spPr>
            <a:xfrm>
              <a:off x="5720164" y="3681255"/>
              <a:ext cx="74690" cy="21730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lIns="36000" tIns="36000" rIns="36000" bIns="36000">
              <a:spAutoFit/>
            </a:bodyPr>
            <a:lstStyle/>
            <a:p>
              <a:endParaRPr lang="zh-CN" altLang="en-US" sz="1000" dirty="0"/>
            </a:p>
          </p:txBody>
        </p:sp>
        <p:sp>
          <p:nvSpPr>
            <p:cNvPr id="131" name="矩形 130">
              <a:extLst>
                <a:ext uri="{FF2B5EF4-FFF2-40B4-BE49-F238E27FC236}">
                  <a16:creationId xmlns:a16="http://schemas.microsoft.com/office/drawing/2014/main" id="{9974911E-AF79-4B93-97EE-04F214548FE2}"/>
                </a:ext>
              </a:extLst>
            </p:cNvPr>
            <p:cNvSpPr/>
            <p:nvPr/>
          </p:nvSpPr>
          <p:spPr>
            <a:xfrm>
              <a:off x="5808563" y="3681255"/>
              <a:ext cx="74690" cy="21730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lIns="36000" tIns="36000" rIns="36000" bIns="36000">
              <a:spAutoFit/>
            </a:bodyPr>
            <a:lstStyle/>
            <a:p>
              <a:endParaRPr lang="zh-CN" altLang="en-US" sz="1000" dirty="0"/>
            </a:p>
          </p:txBody>
        </p:sp>
        <p:sp>
          <p:nvSpPr>
            <p:cNvPr id="132" name="矩形 131">
              <a:extLst>
                <a:ext uri="{FF2B5EF4-FFF2-40B4-BE49-F238E27FC236}">
                  <a16:creationId xmlns:a16="http://schemas.microsoft.com/office/drawing/2014/main" id="{6649012D-C362-4583-A194-04EE32EDAFFE}"/>
                </a:ext>
              </a:extLst>
            </p:cNvPr>
            <p:cNvSpPr/>
            <p:nvPr/>
          </p:nvSpPr>
          <p:spPr>
            <a:xfrm>
              <a:off x="5896962" y="3681255"/>
              <a:ext cx="74690" cy="21730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lIns="36000" tIns="36000" rIns="36000" bIns="36000">
              <a:spAutoFit/>
            </a:bodyPr>
            <a:lstStyle/>
            <a:p>
              <a:endParaRPr lang="zh-CN" altLang="en-US" sz="1000" dirty="0"/>
            </a:p>
          </p:txBody>
        </p:sp>
        <p:cxnSp>
          <p:nvCxnSpPr>
            <p:cNvPr id="133" name="直接箭头连接符 79">
              <a:extLst>
                <a:ext uri="{FF2B5EF4-FFF2-40B4-BE49-F238E27FC236}">
                  <a16:creationId xmlns:a16="http://schemas.microsoft.com/office/drawing/2014/main" id="{240CC119-43D6-45EE-9FCA-E6720C8FA651}"/>
                </a:ext>
              </a:extLst>
            </p:cNvPr>
            <p:cNvCxnSpPr>
              <a:cxnSpLocks/>
              <a:stCxn id="132" idx="2"/>
              <a:endCxn id="137" idx="1"/>
            </p:cNvCxnSpPr>
            <p:nvPr/>
          </p:nvCxnSpPr>
          <p:spPr>
            <a:xfrm rot="16200000" flipH="1">
              <a:off x="6196282" y="3636579"/>
              <a:ext cx="116708" cy="640659"/>
            </a:xfrm>
            <a:prstGeom prst="curvedConnector2">
              <a:avLst/>
            </a:prstGeom>
            <a:ln w="12700">
              <a:solidFill>
                <a:srgbClr val="FF0000"/>
              </a:solidFill>
              <a:headEnd type="oval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4" name="矩形 133">
              <a:extLst>
                <a:ext uri="{FF2B5EF4-FFF2-40B4-BE49-F238E27FC236}">
                  <a16:creationId xmlns:a16="http://schemas.microsoft.com/office/drawing/2014/main" id="{48A5833D-B711-4976-8615-AA5B293F6AFC}"/>
                </a:ext>
              </a:extLst>
            </p:cNvPr>
            <p:cNvSpPr/>
            <p:nvPr/>
          </p:nvSpPr>
          <p:spPr>
            <a:xfrm>
              <a:off x="5524004" y="4581743"/>
              <a:ext cx="1452889" cy="22659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lIns="36000" tIns="36000" rIns="36000" bIns="36000">
              <a:spAutoFit/>
            </a:bodyPr>
            <a:lstStyle/>
            <a:p>
              <a:r>
                <a:rPr lang="en-US" altLang="zh-CN" sz="1000" dirty="0">
                  <a:latin typeface="NimbusRomDOT-Reg"/>
                </a:rPr>
                <a:t>76766 Crick Biology 72000</a:t>
              </a:r>
              <a:endParaRPr lang="zh-CN" altLang="en-US" sz="1000" dirty="0"/>
            </a:p>
          </p:txBody>
        </p:sp>
        <p:sp>
          <p:nvSpPr>
            <p:cNvPr id="135" name="矩形 134">
              <a:extLst>
                <a:ext uri="{FF2B5EF4-FFF2-40B4-BE49-F238E27FC236}">
                  <a16:creationId xmlns:a16="http://schemas.microsoft.com/office/drawing/2014/main" id="{8F1C6D12-D553-4012-A9D4-7CE2DD316EE9}"/>
                </a:ext>
              </a:extLst>
            </p:cNvPr>
            <p:cNvSpPr/>
            <p:nvPr/>
          </p:nvSpPr>
          <p:spPr>
            <a:xfrm>
              <a:off x="5529357" y="4355151"/>
              <a:ext cx="1449683" cy="22659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lIns="36000" tIns="36000" rIns="36000" bIns="36000">
              <a:spAutoFit/>
            </a:bodyPr>
            <a:lstStyle/>
            <a:p>
              <a:r>
                <a:rPr lang="fr-FR" altLang="zh-CN" sz="1000" dirty="0">
                  <a:latin typeface="NimbusRomDOT-Reg"/>
                </a:rPr>
                <a:t>1 Brandt Comp. Sci. 92000</a:t>
              </a:r>
              <a:endParaRPr lang="zh-CN" altLang="en-US" sz="1000" dirty="0"/>
            </a:p>
          </p:txBody>
        </p:sp>
        <p:sp>
          <p:nvSpPr>
            <p:cNvPr id="136" name="矩形 135">
              <a:extLst>
                <a:ext uri="{FF2B5EF4-FFF2-40B4-BE49-F238E27FC236}">
                  <a16:creationId xmlns:a16="http://schemas.microsoft.com/office/drawing/2014/main" id="{D6FA868E-8594-40B0-BD5B-AA38CD276BE4}"/>
                </a:ext>
              </a:extLst>
            </p:cNvPr>
            <p:cNvSpPr/>
            <p:nvPr/>
          </p:nvSpPr>
          <p:spPr>
            <a:xfrm>
              <a:off x="5520148" y="4128559"/>
              <a:ext cx="1151525" cy="22659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lIns="36000" tIns="36000" rIns="36000" bIns="36000">
              <a:spAutoFit/>
            </a:bodyPr>
            <a:lstStyle/>
            <a:p>
              <a:r>
                <a:rPr lang="pt-BR" altLang="zh-CN" sz="1000" dirty="0">
                  <a:latin typeface="NimbusRomDOT-Reg"/>
                </a:rPr>
                <a:t>Kim Elec. Eng. 80000</a:t>
              </a:r>
              <a:endParaRPr lang="zh-CN" altLang="en-US" sz="1000" dirty="0"/>
            </a:p>
          </p:txBody>
        </p:sp>
        <p:sp>
          <p:nvSpPr>
            <p:cNvPr id="137" name="矩形 136">
              <a:extLst>
                <a:ext uri="{FF2B5EF4-FFF2-40B4-BE49-F238E27FC236}">
                  <a16:creationId xmlns:a16="http://schemas.microsoft.com/office/drawing/2014/main" id="{A4180C1D-CEFD-4E47-A60F-45B5D682A683}"/>
                </a:ext>
              </a:extLst>
            </p:cNvPr>
            <p:cNvSpPr/>
            <p:nvPr/>
          </p:nvSpPr>
          <p:spPr>
            <a:xfrm>
              <a:off x="6574966" y="3901967"/>
              <a:ext cx="401319" cy="22659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lIns="36000" tIns="36000" rIns="36000" bIns="36000">
              <a:spAutoFit/>
            </a:bodyPr>
            <a:lstStyle/>
            <a:p>
              <a:r>
                <a:rPr lang="pt-BR" altLang="zh-CN" sz="1000" dirty="0">
                  <a:latin typeface="NimbusRomDOT-Reg"/>
                </a:rPr>
                <a:t>98345</a:t>
              </a:r>
              <a:endParaRPr lang="zh-CN" altLang="en-US" sz="1000" dirty="0"/>
            </a:p>
          </p:txBody>
        </p:sp>
        <p:sp>
          <p:nvSpPr>
            <p:cNvPr id="138" name="矩形 137">
              <a:extLst>
                <a:ext uri="{FF2B5EF4-FFF2-40B4-BE49-F238E27FC236}">
                  <a16:creationId xmlns:a16="http://schemas.microsoft.com/office/drawing/2014/main" id="{39B06DB2-C527-428D-A974-5946DBD7FF47}"/>
                </a:ext>
              </a:extLst>
            </p:cNvPr>
            <p:cNvSpPr/>
            <p:nvPr/>
          </p:nvSpPr>
          <p:spPr>
            <a:xfrm>
              <a:off x="6640689" y="4128559"/>
              <a:ext cx="335596" cy="22659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lIns="36000" tIns="36000" rIns="36000" bIns="36000">
              <a:spAutoFit/>
            </a:bodyPr>
            <a:lstStyle/>
            <a:p>
              <a:r>
                <a:rPr lang="fr-FR" altLang="zh-CN" sz="1000" dirty="0">
                  <a:latin typeface="NimbusRomDOT-Reg"/>
                </a:rPr>
                <a:t>8382</a:t>
              </a:r>
              <a:endParaRPr lang="zh-CN" altLang="en-US" sz="1000" dirty="0"/>
            </a:p>
          </p:txBody>
        </p:sp>
        <p:cxnSp>
          <p:nvCxnSpPr>
            <p:cNvPr id="139" name="直接箭头连接符 79">
              <a:extLst>
                <a:ext uri="{FF2B5EF4-FFF2-40B4-BE49-F238E27FC236}">
                  <a16:creationId xmlns:a16="http://schemas.microsoft.com/office/drawing/2014/main" id="{5070FCB5-3FDA-4907-BFA1-3135B81D06B2}"/>
                </a:ext>
              </a:extLst>
            </p:cNvPr>
            <p:cNvCxnSpPr>
              <a:cxnSpLocks/>
              <a:stCxn id="131" idx="2"/>
              <a:endCxn id="138" idx="1"/>
            </p:cNvCxnSpPr>
            <p:nvPr/>
          </p:nvCxnSpPr>
          <p:spPr>
            <a:xfrm rot="16200000" flipH="1">
              <a:off x="6071648" y="3672814"/>
              <a:ext cx="343300" cy="794781"/>
            </a:xfrm>
            <a:prstGeom prst="curvedConnector2">
              <a:avLst/>
            </a:prstGeom>
            <a:ln w="12700">
              <a:solidFill>
                <a:srgbClr val="FF0000"/>
              </a:solidFill>
              <a:headEnd type="oval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直接箭头连接符 79">
              <a:extLst>
                <a:ext uri="{FF2B5EF4-FFF2-40B4-BE49-F238E27FC236}">
                  <a16:creationId xmlns:a16="http://schemas.microsoft.com/office/drawing/2014/main" id="{1A2AB0F9-2D40-4920-8701-F7535E539A48}"/>
                </a:ext>
              </a:extLst>
            </p:cNvPr>
            <p:cNvCxnSpPr>
              <a:cxnSpLocks/>
              <a:stCxn id="130" idx="2"/>
              <a:endCxn id="134" idx="1"/>
            </p:cNvCxnSpPr>
            <p:nvPr/>
          </p:nvCxnSpPr>
          <p:spPr>
            <a:xfrm rot="5400000">
              <a:off x="5242515" y="4180045"/>
              <a:ext cx="796484" cy="233505"/>
            </a:xfrm>
            <a:prstGeom prst="curvedConnector4">
              <a:avLst>
                <a:gd name="adj1" fmla="val 12939"/>
                <a:gd name="adj2" fmla="val 138307"/>
              </a:avLst>
            </a:prstGeom>
            <a:ln w="12700">
              <a:solidFill>
                <a:srgbClr val="FF0000"/>
              </a:solidFill>
              <a:headEnd type="oval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1" name="组合 140">
            <a:extLst>
              <a:ext uri="{FF2B5EF4-FFF2-40B4-BE49-F238E27FC236}">
                <a16:creationId xmlns:a16="http://schemas.microsoft.com/office/drawing/2014/main" id="{412ACA58-3110-4ABE-8CA4-B597F6890E95}"/>
              </a:ext>
            </a:extLst>
          </p:cNvPr>
          <p:cNvGrpSpPr/>
          <p:nvPr/>
        </p:nvGrpSpPr>
        <p:grpSpPr>
          <a:xfrm>
            <a:off x="8518483" y="1445036"/>
            <a:ext cx="1525024" cy="1059168"/>
            <a:chOff x="7966974" y="1323693"/>
            <a:chExt cx="1525024" cy="1059168"/>
          </a:xfrm>
        </p:grpSpPr>
        <p:sp>
          <p:nvSpPr>
            <p:cNvPr id="142" name="矩形 141">
              <a:extLst>
                <a:ext uri="{FF2B5EF4-FFF2-40B4-BE49-F238E27FC236}">
                  <a16:creationId xmlns:a16="http://schemas.microsoft.com/office/drawing/2014/main" id="{AE60F488-13F7-4BCB-9632-FEE7BDD1115E}"/>
                </a:ext>
              </a:extLst>
            </p:cNvPr>
            <p:cNvSpPr/>
            <p:nvPr/>
          </p:nvSpPr>
          <p:spPr>
            <a:xfrm>
              <a:off x="7966974" y="1323693"/>
              <a:ext cx="1525024" cy="105916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1" name="矩形 150">
              <a:extLst>
                <a:ext uri="{FF2B5EF4-FFF2-40B4-BE49-F238E27FC236}">
                  <a16:creationId xmlns:a16="http://schemas.microsoft.com/office/drawing/2014/main" id="{057D9BE1-7321-4CBE-AA21-7C4A877F7E04}"/>
                </a:ext>
              </a:extLst>
            </p:cNvPr>
            <p:cNvSpPr/>
            <p:nvPr/>
          </p:nvSpPr>
          <p:spPr>
            <a:xfrm>
              <a:off x="8013202" y="1613458"/>
              <a:ext cx="472225" cy="22659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lIns="36000" tIns="36000" rIns="36000" bIns="36000">
              <a:spAutoFit/>
            </a:bodyPr>
            <a:lstStyle/>
            <a:p>
              <a:pPr algn="ctr"/>
              <a:r>
                <a:rPr lang="it-IT" altLang="zh-CN" sz="1000" dirty="0">
                  <a:latin typeface="NimbusRomDOT-Reg"/>
                </a:rPr>
                <a:t>76766</a:t>
              </a:r>
              <a:endParaRPr lang="zh-CN" altLang="en-US" sz="1000" dirty="0"/>
            </a:p>
          </p:txBody>
        </p:sp>
        <p:sp>
          <p:nvSpPr>
            <p:cNvPr id="152" name="矩形 151">
              <a:extLst>
                <a:ext uri="{FF2B5EF4-FFF2-40B4-BE49-F238E27FC236}">
                  <a16:creationId xmlns:a16="http://schemas.microsoft.com/office/drawing/2014/main" id="{4960D1B2-C16A-46ED-93BB-895816B41730}"/>
                </a:ext>
              </a:extLst>
            </p:cNvPr>
            <p:cNvSpPr/>
            <p:nvPr/>
          </p:nvSpPr>
          <p:spPr>
            <a:xfrm>
              <a:off x="8981366" y="1372641"/>
              <a:ext cx="472225" cy="22659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lIns="36000" tIns="36000" rIns="36000" bIns="36000">
              <a:spAutoFit/>
            </a:bodyPr>
            <a:lstStyle/>
            <a:p>
              <a:pPr algn="ctr"/>
              <a:r>
                <a:rPr lang="it-IT" altLang="zh-CN" sz="1000" dirty="0">
                  <a:latin typeface="NimbusRomDOT-Reg"/>
                </a:rPr>
                <a:t>45565</a:t>
              </a:r>
              <a:endParaRPr lang="zh-CN" altLang="en-US" sz="1000" dirty="0"/>
            </a:p>
          </p:txBody>
        </p:sp>
        <p:sp>
          <p:nvSpPr>
            <p:cNvPr id="153" name="矩形 152">
              <a:extLst>
                <a:ext uri="{FF2B5EF4-FFF2-40B4-BE49-F238E27FC236}">
                  <a16:creationId xmlns:a16="http://schemas.microsoft.com/office/drawing/2014/main" id="{1DBA6030-9AD1-4BA8-916A-1CD8F7DDAE16}"/>
                </a:ext>
              </a:extLst>
            </p:cNvPr>
            <p:cNvSpPr/>
            <p:nvPr/>
          </p:nvSpPr>
          <p:spPr>
            <a:xfrm>
              <a:off x="8497284" y="1376177"/>
              <a:ext cx="472225" cy="22659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lIns="36000" tIns="36000" rIns="36000" bIns="36000">
              <a:spAutoFit/>
            </a:bodyPr>
            <a:lstStyle/>
            <a:p>
              <a:pPr algn="ctr"/>
              <a:r>
                <a:rPr lang="it-IT" altLang="zh-CN" sz="1000" dirty="0">
                  <a:latin typeface="NimbusRomDOT-Reg"/>
                </a:rPr>
                <a:t>22222</a:t>
              </a:r>
              <a:endParaRPr lang="zh-CN" altLang="en-US" sz="1000" dirty="0"/>
            </a:p>
          </p:txBody>
        </p:sp>
        <p:sp>
          <p:nvSpPr>
            <p:cNvPr id="154" name="矩形 153">
              <a:extLst>
                <a:ext uri="{FF2B5EF4-FFF2-40B4-BE49-F238E27FC236}">
                  <a16:creationId xmlns:a16="http://schemas.microsoft.com/office/drawing/2014/main" id="{58A31360-0D11-4A8B-AE7B-AE037F6DF2FC}"/>
                </a:ext>
              </a:extLst>
            </p:cNvPr>
            <p:cNvSpPr/>
            <p:nvPr/>
          </p:nvSpPr>
          <p:spPr>
            <a:xfrm>
              <a:off x="8013202" y="1373729"/>
              <a:ext cx="472225" cy="22659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lIns="36000" tIns="36000" rIns="36000" bIns="36000">
              <a:spAutoFit/>
            </a:bodyPr>
            <a:lstStyle/>
            <a:p>
              <a:pPr algn="ctr"/>
              <a:r>
                <a:rPr lang="it-IT" altLang="zh-CN" sz="1000" dirty="0">
                  <a:latin typeface="NimbusRomDOT-Reg"/>
                </a:rPr>
                <a:t>10101</a:t>
              </a:r>
              <a:endParaRPr lang="zh-CN" altLang="en-US" sz="1000" dirty="0"/>
            </a:p>
          </p:txBody>
        </p:sp>
      </p:grpSp>
      <p:cxnSp>
        <p:nvCxnSpPr>
          <p:cNvPr id="155" name="直接箭头连接符 79">
            <a:extLst>
              <a:ext uri="{FF2B5EF4-FFF2-40B4-BE49-F238E27FC236}">
                <a16:creationId xmlns:a16="http://schemas.microsoft.com/office/drawing/2014/main" id="{F5227106-95C7-4CF4-B678-483DB1FECB33}"/>
              </a:ext>
            </a:extLst>
          </p:cNvPr>
          <p:cNvCxnSpPr>
            <a:cxnSpLocks/>
            <a:stCxn id="154" idx="3"/>
            <a:endCxn id="62" idx="0"/>
          </p:cNvCxnSpPr>
          <p:nvPr/>
        </p:nvCxnSpPr>
        <p:spPr>
          <a:xfrm flipH="1">
            <a:off x="7931991" y="1608368"/>
            <a:ext cx="1104945" cy="1500869"/>
          </a:xfrm>
          <a:prstGeom prst="curvedConnector4">
            <a:avLst>
              <a:gd name="adj1" fmla="val 101038"/>
              <a:gd name="adj2" fmla="val 53774"/>
            </a:avLst>
          </a:prstGeom>
          <a:ln w="12700">
            <a:solidFill>
              <a:srgbClr val="FF0000"/>
            </a:solidFill>
            <a:prstDash val="dash"/>
            <a:headEnd type="oval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直接箭头连接符 79">
            <a:extLst>
              <a:ext uri="{FF2B5EF4-FFF2-40B4-BE49-F238E27FC236}">
                <a16:creationId xmlns:a16="http://schemas.microsoft.com/office/drawing/2014/main" id="{34234E53-9FBE-4FC9-A7A0-63444E025EC2}"/>
              </a:ext>
            </a:extLst>
          </p:cNvPr>
          <p:cNvCxnSpPr>
            <a:cxnSpLocks/>
            <a:stCxn id="153" idx="3"/>
            <a:endCxn id="71" idx="0"/>
          </p:cNvCxnSpPr>
          <p:nvPr/>
        </p:nvCxnSpPr>
        <p:spPr>
          <a:xfrm>
            <a:off x="9521018" y="1610816"/>
            <a:ext cx="145750" cy="1485169"/>
          </a:xfrm>
          <a:prstGeom prst="curvedConnector2">
            <a:avLst/>
          </a:prstGeom>
          <a:ln w="12700">
            <a:solidFill>
              <a:srgbClr val="FF0000"/>
            </a:solidFill>
            <a:prstDash val="dash"/>
            <a:headEnd type="oval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直接箭头连接符 79">
            <a:extLst>
              <a:ext uri="{FF2B5EF4-FFF2-40B4-BE49-F238E27FC236}">
                <a16:creationId xmlns:a16="http://schemas.microsoft.com/office/drawing/2014/main" id="{7EE945A0-095F-41CC-8A1E-3E4BE0089E7F}"/>
              </a:ext>
            </a:extLst>
          </p:cNvPr>
          <p:cNvCxnSpPr>
            <a:cxnSpLocks/>
            <a:stCxn id="152" idx="3"/>
            <a:endCxn id="115" idx="0"/>
          </p:cNvCxnSpPr>
          <p:nvPr/>
        </p:nvCxnSpPr>
        <p:spPr>
          <a:xfrm flipH="1">
            <a:off x="7931142" y="1607280"/>
            <a:ext cx="2073958" cy="2929086"/>
          </a:xfrm>
          <a:prstGeom prst="curvedConnector4">
            <a:avLst>
              <a:gd name="adj1" fmla="val -24095"/>
              <a:gd name="adj2" fmla="val 42133"/>
            </a:avLst>
          </a:prstGeom>
          <a:ln w="12700">
            <a:solidFill>
              <a:srgbClr val="FF0000"/>
            </a:solidFill>
            <a:prstDash val="dash"/>
            <a:headEnd type="oval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直接箭头连接符 79">
            <a:extLst>
              <a:ext uri="{FF2B5EF4-FFF2-40B4-BE49-F238E27FC236}">
                <a16:creationId xmlns:a16="http://schemas.microsoft.com/office/drawing/2014/main" id="{04199268-887E-494E-AAED-0CEEE9E753A0}"/>
              </a:ext>
            </a:extLst>
          </p:cNvPr>
          <p:cNvCxnSpPr>
            <a:cxnSpLocks/>
            <a:stCxn id="151" idx="3"/>
            <a:endCxn id="130" idx="0"/>
          </p:cNvCxnSpPr>
          <p:nvPr/>
        </p:nvCxnSpPr>
        <p:spPr>
          <a:xfrm>
            <a:off x="9036936" y="1848097"/>
            <a:ext cx="610128" cy="2688089"/>
          </a:xfrm>
          <a:prstGeom prst="curvedConnector2">
            <a:avLst/>
          </a:prstGeom>
          <a:ln w="12700">
            <a:solidFill>
              <a:srgbClr val="FF0000"/>
            </a:solidFill>
            <a:prstDash val="dash"/>
            <a:headEnd type="oval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5" name="矩形 174">
            <a:extLst>
              <a:ext uri="{FF2B5EF4-FFF2-40B4-BE49-F238E27FC236}">
                <a16:creationId xmlns:a16="http://schemas.microsoft.com/office/drawing/2014/main" id="{65C0AAAF-5D24-44B4-914D-CD5E7E4D23C9}"/>
              </a:ext>
            </a:extLst>
          </p:cNvPr>
          <p:cNvSpPr/>
          <p:nvPr/>
        </p:nvSpPr>
        <p:spPr>
          <a:xfrm>
            <a:off x="1363037" y="4534942"/>
            <a:ext cx="4418046" cy="16619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00000"/>
              </a:lnSpc>
              <a:spcBef>
                <a:spcPts val="1200"/>
              </a:spcBef>
              <a:buFont typeface="Wingdings" panose="05000000000000000000" pitchFamily="2" charset="2"/>
              <a:buChar char="l"/>
            </a:pPr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Ordered or</a:t>
            </a:r>
            <a:r>
              <a:rPr lang="zh-CN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Hash </a:t>
            </a:r>
            <a:r>
              <a:rPr lang="zh-CN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？</a:t>
            </a:r>
            <a:endParaRPr lang="en-US" altLang="zh-CN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100000"/>
              </a:lnSpc>
              <a:spcBef>
                <a:spcPts val="1200"/>
              </a:spcBef>
              <a:buFont typeface="Wingdings" panose="05000000000000000000" pitchFamily="2" charset="2"/>
              <a:buChar char="l"/>
            </a:pPr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Clustering or </a:t>
            </a:r>
            <a:r>
              <a:rPr lang="en-US" altLang="zh-CN" b="1" dirty="0" err="1">
                <a:latin typeface="Arial" panose="020B0604020202020204" pitchFamily="34" charset="0"/>
                <a:cs typeface="Arial" panose="020B0604020202020204" pitchFamily="34" charset="0"/>
              </a:rPr>
              <a:t>Nonclustering</a:t>
            </a:r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 ?</a:t>
            </a:r>
          </a:p>
          <a:p>
            <a:pPr marL="285750" indent="-285750">
              <a:lnSpc>
                <a:spcPct val="100000"/>
              </a:lnSpc>
              <a:spcBef>
                <a:spcPts val="1200"/>
              </a:spcBef>
              <a:buFont typeface="Wingdings" panose="05000000000000000000" pitchFamily="2" charset="2"/>
              <a:buChar char="l"/>
            </a:pPr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Primary or Secondary </a:t>
            </a:r>
            <a:r>
              <a:rPr lang="zh-CN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？</a:t>
            </a:r>
            <a:endParaRPr lang="en-US" altLang="zh-CN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100000"/>
              </a:lnSpc>
              <a:spcBef>
                <a:spcPts val="1200"/>
              </a:spcBef>
              <a:buFont typeface="Wingdings" panose="05000000000000000000" pitchFamily="2" charset="2"/>
              <a:buChar char="l"/>
            </a:pPr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Dense or Sparse ?</a:t>
            </a:r>
          </a:p>
        </p:txBody>
      </p:sp>
      <p:grpSp>
        <p:nvGrpSpPr>
          <p:cNvPr id="180" name="组合 179">
            <a:extLst>
              <a:ext uri="{FF2B5EF4-FFF2-40B4-BE49-F238E27FC236}">
                <a16:creationId xmlns:a16="http://schemas.microsoft.com/office/drawing/2014/main" id="{F6921345-D59D-4E47-8A25-371B861D8660}"/>
              </a:ext>
            </a:extLst>
          </p:cNvPr>
          <p:cNvGrpSpPr/>
          <p:nvPr/>
        </p:nvGrpSpPr>
        <p:grpSpPr>
          <a:xfrm>
            <a:off x="1661756" y="4515538"/>
            <a:ext cx="1919645" cy="1681397"/>
            <a:chOff x="1661756" y="4515538"/>
            <a:chExt cx="1919645" cy="1681397"/>
          </a:xfrm>
        </p:grpSpPr>
        <p:sp>
          <p:nvSpPr>
            <p:cNvPr id="176" name="矩形: 圆角 175">
              <a:extLst>
                <a:ext uri="{FF2B5EF4-FFF2-40B4-BE49-F238E27FC236}">
                  <a16:creationId xmlns:a16="http://schemas.microsoft.com/office/drawing/2014/main" id="{32E8459D-9766-4A63-A584-2143938B9A00}"/>
                </a:ext>
              </a:extLst>
            </p:cNvPr>
            <p:cNvSpPr/>
            <p:nvPr/>
          </p:nvSpPr>
          <p:spPr>
            <a:xfrm>
              <a:off x="1661756" y="4515538"/>
              <a:ext cx="1007706" cy="365125"/>
            </a:xfrm>
            <a:prstGeom prst="roundRect">
              <a:avLst/>
            </a:prstGeom>
            <a:solidFill>
              <a:srgbClr val="FF0000">
                <a:alpha val="22000"/>
              </a:srgbClr>
            </a:solidFill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7" name="矩形: 圆角 176">
              <a:extLst>
                <a:ext uri="{FF2B5EF4-FFF2-40B4-BE49-F238E27FC236}">
                  <a16:creationId xmlns:a16="http://schemas.microsoft.com/office/drawing/2014/main" id="{FB7FFAE0-71E6-44D3-A9CC-501E6025D025}"/>
                </a:ext>
              </a:extLst>
            </p:cNvPr>
            <p:cNvSpPr/>
            <p:nvPr/>
          </p:nvSpPr>
          <p:spPr>
            <a:xfrm>
              <a:off x="1661756" y="4969165"/>
              <a:ext cx="1240932" cy="365125"/>
            </a:xfrm>
            <a:prstGeom prst="roundRect">
              <a:avLst/>
            </a:prstGeom>
            <a:solidFill>
              <a:srgbClr val="FF0000">
                <a:alpha val="22000"/>
              </a:srgbClr>
            </a:solidFill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8" name="矩形: 圆角 177">
              <a:extLst>
                <a:ext uri="{FF2B5EF4-FFF2-40B4-BE49-F238E27FC236}">
                  <a16:creationId xmlns:a16="http://schemas.microsoft.com/office/drawing/2014/main" id="{F4C96A78-3547-4C98-B6BD-B65D2C421A70}"/>
                </a:ext>
              </a:extLst>
            </p:cNvPr>
            <p:cNvSpPr/>
            <p:nvPr/>
          </p:nvSpPr>
          <p:spPr>
            <a:xfrm>
              <a:off x="1661756" y="5410961"/>
              <a:ext cx="943221" cy="365125"/>
            </a:xfrm>
            <a:prstGeom prst="roundRect">
              <a:avLst/>
            </a:prstGeom>
            <a:solidFill>
              <a:srgbClr val="FF0000">
                <a:alpha val="22000"/>
              </a:srgbClr>
            </a:solidFill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9" name="矩形: 圆角 178">
              <a:extLst>
                <a:ext uri="{FF2B5EF4-FFF2-40B4-BE49-F238E27FC236}">
                  <a16:creationId xmlns:a16="http://schemas.microsoft.com/office/drawing/2014/main" id="{1B932A7C-0129-4479-B8C3-08AF298E80C6}"/>
                </a:ext>
              </a:extLst>
            </p:cNvPr>
            <p:cNvSpPr/>
            <p:nvPr/>
          </p:nvSpPr>
          <p:spPr>
            <a:xfrm>
              <a:off x="2728557" y="5831810"/>
              <a:ext cx="852844" cy="365125"/>
            </a:xfrm>
            <a:prstGeom prst="roundRect">
              <a:avLst/>
            </a:prstGeom>
            <a:solidFill>
              <a:srgbClr val="FF0000">
                <a:alpha val="22000"/>
              </a:srgbClr>
            </a:solidFill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8920863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63A6BA-E7A8-4199-A9F7-13D20F493D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818" y="79461"/>
            <a:ext cx="10515600" cy="1325563"/>
          </a:xfrm>
        </p:spPr>
        <p:txBody>
          <a:bodyPr/>
          <a:lstStyle/>
          <a:p>
            <a:r>
              <a:rPr lang="en-US" altLang="zh-CN" dirty="0"/>
              <a:t>Example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C82B485-330C-4F7C-AD75-86FB6EFA3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1E0BC-37DF-4841-8830-0964433208A1}" type="datetime1">
              <a:rPr lang="zh-CN" altLang="en-US" smtClean="0"/>
              <a:t>2024/5/8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9398CB-94F3-4CE3-9880-9F79A418A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Tree Indices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98061EF-E67D-4B6D-B836-FE67DC6C8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5A79-C12E-4282-8451-1BC984B858F9}" type="slidenum">
              <a:rPr lang="zh-CN" altLang="en-US" smtClean="0"/>
              <a:t>9</a:t>
            </a:fld>
            <a:endParaRPr lang="zh-CN" altLang="en-US"/>
          </a:p>
        </p:txBody>
      </p:sp>
      <p:pic>
        <p:nvPicPr>
          <p:cNvPr id="7" name="Picture 7">
            <a:extLst>
              <a:ext uri="{FF2B5EF4-FFF2-40B4-BE49-F238E27FC236}">
                <a16:creationId xmlns:a16="http://schemas.microsoft.com/office/drawing/2014/main" id="{A428979A-87CD-41E2-BEF5-A2CF4E7CAA35}"/>
              </a:ext>
            </a:extLst>
          </p:cNvPr>
          <p:cNvPicPr>
            <a:picLocks noGrp="1" noChangeAspect="1" noChangeArrowheads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713" y="1287745"/>
            <a:ext cx="6453188" cy="3122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10" name="组合 309">
            <a:extLst>
              <a:ext uri="{FF2B5EF4-FFF2-40B4-BE49-F238E27FC236}">
                <a16:creationId xmlns:a16="http://schemas.microsoft.com/office/drawing/2014/main" id="{6B46DE15-C626-4808-8191-F4B6B1900AAC}"/>
              </a:ext>
            </a:extLst>
          </p:cNvPr>
          <p:cNvGrpSpPr/>
          <p:nvPr/>
        </p:nvGrpSpPr>
        <p:grpSpPr>
          <a:xfrm>
            <a:off x="7308651" y="928447"/>
            <a:ext cx="3902767" cy="5348695"/>
            <a:chOff x="7308651" y="928447"/>
            <a:chExt cx="3902767" cy="5348695"/>
          </a:xfrm>
        </p:grpSpPr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2ABEC558-EF91-46E8-90B2-F0EB783EAEAD}"/>
                </a:ext>
              </a:extLst>
            </p:cNvPr>
            <p:cNvGrpSpPr/>
            <p:nvPr/>
          </p:nvGrpSpPr>
          <p:grpSpPr>
            <a:xfrm>
              <a:off x="7748564" y="1282741"/>
              <a:ext cx="1525024" cy="1059168"/>
              <a:chOff x="7966974" y="1323693"/>
              <a:chExt cx="1525024" cy="1059168"/>
            </a:xfrm>
          </p:grpSpPr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CC2AD51D-B7E9-46B4-9B22-B58AF82B211D}"/>
                  </a:ext>
                </a:extLst>
              </p:cNvPr>
              <p:cNvSpPr/>
              <p:nvPr/>
            </p:nvSpPr>
            <p:spPr>
              <a:xfrm>
                <a:off x="7966974" y="1323693"/>
                <a:ext cx="1525024" cy="1059168"/>
              </a:xfrm>
              <a:prstGeom prst="rect">
                <a:avLst/>
              </a:prstGeom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E9CC351B-3CB7-480B-B3E9-6AD9627690E9}"/>
                  </a:ext>
                </a:extLst>
              </p:cNvPr>
              <p:cNvSpPr/>
              <p:nvPr/>
            </p:nvSpPr>
            <p:spPr>
              <a:xfrm>
                <a:off x="8985272" y="2092669"/>
                <a:ext cx="472225" cy="226591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square" lIns="36000" tIns="36000" rIns="36000" bIns="36000">
                <a:spAutoFit/>
              </a:bodyPr>
              <a:lstStyle/>
              <a:p>
                <a:pPr algn="ctr"/>
                <a:r>
                  <a:rPr lang="it-IT" altLang="zh-CN" sz="1000" dirty="0">
                    <a:latin typeface="NimbusRomDOT-Reg"/>
                  </a:rPr>
                  <a:t>98345</a:t>
                </a:r>
                <a:endParaRPr lang="zh-CN" altLang="en-US" sz="1000" dirty="0"/>
              </a:p>
            </p:txBody>
          </p:sp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A756DAA5-43D8-4135-BE98-8098EABEB792}"/>
                  </a:ext>
                </a:extLst>
              </p:cNvPr>
              <p:cNvSpPr/>
              <p:nvPr/>
            </p:nvSpPr>
            <p:spPr>
              <a:xfrm>
                <a:off x="8501190" y="2096205"/>
                <a:ext cx="472225" cy="226591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square" lIns="36000" tIns="36000" rIns="36000" bIns="36000">
                <a:spAutoFit/>
              </a:bodyPr>
              <a:lstStyle/>
              <a:p>
                <a:pPr algn="ctr"/>
                <a:r>
                  <a:rPr lang="it-IT" altLang="zh-CN" sz="1000" dirty="0">
                    <a:latin typeface="NimbusRomDOT-Reg"/>
                  </a:rPr>
                  <a:t>83821</a:t>
                </a:r>
                <a:endParaRPr lang="zh-CN" altLang="en-US" sz="1000" dirty="0"/>
              </a:p>
            </p:txBody>
          </p:sp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D8226E81-D43E-4B61-A466-67427972B293}"/>
                  </a:ext>
                </a:extLst>
              </p:cNvPr>
              <p:cNvSpPr/>
              <p:nvPr/>
            </p:nvSpPr>
            <p:spPr>
              <a:xfrm>
                <a:off x="8017108" y="2093757"/>
                <a:ext cx="472225" cy="226591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square" lIns="36000" tIns="36000" rIns="36000" bIns="36000">
                <a:spAutoFit/>
              </a:bodyPr>
              <a:lstStyle/>
              <a:p>
                <a:pPr algn="ctr"/>
                <a:r>
                  <a:rPr lang="it-IT" altLang="zh-CN" sz="1000" dirty="0">
                    <a:latin typeface="NimbusRomDOT-Reg"/>
                  </a:rPr>
                  <a:t>76766</a:t>
                </a:r>
                <a:endParaRPr lang="zh-CN" altLang="en-US" sz="1000" dirty="0"/>
              </a:p>
            </p:txBody>
          </p:sp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0102BD9F-E77F-4EE3-9F4D-73D2BBD917FA}"/>
                  </a:ext>
                </a:extLst>
              </p:cNvPr>
              <p:cNvSpPr/>
              <p:nvPr/>
            </p:nvSpPr>
            <p:spPr>
              <a:xfrm>
                <a:off x="8985272" y="1852940"/>
                <a:ext cx="472225" cy="226591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square" lIns="36000" tIns="36000" rIns="36000" bIns="36000">
                <a:spAutoFit/>
              </a:bodyPr>
              <a:lstStyle/>
              <a:p>
                <a:pPr algn="ctr"/>
                <a:r>
                  <a:rPr lang="it-IT" altLang="zh-CN" sz="1000" dirty="0">
                    <a:latin typeface="NimbusRomDOT-Reg"/>
                  </a:rPr>
                  <a:t>76543</a:t>
                </a:r>
                <a:endParaRPr lang="zh-CN" altLang="en-US" sz="1000" dirty="0"/>
              </a:p>
            </p:txBody>
          </p:sp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9118E8B7-17B2-40A6-A923-DC9786BDE633}"/>
                  </a:ext>
                </a:extLst>
              </p:cNvPr>
              <p:cNvSpPr/>
              <p:nvPr/>
            </p:nvSpPr>
            <p:spPr>
              <a:xfrm>
                <a:off x="8501190" y="1856476"/>
                <a:ext cx="472225" cy="226591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square" lIns="36000" tIns="36000" rIns="36000" bIns="36000">
                <a:spAutoFit/>
              </a:bodyPr>
              <a:lstStyle/>
              <a:p>
                <a:pPr algn="ctr"/>
                <a:r>
                  <a:rPr lang="it-IT" altLang="zh-CN" sz="1000" dirty="0">
                    <a:latin typeface="NimbusRomDOT-Reg"/>
                  </a:rPr>
                  <a:t>58583</a:t>
                </a:r>
                <a:endParaRPr lang="zh-CN" altLang="en-US" sz="1000" dirty="0"/>
              </a:p>
            </p:txBody>
          </p:sp>
          <p:sp>
            <p:nvSpPr>
              <p:cNvPr id="15" name="矩形 14">
                <a:extLst>
                  <a:ext uri="{FF2B5EF4-FFF2-40B4-BE49-F238E27FC236}">
                    <a16:creationId xmlns:a16="http://schemas.microsoft.com/office/drawing/2014/main" id="{E0676D20-AAAB-4178-BBD6-0B0070F061CB}"/>
                  </a:ext>
                </a:extLst>
              </p:cNvPr>
              <p:cNvSpPr/>
              <p:nvPr/>
            </p:nvSpPr>
            <p:spPr>
              <a:xfrm>
                <a:off x="8017108" y="1854028"/>
                <a:ext cx="472225" cy="226591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square" lIns="36000" tIns="36000" rIns="36000" bIns="36000">
                <a:spAutoFit/>
              </a:bodyPr>
              <a:lstStyle/>
              <a:p>
                <a:pPr algn="ctr"/>
                <a:r>
                  <a:rPr lang="it-IT" altLang="zh-CN" sz="1000" dirty="0">
                    <a:latin typeface="NimbusRomDOT-Reg"/>
                  </a:rPr>
                  <a:t>45565</a:t>
                </a:r>
                <a:endParaRPr lang="zh-CN" altLang="en-US" sz="1000" dirty="0"/>
              </a:p>
            </p:txBody>
          </p:sp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5DFDC126-455F-42EA-BC9C-0A0C06BEAA2A}"/>
                  </a:ext>
                </a:extLst>
              </p:cNvPr>
              <p:cNvSpPr/>
              <p:nvPr/>
            </p:nvSpPr>
            <p:spPr>
              <a:xfrm>
                <a:off x="8981366" y="1612370"/>
                <a:ext cx="472225" cy="226591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square" lIns="36000" tIns="36000" rIns="36000" bIns="36000">
                <a:spAutoFit/>
              </a:bodyPr>
              <a:lstStyle/>
              <a:p>
                <a:pPr algn="ctr"/>
                <a:r>
                  <a:rPr lang="it-IT" altLang="zh-CN" sz="1000" dirty="0">
                    <a:latin typeface="NimbusRomDOT-Reg"/>
                  </a:rPr>
                  <a:t>33456</a:t>
                </a:r>
                <a:endParaRPr lang="zh-CN" altLang="en-US" sz="1000" dirty="0"/>
              </a:p>
            </p:txBody>
          </p:sp>
          <p:sp>
            <p:nvSpPr>
              <p:cNvPr id="17" name="矩形 16">
                <a:extLst>
                  <a:ext uri="{FF2B5EF4-FFF2-40B4-BE49-F238E27FC236}">
                    <a16:creationId xmlns:a16="http://schemas.microsoft.com/office/drawing/2014/main" id="{C4909480-DDAF-41D4-8C3E-0820405E6F7A}"/>
                  </a:ext>
                </a:extLst>
              </p:cNvPr>
              <p:cNvSpPr/>
              <p:nvPr/>
            </p:nvSpPr>
            <p:spPr>
              <a:xfrm>
                <a:off x="8497284" y="1615906"/>
                <a:ext cx="472225" cy="226591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square" lIns="36000" tIns="36000" rIns="36000" bIns="36000">
                <a:spAutoFit/>
              </a:bodyPr>
              <a:lstStyle/>
              <a:p>
                <a:pPr algn="ctr"/>
                <a:r>
                  <a:rPr lang="it-IT" altLang="zh-CN" sz="1000" dirty="0">
                    <a:latin typeface="NimbusRomDOT-Reg"/>
                  </a:rPr>
                  <a:t>32343</a:t>
                </a:r>
                <a:endParaRPr lang="zh-CN" altLang="en-US" sz="1000" dirty="0"/>
              </a:p>
            </p:txBody>
          </p:sp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A0CBC930-B8F8-4ED7-84B5-BCE8D2A40559}"/>
                  </a:ext>
                </a:extLst>
              </p:cNvPr>
              <p:cNvSpPr/>
              <p:nvPr/>
            </p:nvSpPr>
            <p:spPr>
              <a:xfrm>
                <a:off x="8013202" y="1613458"/>
                <a:ext cx="472225" cy="226591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square" lIns="36000" tIns="36000" rIns="36000" bIns="36000">
                <a:spAutoFit/>
              </a:bodyPr>
              <a:lstStyle/>
              <a:p>
                <a:pPr algn="ctr"/>
                <a:r>
                  <a:rPr lang="it-IT" altLang="zh-CN" sz="1000" dirty="0">
                    <a:latin typeface="NimbusRomDOT-Reg"/>
                  </a:rPr>
                  <a:t>22222</a:t>
                </a:r>
                <a:endParaRPr lang="zh-CN" altLang="en-US" sz="1000" dirty="0"/>
              </a:p>
            </p:txBody>
          </p:sp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98E70753-2EBF-44FF-9477-5EB4E9658DD4}"/>
                  </a:ext>
                </a:extLst>
              </p:cNvPr>
              <p:cNvSpPr/>
              <p:nvPr/>
            </p:nvSpPr>
            <p:spPr>
              <a:xfrm>
                <a:off x="8981366" y="1372641"/>
                <a:ext cx="472225" cy="226591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square" lIns="36000" tIns="36000" rIns="36000" bIns="36000">
                <a:spAutoFit/>
              </a:bodyPr>
              <a:lstStyle/>
              <a:p>
                <a:pPr algn="ctr"/>
                <a:r>
                  <a:rPr lang="it-IT" altLang="zh-CN" sz="1000" dirty="0">
                    <a:latin typeface="NimbusRomDOT-Reg"/>
                  </a:rPr>
                  <a:t>15151</a:t>
                </a:r>
                <a:endParaRPr lang="zh-CN" altLang="en-US" sz="1000" dirty="0"/>
              </a:p>
            </p:txBody>
          </p:sp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F99B5218-A404-483F-8272-9306900FB73B}"/>
                  </a:ext>
                </a:extLst>
              </p:cNvPr>
              <p:cNvSpPr/>
              <p:nvPr/>
            </p:nvSpPr>
            <p:spPr>
              <a:xfrm>
                <a:off x="8497284" y="1376177"/>
                <a:ext cx="472225" cy="226591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square" lIns="36000" tIns="36000" rIns="36000" bIns="36000">
                <a:spAutoFit/>
              </a:bodyPr>
              <a:lstStyle/>
              <a:p>
                <a:pPr algn="ctr"/>
                <a:r>
                  <a:rPr lang="it-IT" altLang="zh-CN" sz="1000" dirty="0">
                    <a:latin typeface="NimbusRomDOT-Reg"/>
                  </a:rPr>
                  <a:t>12121</a:t>
                </a:r>
                <a:endParaRPr lang="zh-CN" altLang="en-US" sz="1000" dirty="0"/>
              </a:p>
            </p:txBody>
          </p:sp>
          <p:sp>
            <p:nvSpPr>
              <p:cNvPr id="21" name="矩形 20">
                <a:extLst>
                  <a:ext uri="{FF2B5EF4-FFF2-40B4-BE49-F238E27FC236}">
                    <a16:creationId xmlns:a16="http://schemas.microsoft.com/office/drawing/2014/main" id="{99B8BCF2-24F4-4E64-8EBC-7F3799AC5C51}"/>
                  </a:ext>
                </a:extLst>
              </p:cNvPr>
              <p:cNvSpPr/>
              <p:nvPr/>
            </p:nvSpPr>
            <p:spPr>
              <a:xfrm>
                <a:off x="8013202" y="1373729"/>
                <a:ext cx="472225" cy="226591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square" lIns="36000" tIns="36000" rIns="36000" bIns="36000">
                <a:spAutoFit/>
              </a:bodyPr>
              <a:lstStyle/>
              <a:p>
                <a:pPr algn="ctr"/>
                <a:r>
                  <a:rPr lang="it-IT" altLang="zh-CN" sz="1000" dirty="0">
                    <a:latin typeface="NimbusRomDOT-Reg"/>
                  </a:rPr>
                  <a:t>10101</a:t>
                </a:r>
                <a:endParaRPr lang="zh-CN" altLang="en-US" sz="1000" dirty="0"/>
              </a:p>
            </p:txBody>
          </p:sp>
        </p:grpSp>
        <p:sp>
          <p:nvSpPr>
            <p:cNvPr id="52" name="流程图: 磁盘 51">
              <a:extLst>
                <a:ext uri="{FF2B5EF4-FFF2-40B4-BE49-F238E27FC236}">
                  <a16:creationId xmlns:a16="http://schemas.microsoft.com/office/drawing/2014/main" id="{4839C39B-C4C2-478B-95AC-E1D8215CAFC6}"/>
                </a:ext>
              </a:extLst>
            </p:cNvPr>
            <p:cNvSpPr/>
            <p:nvPr/>
          </p:nvSpPr>
          <p:spPr>
            <a:xfrm>
              <a:off x="7308651" y="928447"/>
              <a:ext cx="3902767" cy="5348695"/>
            </a:xfrm>
            <a:prstGeom prst="flowChartMagneticDisk">
              <a:avLst/>
            </a:prstGeom>
            <a:noFill/>
            <a:ln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223" name="组合 222">
              <a:extLst>
                <a:ext uri="{FF2B5EF4-FFF2-40B4-BE49-F238E27FC236}">
                  <a16:creationId xmlns:a16="http://schemas.microsoft.com/office/drawing/2014/main" id="{3D1015B7-5A46-4DBB-867F-3066906E6A03}"/>
                </a:ext>
              </a:extLst>
            </p:cNvPr>
            <p:cNvGrpSpPr/>
            <p:nvPr/>
          </p:nvGrpSpPr>
          <p:grpSpPr>
            <a:xfrm>
              <a:off x="7678032" y="2914149"/>
              <a:ext cx="3268103" cy="2707657"/>
              <a:chOff x="7678032" y="2914149"/>
              <a:chExt cx="3268103" cy="2707657"/>
            </a:xfrm>
          </p:grpSpPr>
          <p:grpSp>
            <p:nvGrpSpPr>
              <p:cNvPr id="22" name="组合 21">
                <a:extLst>
                  <a:ext uri="{FF2B5EF4-FFF2-40B4-BE49-F238E27FC236}">
                    <a16:creationId xmlns:a16="http://schemas.microsoft.com/office/drawing/2014/main" id="{2381AC37-8C5F-4D01-9051-A1B2A75314E6}"/>
                  </a:ext>
                </a:extLst>
              </p:cNvPr>
              <p:cNvGrpSpPr/>
              <p:nvPr/>
            </p:nvGrpSpPr>
            <p:grpSpPr>
              <a:xfrm>
                <a:off x="9421111" y="2914149"/>
                <a:ext cx="1525024" cy="1280528"/>
                <a:chOff x="9305290" y="3627503"/>
                <a:chExt cx="1525024" cy="1280528"/>
              </a:xfrm>
            </p:grpSpPr>
            <p:sp>
              <p:nvSpPr>
                <p:cNvPr id="23" name="矩形 22">
                  <a:extLst>
                    <a:ext uri="{FF2B5EF4-FFF2-40B4-BE49-F238E27FC236}">
                      <a16:creationId xmlns:a16="http://schemas.microsoft.com/office/drawing/2014/main" id="{4D26DD38-081E-4BA3-A534-DD9AEBE41189}"/>
                    </a:ext>
                  </a:extLst>
                </p:cNvPr>
                <p:cNvSpPr/>
                <p:nvPr/>
              </p:nvSpPr>
              <p:spPr>
                <a:xfrm>
                  <a:off x="9305290" y="3627503"/>
                  <a:ext cx="1525024" cy="1280528"/>
                </a:xfrm>
                <a:prstGeom prst="rect">
                  <a:avLst/>
                </a:prstGeom>
              </p:spPr>
              <p:style>
                <a:lnRef idx="1">
                  <a:schemeClr val="accent5"/>
                </a:lnRef>
                <a:fillRef idx="2">
                  <a:schemeClr val="accent5"/>
                </a:fillRef>
                <a:effectRef idx="1">
                  <a:schemeClr val="accent5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4" name="矩形 23">
                  <a:extLst>
                    <a:ext uri="{FF2B5EF4-FFF2-40B4-BE49-F238E27FC236}">
                      <a16:creationId xmlns:a16="http://schemas.microsoft.com/office/drawing/2014/main" id="{86FCD82E-E1B3-48EF-8CE9-9792DF8978FC}"/>
                    </a:ext>
                  </a:extLst>
                </p:cNvPr>
                <p:cNvSpPr/>
                <p:nvPr/>
              </p:nvSpPr>
              <p:spPr>
                <a:xfrm>
                  <a:off x="9356344" y="3681749"/>
                  <a:ext cx="176036" cy="217300"/>
                </a:xfrm>
                <a:prstGeom prst="rect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3"/>
                </a:lnRef>
                <a:fillRef idx="2">
                  <a:schemeClr val="accent3"/>
                </a:fillRef>
                <a:effectRef idx="1">
                  <a:schemeClr val="accent3"/>
                </a:effectRef>
                <a:fontRef idx="minor">
                  <a:schemeClr val="dk1"/>
                </a:fontRef>
              </p:style>
              <p:txBody>
                <a:bodyPr wrap="square" lIns="36000" tIns="36000" rIns="36000" bIns="36000">
                  <a:spAutoFit/>
                </a:bodyPr>
                <a:lstStyle/>
                <a:p>
                  <a:endParaRPr lang="zh-CN" altLang="en-US" sz="1000" dirty="0"/>
                </a:p>
              </p:txBody>
            </p:sp>
            <p:sp>
              <p:nvSpPr>
                <p:cNvPr id="25" name="矩形 24">
                  <a:extLst>
                    <a:ext uri="{FF2B5EF4-FFF2-40B4-BE49-F238E27FC236}">
                      <a16:creationId xmlns:a16="http://schemas.microsoft.com/office/drawing/2014/main" id="{E91D978E-F308-4C98-8E84-0828C17FB6D7}"/>
                    </a:ext>
                  </a:extLst>
                </p:cNvPr>
                <p:cNvSpPr/>
                <p:nvPr/>
              </p:nvSpPr>
              <p:spPr>
                <a:xfrm>
                  <a:off x="9546089" y="3681749"/>
                  <a:ext cx="74690" cy="217300"/>
                </a:xfrm>
                <a:prstGeom prst="rect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3"/>
                </a:lnRef>
                <a:fillRef idx="2">
                  <a:schemeClr val="accent3"/>
                </a:fillRef>
                <a:effectRef idx="1">
                  <a:schemeClr val="accent3"/>
                </a:effectRef>
                <a:fontRef idx="minor">
                  <a:schemeClr val="dk1"/>
                </a:fontRef>
              </p:style>
              <p:txBody>
                <a:bodyPr wrap="square" lIns="36000" tIns="36000" rIns="36000" bIns="36000">
                  <a:spAutoFit/>
                </a:bodyPr>
                <a:lstStyle/>
                <a:p>
                  <a:endParaRPr lang="zh-CN" altLang="en-US" sz="1000" dirty="0"/>
                </a:p>
              </p:txBody>
            </p:sp>
            <p:sp>
              <p:nvSpPr>
                <p:cNvPr id="26" name="矩形 25">
                  <a:extLst>
                    <a:ext uri="{FF2B5EF4-FFF2-40B4-BE49-F238E27FC236}">
                      <a16:creationId xmlns:a16="http://schemas.microsoft.com/office/drawing/2014/main" id="{981CA43C-4086-434C-AD74-34D331388254}"/>
                    </a:ext>
                  </a:extLst>
                </p:cNvPr>
                <p:cNvSpPr/>
                <p:nvPr/>
              </p:nvSpPr>
              <p:spPr>
                <a:xfrm>
                  <a:off x="9634488" y="3681749"/>
                  <a:ext cx="74690" cy="217300"/>
                </a:xfrm>
                <a:prstGeom prst="rect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3"/>
                </a:lnRef>
                <a:fillRef idx="2">
                  <a:schemeClr val="accent3"/>
                </a:fillRef>
                <a:effectRef idx="1">
                  <a:schemeClr val="accent3"/>
                </a:effectRef>
                <a:fontRef idx="minor">
                  <a:schemeClr val="dk1"/>
                </a:fontRef>
              </p:style>
              <p:txBody>
                <a:bodyPr wrap="square" lIns="36000" tIns="36000" rIns="36000" bIns="36000">
                  <a:spAutoFit/>
                </a:bodyPr>
                <a:lstStyle/>
                <a:p>
                  <a:endParaRPr lang="zh-CN" altLang="en-US" sz="1000" dirty="0"/>
                </a:p>
              </p:txBody>
            </p:sp>
            <p:sp>
              <p:nvSpPr>
                <p:cNvPr id="27" name="矩形 26">
                  <a:extLst>
                    <a:ext uri="{FF2B5EF4-FFF2-40B4-BE49-F238E27FC236}">
                      <a16:creationId xmlns:a16="http://schemas.microsoft.com/office/drawing/2014/main" id="{642A2505-0848-4EF5-8C2C-F0ED47DA53B6}"/>
                    </a:ext>
                  </a:extLst>
                </p:cNvPr>
                <p:cNvSpPr/>
                <p:nvPr/>
              </p:nvSpPr>
              <p:spPr>
                <a:xfrm>
                  <a:off x="9722887" y="3681749"/>
                  <a:ext cx="74690" cy="217300"/>
                </a:xfrm>
                <a:prstGeom prst="rect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3"/>
                </a:lnRef>
                <a:fillRef idx="2">
                  <a:schemeClr val="accent3"/>
                </a:fillRef>
                <a:effectRef idx="1">
                  <a:schemeClr val="accent3"/>
                </a:effectRef>
                <a:fontRef idx="minor">
                  <a:schemeClr val="dk1"/>
                </a:fontRef>
              </p:style>
              <p:txBody>
                <a:bodyPr wrap="square" lIns="36000" tIns="36000" rIns="36000" bIns="36000">
                  <a:spAutoFit/>
                </a:bodyPr>
                <a:lstStyle/>
                <a:p>
                  <a:endParaRPr lang="zh-CN" altLang="en-US" sz="1000" dirty="0"/>
                </a:p>
              </p:txBody>
            </p:sp>
            <p:cxnSp>
              <p:nvCxnSpPr>
                <p:cNvPr id="28" name="直接箭头连接符 79">
                  <a:extLst>
                    <a:ext uri="{FF2B5EF4-FFF2-40B4-BE49-F238E27FC236}">
                      <a16:creationId xmlns:a16="http://schemas.microsoft.com/office/drawing/2014/main" id="{FD730EAA-6953-4AF7-AC43-727D2CE3D14C}"/>
                    </a:ext>
                  </a:extLst>
                </p:cNvPr>
                <p:cNvCxnSpPr>
                  <a:cxnSpLocks/>
                  <a:stCxn id="27" idx="2"/>
                  <a:endCxn id="33" idx="1"/>
                </p:cNvCxnSpPr>
                <p:nvPr/>
              </p:nvCxnSpPr>
              <p:spPr>
                <a:xfrm rot="16200000" flipH="1">
                  <a:off x="9941811" y="3717470"/>
                  <a:ext cx="146646" cy="509804"/>
                </a:xfrm>
                <a:prstGeom prst="curvedConnector2">
                  <a:avLst/>
                </a:prstGeom>
                <a:ln w="12700">
                  <a:solidFill>
                    <a:srgbClr val="FF0000"/>
                  </a:solidFill>
                  <a:headEnd type="oval"/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9" name="矩形 28">
                  <a:extLst>
                    <a:ext uri="{FF2B5EF4-FFF2-40B4-BE49-F238E27FC236}">
                      <a16:creationId xmlns:a16="http://schemas.microsoft.com/office/drawing/2014/main" id="{52580A40-0AE0-440C-9A55-5173C4D33EBF}"/>
                    </a:ext>
                  </a:extLst>
                </p:cNvPr>
                <p:cNvSpPr/>
                <p:nvPr/>
              </p:nvSpPr>
              <p:spPr>
                <a:xfrm>
                  <a:off x="9375560" y="4606038"/>
                  <a:ext cx="1404799" cy="226591"/>
                </a:xfrm>
                <a:prstGeom prst="rect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3"/>
                </a:lnRef>
                <a:fillRef idx="2">
                  <a:schemeClr val="accent3"/>
                </a:fillRef>
                <a:effectRef idx="1">
                  <a:schemeClr val="accent3"/>
                </a:effectRef>
                <a:fontRef idx="minor">
                  <a:schemeClr val="dk1"/>
                </a:fontRef>
              </p:style>
              <p:txBody>
                <a:bodyPr wrap="none" lIns="36000" tIns="36000" rIns="36000" bIns="36000">
                  <a:spAutoFit/>
                </a:bodyPr>
                <a:lstStyle/>
                <a:p>
                  <a:r>
                    <a:rPr lang="en-US" altLang="zh-CN" sz="1000" dirty="0">
                      <a:latin typeface="NimbusRomDOT-Reg"/>
                    </a:rPr>
                    <a:t>22 Einstein Physics 95000</a:t>
                  </a:r>
                  <a:endParaRPr lang="zh-CN" altLang="en-US" sz="1000" dirty="0"/>
                </a:p>
              </p:txBody>
            </p:sp>
            <p:sp>
              <p:nvSpPr>
                <p:cNvPr id="30" name="矩形 29">
                  <a:extLst>
                    <a:ext uri="{FF2B5EF4-FFF2-40B4-BE49-F238E27FC236}">
                      <a16:creationId xmlns:a16="http://schemas.microsoft.com/office/drawing/2014/main" id="{7FE25F22-F739-4B93-A9AD-D18CD996893C}"/>
                    </a:ext>
                  </a:extLst>
                </p:cNvPr>
                <p:cNvSpPr/>
                <p:nvPr/>
              </p:nvSpPr>
              <p:spPr>
                <a:xfrm>
                  <a:off x="9376396" y="4380247"/>
                  <a:ext cx="1167555" cy="226591"/>
                </a:xfrm>
                <a:prstGeom prst="rect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3"/>
                </a:lnRef>
                <a:fillRef idx="2">
                  <a:schemeClr val="accent3"/>
                </a:fillRef>
                <a:effectRef idx="1">
                  <a:schemeClr val="accent3"/>
                </a:effectRef>
                <a:fontRef idx="minor">
                  <a:schemeClr val="dk1"/>
                </a:fontRef>
              </p:style>
              <p:txBody>
                <a:bodyPr wrap="none" lIns="36000" tIns="36000" rIns="36000" bIns="36000">
                  <a:spAutoFit/>
                </a:bodyPr>
                <a:lstStyle/>
                <a:p>
                  <a:r>
                    <a:rPr lang="en-US" altLang="zh-CN" sz="1000" dirty="0">
                      <a:latin typeface="NimbusRomDOT-Reg"/>
                    </a:rPr>
                    <a:t>El Said History 60000</a:t>
                  </a:r>
                  <a:endParaRPr lang="zh-CN" altLang="en-US" sz="1000" dirty="0"/>
                </a:p>
              </p:txBody>
            </p:sp>
            <p:sp>
              <p:nvSpPr>
                <p:cNvPr id="31" name="矩形 30">
                  <a:extLst>
                    <a:ext uri="{FF2B5EF4-FFF2-40B4-BE49-F238E27FC236}">
                      <a16:creationId xmlns:a16="http://schemas.microsoft.com/office/drawing/2014/main" id="{15F40F12-B56F-4BAF-87E8-3C878C9908AC}"/>
                    </a:ext>
                  </a:extLst>
                </p:cNvPr>
                <p:cNvSpPr/>
                <p:nvPr/>
              </p:nvSpPr>
              <p:spPr>
                <a:xfrm>
                  <a:off x="10510486" y="4379447"/>
                  <a:ext cx="269873" cy="226591"/>
                </a:xfrm>
                <a:prstGeom prst="rect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3"/>
                </a:lnRef>
                <a:fillRef idx="2">
                  <a:schemeClr val="accent3"/>
                </a:fillRef>
                <a:effectRef idx="1">
                  <a:schemeClr val="accent3"/>
                </a:effectRef>
                <a:fontRef idx="minor">
                  <a:schemeClr val="dk1"/>
                </a:fontRef>
              </p:style>
              <p:txBody>
                <a:bodyPr wrap="none" lIns="36000" tIns="36000" rIns="36000" bIns="36000">
                  <a:spAutoFit/>
                </a:bodyPr>
                <a:lstStyle/>
                <a:p>
                  <a:r>
                    <a:rPr lang="en-US" altLang="zh-CN" sz="1000" dirty="0">
                      <a:latin typeface="NimbusRomDOT-Reg"/>
                    </a:rPr>
                    <a:t>222</a:t>
                  </a:r>
                  <a:endParaRPr lang="zh-CN" altLang="en-US" sz="1000" dirty="0"/>
                </a:p>
              </p:txBody>
            </p:sp>
            <p:sp>
              <p:nvSpPr>
                <p:cNvPr id="32" name="矩形 31">
                  <a:extLst>
                    <a:ext uri="{FF2B5EF4-FFF2-40B4-BE49-F238E27FC236}">
                      <a16:creationId xmlns:a16="http://schemas.microsoft.com/office/drawing/2014/main" id="{78794201-4761-4FBB-BDEA-F24C9F2B9D54}"/>
                    </a:ext>
                  </a:extLst>
                </p:cNvPr>
                <p:cNvSpPr/>
                <p:nvPr/>
              </p:nvSpPr>
              <p:spPr>
                <a:xfrm>
                  <a:off x="9376077" y="4156011"/>
                  <a:ext cx="996033" cy="226591"/>
                </a:xfrm>
                <a:prstGeom prst="rect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3"/>
                </a:lnRef>
                <a:fillRef idx="2">
                  <a:schemeClr val="accent3"/>
                </a:fillRef>
                <a:effectRef idx="1">
                  <a:schemeClr val="accent3"/>
                </a:effectRef>
                <a:fontRef idx="minor">
                  <a:schemeClr val="dk1"/>
                </a:fontRef>
              </p:style>
              <p:txBody>
                <a:bodyPr wrap="none" lIns="36000" tIns="36000" rIns="36000" bIns="36000">
                  <a:spAutoFit/>
                </a:bodyPr>
                <a:lstStyle/>
                <a:p>
                  <a:r>
                    <a:rPr lang="en-US" altLang="zh-CN" sz="1000" dirty="0">
                      <a:latin typeface="NimbusRomDOT-Reg"/>
                    </a:rPr>
                    <a:t>old Physics 87000</a:t>
                  </a:r>
                  <a:endParaRPr lang="zh-CN" altLang="en-US" sz="1000" dirty="0"/>
                </a:p>
              </p:txBody>
            </p:sp>
            <p:sp>
              <p:nvSpPr>
                <p:cNvPr id="33" name="矩形 32">
                  <a:extLst>
                    <a:ext uri="{FF2B5EF4-FFF2-40B4-BE49-F238E27FC236}">
                      <a16:creationId xmlns:a16="http://schemas.microsoft.com/office/drawing/2014/main" id="{D7F5B013-946C-4800-8FF8-D23A9CFB7B38}"/>
                    </a:ext>
                  </a:extLst>
                </p:cNvPr>
                <p:cNvSpPr/>
                <p:nvPr/>
              </p:nvSpPr>
              <p:spPr>
                <a:xfrm>
                  <a:off x="10270036" y="3932399"/>
                  <a:ext cx="510323" cy="226591"/>
                </a:xfrm>
                <a:prstGeom prst="rect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3"/>
                </a:lnRef>
                <a:fillRef idx="2">
                  <a:schemeClr val="accent3"/>
                </a:fillRef>
                <a:effectRef idx="1">
                  <a:schemeClr val="accent3"/>
                </a:effectRef>
                <a:fontRef idx="minor">
                  <a:schemeClr val="dk1"/>
                </a:fontRef>
              </p:style>
              <p:txBody>
                <a:bodyPr wrap="none" lIns="36000" tIns="36000" rIns="36000" bIns="36000">
                  <a:spAutoFit/>
                </a:bodyPr>
                <a:lstStyle/>
                <a:p>
                  <a:r>
                    <a:rPr lang="en-US" altLang="zh-CN" sz="1000" dirty="0">
                      <a:latin typeface="NimbusRomDOT-Reg"/>
                    </a:rPr>
                    <a:t>33456 G</a:t>
                  </a:r>
                  <a:endParaRPr lang="zh-CN" altLang="en-US" sz="1000" dirty="0"/>
                </a:p>
              </p:txBody>
            </p:sp>
            <p:sp>
              <p:nvSpPr>
                <p:cNvPr id="34" name="矩形 33">
                  <a:extLst>
                    <a:ext uri="{FF2B5EF4-FFF2-40B4-BE49-F238E27FC236}">
                      <a16:creationId xmlns:a16="http://schemas.microsoft.com/office/drawing/2014/main" id="{DC471996-EC2D-46AC-9000-786AEFA301F4}"/>
                    </a:ext>
                  </a:extLst>
                </p:cNvPr>
                <p:cNvSpPr/>
                <p:nvPr/>
              </p:nvSpPr>
              <p:spPr>
                <a:xfrm>
                  <a:off x="10379040" y="4156161"/>
                  <a:ext cx="401319" cy="226591"/>
                </a:xfrm>
                <a:prstGeom prst="rect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3"/>
                </a:lnRef>
                <a:fillRef idx="2">
                  <a:schemeClr val="accent3"/>
                </a:fillRef>
                <a:effectRef idx="1">
                  <a:schemeClr val="accent3"/>
                </a:effectRef>
                <a:fontRef idx="minor">
                  <a:schemeClr val="dk1"/>
                </a:fontRef>
              </p:style>
              <p:txBody>
                <a:bodyPr wrap="square" lIns="36000" tIns="36000" rIns="36000" bIns="36000">
                  <a:spAutoFit/>
                </a:bodyPr>
                <a:lstStyle/>
                <a:p>
                  <a:r>
                    <a:rPr lang="en-US" altLang="zh-CN" sz="1000" dirty="0">
                      <a:latin typeface="NimbusRomDOT-Reg"/>
                    </a:rPr>
                    <a:t>32343</a:t>
                  </a:r>
                  <a:endParaRPr lang="zh-CN" altLang="en-US" sz="1000" dirty="0"/>
                </a:p>
              </p:txBody>
            </p:sp>
            <p:cxnSp>
              <p:nvCxnSpPr>
                <p:cNvPr id="35" name="直接箭头连接符 79">
                  <a:extLst>
                    <a:ext uri="{FF2B5EF4-FFF2-40B4-BE49-F238E27FC236}">
                      <a16:creationId xmlns:a16="http://schemas.microsoft.com/office/drawing/2014/main" id="{95567748-81F1-4130-ADF1-751993C8321D}"/>
                    </a:ext>
                  </a:extLst>
                </p:cNvPr>
                <p:cNvCxnSpPr>
                  <a:cxnSpLocks/>
                  <a:stCxn id="25" idx="2"/>
                  <a:endCxn id="31" idx="1"/>
                </p:cNvCxnSpPr>
                <p:nvPr/>
              </p:nvCxnSpPr>
              <p:spPr>
                <a:xfrm rot="16200000" flipH="1">
                  <a:off x="9750113" y="3732370"/>
                  <a:ext cx="593694" cy="927052"/>
                </a:xfrm>
                <a:prstGeom prst="curvedConnector2">
                  <a:avLst/>
                </a:prstGeom>
                <a:ln w="12700">
                  <a:solidFill>
                    <a:srgbClr val="FF0000"/>
                  </a:solidFill>
                  <a:headEnd type="oval"/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6" name="直接箭头连接符 79">
                  <a:extLst>
                    <a:ext uri="{FF2B5EF4-FFF2-40B4-BE49-F238E27FC236}">
                      <a16:creationId xmlns:a16="http://schemas.microsoft.com/office/drawing/2014/main" id="{5A39F601-A0D8-49A7-88E7-B65A43EC66DF}"/>
                    </a:ext>
                  </a:extLst>
                </p:cNvPr>
                <p:cNvCxnSpPr>
                  <a:cxnSpLocks/>
                  <a:stCxn id="26" idx="2"/>
                  <a:endCxn id="34" idx="1"/>
                </p:cNvCxnSpPr>
                <p:nvPr/>
              </p:nvCxnSpPr>
              <p:spPr>
                <a:xfrm rot="16200000" flipH="1">
                  <a:off x="9840232" y="3730649"/>
                  <a:ext cx="370408" cy="707207"/>
                </a:xfrm>
                <a:prstGeom prst="curvedConnector2">
                  <a:avLst/>
                </a:prstGeom>
                <a:ln w="12700">
                  <a:solidFill>
                    <a:srgbClr val="FF0000"/>
                  </a:solidFill>
                  <a:headEnd type="oval"/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7" name="组合 36">
                <a:extLst>
                  <a:ext uri="{FF2B5EF4-FFF2-40B4-BE49-F238E27FC236}">
                    <a16:creationId xmlns:a16="http://schemas.microsoft.com/office/drawing/2014/main" id="{FE769849-0C2A-44DA-B42E-9A0431D9D3CD}"/>
                  </a:ext>
                </a:extLst>
              </p:cNvPr>
              <p:cNvGrpSpPr/>
              <p:nvPr/>
            </p:nvGrpSpPr>
            <p:grpSpPr>
              <a:xfrm>
                <a:off x="7682821" y="2914149"/>
                <a:ext cx="1525024" cy="1280528"/>
                <a:chOff x="9305290" y="2113300"/>
                <a:chExt cx="1525024" cy="1280528"/>
              </a:xfrm>
            </p:grpSpPr>
            <p:sp>
              <p:nvSpPr>
                <p:cNvPr id="38" name="矩形 37">
                  <a:extLst>
                    <a:ext uri="{FF2B5EF4-FFF2-40B4-BE49-F238E27FC236}">
                      <a16:creationId xmlns:a16="http://schemas.microsoft.com/office/drawing/2014/main" id="{2F0FE488-CB9E-4819-AD3B-91E608A41819}"/>
                    </a:ext>
                  </a:extLst>
                </p:cNvPr>
                <p:cNvSpPr/>
                <p:nvPr/>
              </p:nvSpPr>
              <p:spPr>
                <a:xfrm>
                  <a:off x="9305290" y="2113300"/>
                  <a:ext cx="1525024" cy="1280528"/>
                </a:xfrm>
                <a:prstGeom prst="rect">
                  <a:avLst/>
                </a:prstGeom>
              </p:spPr>
              <p:style>
                <a:lnRef idx="1">
                  <a:schemeClr val="accent5"/>
                </a:lnRef>
                <a:fillRef idx="2">
                  <a:schemeClr val="accent5"/>
                </a:fillRef>
                <a:effectRef idx="1">
                  <a:schemeClr val="accent5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9" name="矩形 38">
                  <a:extLst>
                    <a:ext uri="{FF2B5EF4-FFF2-40B4-BE49-F238E27FC236}">
                      <a16:creationId xmlns:a16="http://schemas.microsoft.com/office/drawing/2014/main" id="{D7BCE38A-9F7B-4E48-9AAC-15DE72EA1B74}"/>
                    </a:ext>
                  </a:extLst>
                </p:cNvPr>
                <p:cNvSpPr/>
                <p:nvPr/>
              </p:nvSpPr>
              <p:spPr>
                <a:xfrm>
                  <a:off x="9356586" y="2910531"/>
                  <a:ext cx="928707" cy="226591"/>
                </a:xfrm>
                <a:prstGeom prst="rect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3"/>
                </a:lnRef>
                <a:fillRef idx="2">
                  <a:schemeClr val="accent3"/>
                </a:fillRef>
                <a:effectRef idx="1">
                  <a:schemeClr val="accent3"/>
                </a:effectRef>
                <a:fontRef idx="minor">
                  <a:schemeClr val="dk1"/>
                </a:fontRef>
              </p:style>
              <p:txBody>
                <a:bodyPr wrap="none" lIns="36000" tIns="36000" rIns="36000" bIns="36000">
                  <a:spAutoFit/>
                </a:bodyPr>
                <a:lstStyle/>
                <a:p>
                  <a:r>
                    <a:rPr lang="en-US" altLang="zh-CN" sz="1000" dirty="0">
                      <a:latin typeface="NimbusRomDOT-Reg"/>
                    </a:rPr>
                    <a:t>u Finance 90000</a:t>
                  </a:r>
                  <a:endParaRPr lang="zh-CN" altLang="en-US" sz="1000" dirty="0"/>
                </a:p>
              </p:txBody>
            </p:sp>
            <p:sp>
              <p:nvSpPr>
                <p:cNvPr id="40" name="矩形 39">
                  <a:extLst>
                    <a:ext uri="{FF2B5EF4-FFF2-40B4-BE49-F238E27FC236}">
                      <a16:creationId xmlns:a16="http://schemas.microsoft.com/office/drawing/2014/main" id="{D675ACCC-6A2D-4412-9CA9-A40FFAC098B2}"/>
                    </a:ext>
                  </a:extLst>
                </p:cNvPr>
                <p:cNvSpPr/>
                <p:nvPr/>
              </p:nvSpPr>
              <p:spPr>
                <a:xfrm>
                  <a:off x="9356344" y="2688651"/>
                  <a:ext cx="917486" cy="226591"/>
                </a:xfrm>
                <a:prstGeom prst="rect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3"/>
                </a:lnRef>
                <a:fillRef idx="2">
                  <a:schemeClr val="accent3"/>
                </a:fillRef>
                <a:effectRef idx="1">
                  <a:schemeClr val="accent3"/>
                </a:effectRef>
                <a:fontRef idx="minor">
                  <a:schemeClr val="dk1"/>
                </a:fontRef>
              </p:style>
              <p:txBody>
                <a:bodyPr wrap="none" lIns="36000" tIns="36000" rIns="36000" bIns="36000">
                  <a:spAutoFit/>
                </a:bodyPr>
                <a:lstStyle/>
                <a:p>
                  <a:r>
                    <a:rPr lang="en-US" altLang="zh-CN" sz="1000" dirty="0">
                      <a:latin typeface="NimbusRomDOT-Reg"/>
                    </a:rPr>
                    <a:t>art Music 40000</a:t>
                  </a:r>
                  <a:endParaRPr lang="zh-CN" altLang="en-US" sz="1000" dirty="0"/>
                </a:p>
              </p:txBody>
            </p:sp>
            <p:sp>
              <p:nvSpPr>
                <p:cNvPr id="41" name="矩形 40">
                  <a:extLst>
                    <a:ext uri="{FF2B5EF4-FFF2-40B4-BE49-F238E27FC236}">
                      <a16:creationId xmlns:a16="http://schemas.microsoft.com/office/drawing/2014/main" id="{729161B2-9A89-4C88-8FD6-997435B9FAC8}"/>
                    </a:ext>
                  </a:extLst>
                </p:cNvPr>
                <p:cNvSpPr/>
                <p:nvPr/>
              </p:nvSpPr>
              <p:spPr>
                <a:xfrm>
                  <a:off x="9356586" y="3137122"/>
                  <a:ext cx="1422432" cy="226591"/>
                </a:xfrm>
                <a:prstGeom prst="rect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3"/>
                </a:lnRef>
                <a:fillRef idx="2">
                  <a:schemeClr val="accent3"/>
                </a:fillRef>
                <a:effectRef idx="1">
                  <a:schemeClr val="accent3"/>
                </a:effectRef>
                <a:fontRef idx="minor">
                  <a:schemeClr val="dk1"/>
                </a:fontRef>
              </p:style>
              <p:txBody>
                <a:bodyPr wrap="none" lIns="36000" tIns="36000" rIns="36000" bIns="36000">
                  <a:spAutoFit/>
                </a:bodyPr>
                <a:lstStyle/>
                <a:p>
                  <a:r>
                    <a:rPr lang="it-IT" altLang="zh-CN" sz="1000" dirty="0">
                      <a:latin typeface="NimbusRomDOT-Reg"/>
                    </a:rPr>
                    <a:t>inivasan Comp. Sci. 65000</a:t>
                  </a:r>
                  <a:endParaRPr lang="zh-CN" altLang="en-US" sz="1000" dirty="0"/>
                </a:p>
              </p:txBody>
            </p:sp>
            <p:sp>
              <p:nvSpPr>
                <p:cNvPr id="42" name="矩形 41">
                  <a:extLst>
                    <a:ext uri="{FF2B5EF4-FFF2-40B4-BE49-F238E27FC236}">
                      <a16:creationId xmlns:a16="http://schemas.microsoft.com/office/drawing/2014/main" id="{0F347B5E-EB45-4D2D-A98B-F2241FBFF715}"/>
                    </a:ext>
                  </a:extLst>
                </p:cNvPr>
                <p:cNvSpPr/>
                <p:nvPr/>
              </p:nvSpPr>
              <p:spPr>
                <a:xfrm>
                  <a:off x="10244650" y="2910531"/>
                  <a:ext cx="534368" cy="226591"/>
                </a:xfrm>
                <a:prstGeom prst="rect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3"/>
                </a:lnRef>
                <a:fillRef idx="2">
                  <a:schemeClr val="accent3"/>
                </a:fillRef>
                <a:effectRef idx="1">
                  <a:schemeClr val="accent3"/>
                </a:effectRef>
                <a:fontRef idx="minor">
                  <a:schemeClr val="dk1"/>
                </a:fontRef>
              </p:style>
              <p:txBody>
                <a:bodyPr wrap="none" lIns="36000" tIns="36000" rIns="36000" bIns="36000">
                  <a:spAutoFit/>
                </a:bodyPr>
                <a:lstStyle/>
                <a:p>
                  <a:r>
                    <a:rPr lang="it-IT" altLang="zh-CN" sz="1000" dirty="0">
                      <a:latin typeface="NimbusRomDOT-Reg"/>
                    </a:rPr>
                    <a:t>10101 Sr</a:t>
                  </a:r>
                  <a:endParaRPr lang="zh-CN" altLang="en-US" sz="1000" dirty="0"/>
                </a:p>
              </p:txBody>
            </p:sp>
            <p:sp>
              <p:nvSpPr>
                <p:cNvPr id="43" name="矩形 42">
                  <a:extLst>
                    <a:ext uri="{FF2B5EF4-FFF2-40B4-BE49-F238E27FC236}">
                      <a16:creationId xmlns:a16="http://schemas.microsoft.com/office/drawing/2014/main" id="{0541486A-29E3-414F-842C-E215DDE14DBB}"/>
                    </a:ext>
                  </a:extLst>
                </p:cNvPr>
                <p:cNvSpPr/>
                <p:nvPr/>
              </p:nvSpPr>
              <p:spPr>
                <a:xfrm>
                  <a:off x="10239841" y="2688652"/>
                  <a:ext cx="543986" cy="226591"/>
                </a:xfrm>
                <a:prstGeom prst="rect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3"/>
                </a:lnRef>
                <a:fillRef idx="2">
                  <a:schemeClr val="accent3"/>
                </a:fillRef>
                <a:effectRef idx="1">
                  <a:schemeClr val="accent3"/>
                </a:effectRef>
                <a:fontRef idx="minor">
                  <a:schemeClr val="dk1"/>
                </a:fontRef>
              </p:style>
              <p:txBody>
                <a:bodyPr wrap="none" lIns="36000" tIns="36000" rIns="36000" bIns="36000">
                  <a:spAutoFit/>
                </a:bodyPr>
                <a:lstStyle/>
                <a:p>
                  <a:r>
                    <a:rPr lang="en-US" altLang="zh-CN" sz="1000" dirty="0">
                      <a:latin typeface="NimbusRomDOT-Reg"/>
                    </a:rPr>
                    <a:t>12121 W</a:t>
                  </a:r>
                  <a:endParaRPr lang="zh-CN" altLang="en-US" sz="1000" dirty="0"/>
                </a:p>
              </p:txBody>
            </p:sp>
            <p:sp>
              <p:nvSpPr>
                <p:cNvPr id="44" name="矩形 43">
                  <a:extLst>
                    <a:ext uri="{FF2B5EF4-FFF2-40B4-BE49-F238E27FC236}">
                      <a16:creationId xmlns:a16="http://schemas.microsoft.com/office/drawing/2014/main" id="{2A75D671-B7BE-4C62-A548-BCC6879FE34C}"/>
                    </a:ext>
                  </a:extLst>
                </p:cNvPr>
                <p:cNvSpPr/>
                <p:nvPr/>
              </p:nvSpPr>
              <p:spPr>
                <a:xfrm>
                  <a:off x="10126534" y="2462061"/>
                  <a:ext cx="657800" cy="226591"/>
                </a:xfrm>
                <a:prstGeom prst="rect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3"/>
                </a:lnRef>
                <a:fillRef idx="2">
                  <a:schemeClr val="accent3"/>
                </a:fillRef>
                <a:effectRef idx="1">
                  <a:schemeClr val="accent3"/>
                </a:effectRef>
                <a:fontRef idx="minor">
                  <a:schemeClr val="dk1"/>
                </a:fontRef>
              </p:style>
              <p:txBody>
                <a:bodyPr wrap="none" lIns="36000" tIns="36000" rIns="36000" bIns="36000">
                  <a:spAutoFit/>
                </a:bodyPr>
                <a:lstStyle/>
                <a:p>
                  <a:r>
                    <a:rPr lang="en-US" altLang="zh-CN" sz="1000" dirty="0">
                      <a:latin typeface="NimbusRomDOT-Reg"/>
                    </a:rPr>
                    <a:t>15151 </a:t>
                  </a:r>
                  <a:r>
                    <a:rPr lang="en-US" altLang="zh-CN" sz="1000" dirty="0" err="1">
                      <a:latin typeface="NimbusRomDOT-Reg"/>
                    </a:rPr>
                    <a:t>Moz</a:t>
                  </a:r>
                  <a:endParaRPr lang="zh-CN" altLang="en-US" sz="1000" dirty="0"/>
                </a:p>
              </p:txBody>
            </p:sp>
            <p:sp>
              <p:nvSpPr>
                <p:cNvPr id="45" name="矩形 44">
                  <a:extLst>
                    <a:ext uri="{FF2B5EF4-FFF2-40B4-BE49-F238E27FC236}">
                      <a16:creationId xmlns:a16="http://schemas.microsoft.com/office/drawing/2014/main" id="{D1846043-6707-4323-8471-C9F867707365}"/>
                    </a:ext>
                  </a:extLst>
                </p:cNvPr>
                <p:cNvSpPr/>
                <p:nvPr/>
              </p:nvSpPr>
              <p:spPr>
                <a:xfrm>
                  <a:off x="9356344" y="2180798"/>
                  <a:ext cx="176036" cy="217300"/>
                </a:xfrm>
                <a:prstGeom prst="rect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3"/>
                </a:lnRef>
                <a:fillRef idx="2">
                  <a:schemeClr val="accent3"/>
                </a:fillRef>
                <a:effectRef idx="1">
                  <a:schemeClr val="accent3"/>
                </a:effectRef>
                <a:fontRef idx="minor">
                  <a:schemeClr val="dk1"/>
                </a:fontRef>
              </p:style>
              <p:txBody>
                <a:bodyPr wrap="square" lIns="36000" tIns="36000" rIns="36000" bIns="36000">
                  <a:spAutoFit/>
                </a:bodyPr>
                <a:lstStyle/>
                <a:p>
                  <a:endParaRPr lang="zh-CN" altLang="en-US" sz="1000" dirty="0"/>
                </a:p>
              </p:txBody>
            </p:sp>
            <p:sp>
              <p:nvSpPr>
                <p:cNvPr id="46" name="矩形 45">
                  <a:extLst>
                    <a:ext uri="{FF2B5EF4-FFF2-40B4-BE49-F238E27FC236}">
                      <a16:creationId xmlns:a16="http://schemas.microsoft.com/office/drawing/2014/main" id="{C499B0F3-8812-4548-A3FF-06F9CF0A9672}"/>
                    </a:ext>
                  </a:extLst>
                </p:cNvPr>
                <p:cNvSpPr/>
                <p:nvPr/>
              </p:nvSpPr>
              <p:spPr>
                <a:xfrm>
                  <a:off x="9546089" y="2180798"/>
                  <a:ext cx="74690" cy="217300"/>
                </a:xfrm>
                <a:prstGeom prst="rect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3"/>
                </a:lnRef>
                <a:fillRef idx="2">
                  <a:schemeClr val="accent3"/>
                </a:fillRef>
                <a:effectRef idx="1">
                  <a:schemeClr val="accent3"/>
                </a:effectRef>
                <a:fontRef idx="minor">
                  <a:schemeClr val="dk1"/>
                </a:fontRef>
              </p:style>
              <p:txBody>
                <a:bodyPr wrap="square" lIns="36000" tIns="36000" rIns="36000" bIns="36000">
                  <a:spAutoFit/>
                </a:bodyPr>
                <a:lstStyle/>
                <a:p>
                  <a:endParaRPr lang="zh-CN" altLang="en-US" sz="1000" dirty="0"/>
                </a:p>
              </p:txBody>
            </p:sp>
            <p:sp>
              <p:nvSpPr>
                <p:cNvPr id="47" name="矩形 46">
                  <a:extLst>
                    <a:ext uri="{FF2B5EF4-FFF2-40B4-BE49-F238E27FC236}">
                      <a16:creationId xmlns:a16="http://schemas.microsoft.com/office/drawing/2014/main" id="{7D5D3E86-AE65-4998-BEBC-820EE1F26B70}"/>
                    </a:ext>
                  </a:extLst>
                </p:cNvPr>
                <p:cNvSpPr/>
                <p:nvPr/>
              </p:nvSpPr>
              <p:spPr>
                <a:xfrm>
                  <a:off x="9634488" y="2180798"/>
                  <a:ext cx="74690" cy="217300"/>
                </a:xfrm>
                <a:prstGeom prst="rect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3"/>
                </a:lnRef>
                <a:fillRef idx="2">
                  <a:schemeClr val="accent3"/>
                </a:fillRef>
                <a:effectRef idx="1">
                  <a:schemeClr val="accent3"/>
                </a:effectRef>
                <a:fontRef idx="minor">
                  <a:schemeClr val="dk1"/>
                </a:fontRef>
              </p:style>
              <p:txBody>
                <a:bodyPr wrap="square" lIns="36000" tIns="36000" rIns="36000" bIns="36000">
                  <a:spAutoFit/>
                </a:bodyPr>
                <a:lstStyle/>
                <a:p>
                  <a:endParaRPr lang="zh-CN" altLang="en-US" sz="1000" dirty="0"/>
                </a:p>
              </p:txBody>
            </p:sp>
            <p:sp>
              <p:nvSpPr>
                <p:cNvPr id="48" name="矩形 47">
                  <a:extLst>
                    <a:ext uri="{FF2B5EF4-FFF2-40B4-BE49-F238E27FC236}">
                      <a16:creationId xmlns:a16="http://schemas.microsoft.com/office/drawing/2014/main" id="{40536556-F48B-460F-87E1-F46A9850FADC}"/>
                    </a:ext>
                  </a:extLst>
                </p:cNvPr>
                <p:cNvSpPr/>
                <p:nvPr/>
              </p:nvSpPr>
              <p:spPr>
                <a:xfrm>
                  <a:off x="9722887" y="2180798"/>
                  <a:ext cx="74690" cy="217300"/>
                </a:xfrm>
                <a:prstGeom prst="rect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3"/>
                </a:lnRef>
                <a:fillRef idx="2">
                  <a:schemeClr val="accent3"/>
                </a:fillRef>
                <a:effectRef idx="1">
                  <a:schemeClr val="accent3"/>
                </a:effectRef>
                <a:fontRef idx="minor">
                  <a:schemeClr val="dk1"/>
                </a:fontRef>
              </p:style>
              <p:txBody>
                <a:bodyPr wrap="square" lIns="36000" tIns="36000" rIns="36000" bIns="36000">
                  <a:spAutoFit/>
                </a:bodyPr>
                <a:lstStyle/>
                <a:p>
                  <a:endParaRPr lang="zh-CN" altLang="en-US" sz="1000" dirty="0"/>
                </a:p>
              </p:txBody>
            </p:sp>
            <p:cxnSp>
              <p:nvCxnSpPr>
                <p:cNvPr id="49" name="直接箭头连接符 79">
                  <a:extLst>
                    <a:ext uri="{FF2B5EF4-FFF2-40B4-BE49-F238E27FC236}">
                      <a16:creationId xmlns:a16="http://schemas.microsoft.com/office/drawing/2014/main" id="{F4B50280-0167-495A-9FB9-95AC000563E6}"/>
                    </a:ext>
                  </a:extLst>
                </p:cNvPr>
                <p:cNvCxnSpPr>
                  <a:stCxn id="46" idx="2"/>
                  <a:endCxn id="42" idx="1"/>
                </p:cNvCxnSpPr>
                <p:nvPr/>
              </p:nvCxnSpPr>
              <p:spPr>
                <a:xfrm rot="16200000" flipH="1">
                  <a:off x="9601178" y="2380354"/>
                  <a:ext cx="625729" cy="661216"/>
                </a:xfrm>
                <a:prstGeom prst="curvedConnector2">
                  <a:avLst/>
                </a:prstGeom>
                <a:ln w="12700">
                  <a:solidFill>
                    <a:srgbClr val="FF0000"/>
                  </a:solidFill>
                  <a:headEnd type="oval"/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0" name="直接箭头连接符 79">
                  <a:extLst>
                    <a:ext uri="{FF2B5EF4-FFF2-40B4-BE49-F238E27FC236}">
                      <a16:creationId xmlns:a16="http://schemas.microsoft.com/office/drawing/2014/main" id="{9EE68CBE-2537-498B-9707-74BDE203E9DC}"/>
                    </a:ext>
                  </a:extLst>
                </p:cNvPr>
                <p:cNvCxnSpPr>
                  <a:cxnSpLocks/>
                  <a:stCxn id="47" idx="2"/>
                  <a:endCxn id="43" idx="1"/>
                </p:cNvCxnSpPr>
                <p:nvPr/>
              </p:nvCxnSpPr>
              <p:spPr>
                <a:xfrm rot="16200000" flipH="1">
                  <a:off x="9753912" y="2316019"/>
                  <a:ext cx="403850" cy="568008"/>
                </a:xfrm>
                <a:prstGeom prst="curvedConnector2">
                  <a:avLst/>
                </a:prstGeom>
                <a:ln w="12700">
                  <a:solidFill>
                    <a:srgbClr val="FF0000"/>
                  </a:solidFill>
                  <a:headEnd type="oval"/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1" name="直接箭头连接符 79">
                  <a:extLst>
                    <a:ext uri="{FF2B5EF4-FFF2-40B4-BE49-F238E27FC236}">
                      <a16:creationId xmlns:a16="http://schemas.microsoft.com/office/drawing/2014/main" id="{F6F43287-5441-4990-BA0D-6325DC56D210}"/>
                    </a:ext>
                  </a:extLst>
                </p:cNvPr>
                <p:cNvCxnSpPr>
                  <a:cxnSpLocks/>
                  <a:stCxn id="48" idx="2"/>
                  <a:endCxn id="44" idx="1"/>
                </p:cNvCxnSpPr>
                <p:nvPr/>
              </p:nvCxnSpPr>
              <p:spPr>
                <a:xfrm rot="16200000" flipH="1">
                  <a:off x="9854754" y="2303576"/>
                  <a:ext cx="177259" cy="366302"/>
                </a:xfrm>
                <a:prstGeom prst="curvedConnector2">
                  <a:avLst/>
                </a:prstGeom>
                <a:ln w="12700">
                  <a:solidFill>
                    <a:srgbClr val="FF0000"/>
                  </a:solidFill>
                  <a:headEnd type="oval"/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54" name="矩形 53">
                <a:extLst>
                  <a:ext uri="{FF2B5EF4-FFF2-40B4-BE49-F238E27FC236}">
                    <a16:creationId xmlns:a16="http://schemas.microsoft.com/office/drawing/2014/main" id="{9D76ADCF-38E9-4E57-BC9D-6EF472880C10}"/>
                  </a:ext>
                </a:extLst>
              </p:cNvPr>
              <p:cNvSpPr/>
              <p:nvPr/>
            </p:nvSpPr>
            <p:spPr>
              <a:xfrm>
                <a:off x="7680429" y="2914149"/>
                <a:ext cx="1525024" cy="1280528"/>
              </a:xfrm>
              <a:prstGeom prst="rect">
                <a:avLst/>
              </a:prstGeom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5" name="矩形 54">
                <a:extLst>
                  <a:ext uri="{FF2B5EF4-FFF2-40B4-BE49-F238E27FC236}">
                    <a16:creationId xmlns:a16="http://schemas.microsoft.com/office/drawing/2014/main" id="{4D2E076B-1984-4DE6-9AF0-8CAD00343DB3}"/>
                  </a:ext>
                </a:extLst>
              </p:cNvPr>
              <p:cNvSpPr/>
              <p:nvPr/>
            </p:nvSpPr>
            <p:spPr>
              <a:xfrm>
                <a:off x="7731725" y="3711380"/>
                <a:ext cx="928707" cy="226591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none" lIns="36000" tIns="36000" rIns="36000" bIns="36000">
                <a:spAutoFit/>
              </a:bodyPr>
              <a:lstStyle/>
              <a:p>
                <a:r>
                  <a:rPr lang="en-US" altLang="zh-CN" sz="1000" dirty="0">
                    <a:latin typeface="NimbusRomDOT-Reg"/>
                  </a:rPr>
                  <a:t>u Finance 90000</a:t>
                </a:r>
                <a:endParaRPr lang="zh-CN" altLang="en-US" sz="1000" dirty="0"/>
              </a:p>
            </p:txBody>
          </p:sp>
          <p:sp>
            <p:nvSpPr>
              <p:cNvPr id="56" name="矩形 55">
                <a:extLst>
                  <a:ext uri="{FF2B5EF4-FFF2-40B4-BE49-F238E27FC236}">
                    <a16:creationId xmlns:a16="http://schemas.microsoft.com/office/drawing/2014/main" id="{20557892-2C7A-4491-80CC-EB3AC5134C28}"/>
                  </a:ext>
                </a:extLst>
              </p:cNvPr>
              <p:cNvSpPr/>
              <p:nvPr/>
            </p:nvSpPr>
            <p:spPr>
              <a:xfrm>
                <a:off x="7731483" y="3489500"/>
                <a:ext cx="917486" cy="226591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none" lIns="36000" tIns="36000" rIns="36000" bIns="36000">
                <a:spAutoFit/>
              </a:bodyPr>
              <a:lstStyle/>
              <a:p>
                <a:r>
                  <a:rPr lang="en-US" altLang="zh-CN" sz="1000" dirty="0">
                    <a:latin typeface="NimbusRomDOT-Reg"/>
                  </a:rPr>
                  <a:t>art Music 40000</a:t>
                </a:r>
                <a:endParaRPr lang="zh-CN" altLang="en-US" sz="1000" dirty="0"/>
              </a:p>
            </p:txBody>
          </p:sp>
          <p:sp>
            <p:nvSpPr>
              <p:cNvPr id="57" name="矩形 56">
                <a:extLst>
                  <a:ext uri="{FF2B5EF4-FFF2-40B4-BE49-F238E27FC236}">
                    <a16:creationId xmlns:a16="http://schemas.microsoft.com/office/drawing/2014/main" id="{67133FCA-98B4-4624-9457-D94C54F5B31A}"/>
                  </a:ext>
                </a:extLst>
              </p:cNvPr>
              <p:cNvSpPr/>
              <p:nvPr/>
            </p:nvSpPr>
            <p:spPr>
              <a:xfrm>
                <a:off x="7731725" y="3937971"/>
                <a:ext cx="1422432" cy="226591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none" lIns="36000" tIns="36000" rIns="36000" bIns="36000">
                <a:spAutoFit/>
              </a:bodyPr>
              <a:lstStyle/>
              <a:p>
                <a:r>
                  <a:rPr lang="it-IT" altLang="zh-CN" sz="1000" dirty="0">
                    <a:latin typeface="NimbusRomDOT-Reg"/>
                  </a:rPr>
                  <a:t>inivasan Comp. Sci. 65000</a:t>
                </a:r>
                <a:endParaRPr lang="zh-CN" altLang="en-US" sz="1000" dirty="0"/>
              </a:p>
            </p:txBody>
          </p:sp>
          <p:sp>
            <p:nvSpPr>
              <p:cNvPr id="58" name="矩形 57">
                <a:extLst>
                  <a:ext uri="{FF2B5EF4-FFF2-40B4-BE49-F238E27FC236}">
                    <a16:creationId xmlns:a16="http://schemas.microsoft.com/office/drawing/2014/main" id="{3C7B6B06-1CAD-4CD6-9333-7843E5638A20}"/>
                  </a:ext>
                </a:extLst>
              </p:cNvPr>
              <p:cNvSpPr/>
              <p:nvPr/>
            </p:nvSpPr>
            <p:spPr>
              <a:xfrm>
                <a:off x="8619789" y="3711380"/>
                <a:ext cx="534368" cy="226591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none" lIns="36000" tIns="36000" rIns="36000" bIns="36000">
                <a:spAutoFit/>
              </a:bodyPr>
              <a:lstStyle/>
              <a:p>
                <a:r>
                  <a:rPr lang="it-IT" altLang="zh-CN" sz="1000" dirty="0">
                    <a:latin typeface="NimbusRomDOT-Reg"/>
                  </a:rPr>
                  <a:t>10101 Sr</a:t>
                </a:r>
                <a:endParaRPr lang="zh-CN" altLang="en-US" sz="1000" dirty="0"/>
              </a:p>
            </p:txBody>
          </p:sp>
          <p:sp>
            <p:nvSpPr>
              <p:cNvPr id="59" name="矩形 58">
                <a:extLst>
                  <a:ext uri="{FF2B5EF4-FFF2-40B4-BE49-F238E27FC236}">
                    <a16:creationId xmlns:a16="http://schemas.microsoft.com/office/drawing/2014/main" id="{6EEB46FC-76F4-49B7-BBDF-A8EF7A9055A2}"/>
                  </a:ext>
                </a:extLst>
              </p:cNvPr>
              <p:cNvSpPr/>
              <p:nvPr/>
            </p:nvSpPr>
            <p:spPr>
              <a:xfrm>
                <a:off x="8614980" y="3489501"/>
                <a:ext cx="543986" cy="226591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none" lIns="36000" tIns="36000" rIns="36000" bIns="36000">
                <a:spAutoFit/>
              </a:bodyPr>
              <a:lstStyle/>
              <a:p>
                <a:r>
                  <a:rPr lang="en-US" altLang="zh-CN" sz="1000" dirty="0">
                    <a:latin typeface="NimbusRomDOT-Reg"/>
                  </a:rPr>
                  <a:t>12121 W</a:t>
                </a:r>
                <a:endParaRPr lang="zh-CN" altLang="en-US" sz="1000" dirty="0"/>
              </a:p>
            </p:txBody>
          </p:sp>
          <p:sp>
            <p:nvSpPr>
              <p:cNvPr id="60" name="矩形 59">
                <a:extLst>
                  <a:ext uri="{FF2B5EF4-FFF2-40B4-BE49-F238E27FC236}">
                    <a16:creationId xmlns:a16="http://schemas.microsoft.com/office/drawing/2014/main" id="{C4652E06-02D5-4DDE-8621-F9BC266DEB40}"/>
                  </a:ext>
                </a:extLst>
              </p:cNvPr>
              <p:cNvSpPr/>
              <p:nvPr/>
            </p:nvSpPr>
            <p:spPr>
              <a:xfrm>
                <a:off x="8501673" y="3262910"/>
                <a:ext cx="657800" cy="226591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none" lIns="36000" tIns="36000" rIns="36000" bIns="36000">
                <a:spAutoFit/>
              </a:bodyPr>
              <a:lstStyle/>
              <a:p>
                <a:r>
                  <a:rPr lang="en-US" altLang="zh-CN" sz="1000" dirty="0">
                    <a:latin typeface="NimbusRomDOT-Reg"/>
                  </a:rPr>
                  <a:t>15151 </a:t>
                </a:r>
                <a:r>
                  <a:rPr lang="en-US" altLang="zh-CN" sz="1000" dirty="0" err="1">
                    <a:latin typeface="NimbusRomDOT-Reg"/>
                  </a:rPr>
                  <a:t>Moz</a:t>
                </a:r>
                <a:endParaRPr lang="zh-CN" altLang="en-US" sz="1000" dirty="0"/>
              </a:p>
            </p:txBody>
          </p:sp>
          <p:sp>
            <p:nvSpPr>
              <p:cNvPr id="61" name="矩形 60">
                <a:extLst>
                  <a:ext uri="{FF2B5EF4-FFF2-40B4-BE49-F238E27FC236}">
                    <a16:creationId xmlns:a16="http://schemas.microsoft.com/office/drawing/2014/main" id="{C4F97A9C-DE96-4737-92F8-7BF181A7FAAE}"/>
                  </a:ext>
                </a:extLst>
              </p:cNvPr>
              <p:cNvSpPr/>
              <p:nvPr/>
            </p:nvSpPr>
            <p:spPr>
              <a:xfrm>
                <a:off x="7731483" y="2981647"/>
                <a:ext cx="176036" cy="217300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square" lIns="36000" tIns="36000" rIns="36000" bIns="36000">
                <a:spAutoFit/>
              </a:bodyPr>
              <a:lstStyle/>
              <a:p>
                <a:endParaRPr lang="zh-CN" altLang="en-US" sz="1000" dirty="0"/>
              </a:p>
            </p:txBody>
          </p:sp>
          <p:sp>
            <p:nvSpPr>
              <p:cNvPr id="62" name="矩形 61">
                <a:extLst>
                  <a:ext uri="{FF2B5EF4-FFF2-40B4-BE49-F238E27FC236}">
                    <a16:creationId xmlns:a16="http://schemas.microsoft.com/office/drawing/2014/main" id="{F2814C56-C7A1-40E6-9B96-A20D8B877497}"/>
                  </a:ext>
                </a:extLst>
              </p:cNvPr>
              <p:cNvSpPr/>
              <p:nvPr/>
            </p:nvSpPr>
            <p:spPr>
              <a:xfrm>
                <a:off x="7921228" y="2981647"/>
                <a:ext cx="74690" cy="217300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square" lIns="36000" tIns="36000" rIns="36000" bIns="36000">
                <a:spAutoFit/>
              </a:bodyPr>
              <a:lstStyle/>
              <a:p>
                <a:endParaRPr lang="zh-CN" altLang="en-US" sz="1000" dirty="0"/>
              </a:p>
            </p:txBody>
          </p:sp>
          <p:sp>
            <p:nvSpPr>
              <p:cNvPr id="63" name="矩形 62">
                <a:extLst>
                  <a:ext uri="{FF2B5EF4-FFF2-40B4-BE49-F238E27FC236}">
                    <a16:creationId xmlns:a16="http://schemas.microsoft.com/office/drawing/2014/main" id="{11D3E5E6-4130-4423-817D-C0F5B7E76997}"/>
                  </a:ext>
                </a:extLst>
              </p:cNvPr>
              <p:cNvSpPr/>
              <p:nvPr/>
            </p:nvSpPr>
            <p:spPr>
              <a:xfrm>
                <a:off x="8009627" y="2981647"/>
                <a:ext cx="74690" cy="217300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square" lIns="36000" tIns="36000" rIns="36000" bIns="36000">
                <a:spAutoFit/>
              </a:bodyPr>
              <a:lstStyle/>
              <a:p>
                <a:endParaRPr lang="zh-CN" altLang="en-US" sz="1000" dirty="0"/>
              </a:p>
            </p:txBody>
          </p:sp>
          <p:sp>
            <p:nvSpPr>
              <p:cNvPr id="64" name="矩形 63">
                <a:extLst>
                  <a:ext uri="{FF2B5EF4-FFF2-40B4-BE49-F238E27FC236}">
                    <a16:creationId xmlns:a16="http://schemas.microsoft.com/office/drawing/2014/main" id="{60847BDE-349D-49BC-864F-B8718D49652C}"/>
                  </a:ext>
                </a:extLst>
              </p:cNvPr>
              <p:cNvSpPr/>
              <p:nvPr/>
            </p:nvSpPr>
            <p:spPr>
              <a:xfrm>
                <a:off x="8098026" y="2981647"/>
                <a:ext cx="74690" cy="217300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square" lIns="36000" tIns="36000" rIns="36000" bIns="36000">
                <a:spAutoFit/>
              </a:bodyPr>
              <a:lstStyle/>
              <a:p>
                <a:endParaRPr lang="zh-CN" altLang="en-US" sz="1000" dirty="0"/>
              </a:p>
            </p:txBody>
          </p:sp>
          <p:cxnSp>
            <p:nvCxnSpPr>
              <p:cNvPr id="65" name="直接箭头连接符 79">
                <a:extLst>
                  <a:ext uri="{FF2B5EF4-FFF2-40B4-BE49-F238E27FC236}">
                    <a16:creationId xmlns:a16="http://schemas.microsoft.com/office/drawing/2014/main" id="{2FD52769-02DB-44F9-BC3F-F5ED42C3DF13}"/>
                  </a:ext>
                </a:extLst>
              </p:cNvPr>
              <p:cNvCxnSpPr>
                <a:stCxn id="62" idx="2"/>
                <a:endCxn id="58" idx="1"/>
              </p:cNvCxnSpPr>
              <p:nvPr/>
            </p:nvCxnSpPr>
            <p:spPr>
              <a:xfrm rot="16200000" flipH="1">
                <a:off x="7976317" y="3181203"/>
                <a:ext cx="625729" cy="661216"/>
              </a:xfrm>
              <a:prstGeom prst="curvedConnector2">
                <a:avLst/>
              </a:prstGeom>
              <a:ln w="12700">
                <a:solidFill>
                  <a:schemeClr val="bg1">
                    <a:lumMod val="50000"/>
                  </a:schemeClr>
                </a:solidFill>
                <a:headEnd type="oval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直接箭头连接符 79">
                <a:extLst>
                  <a:ext uri="{FF2B5EF4-FFF2-40B4-BE49-F238E27FC236}">
                    <a16:creationId xmlns:a16="http://schemas.microsoft.com/office/drawing/2014/main" id="{738018A2-B615-4D47-B11B-6F684FE9D2F5}"/>
                  </a:ext>
                </a:extLst>
              </p:cNvPr>
              <p:cNvCxnSpPr>
                <a:cxnSpLocks/>
                <a:stCxn id="63" idx="2"/>
                <a:endCxn id="59" idx="1"/>
              </p:cNvCxnSpPr>
              <p:nvPr/>
            </p:nvCxnSpPr>
            <p:spPr>
              <a:xfrm rot="16200000" flipH="1">
                <a:off x="8129051" y="3116868"/>
                <a:ext cx="403850" cy="568008"/>
              </a:xfrm>
              <a:prstGeom prst="curvedConnector2">
                <a:avLst/>
              </a:prstGeom>
              <a:ln w="12700">
                <a:solidFill>
                  <a:schemeClr val="bg1">
                    <a:lumMod val="50000"/>
                  </a:schemeClr>
                </a:solidFill>
                <a:headEnd type="oval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直接箭头连接符 79">
                <a:extLst>
                  <a:ext uri="{FF2B5EF4-FFF2-40B4-BE49-F238E27FC236}">
                    <a16:creationId xmlns:a16="http://schemas.microsoft.com/office/drawing/2014/main" id="{B37D6359-8B3D-46BB-96EC-0BBE51218C7C}"/>
                  </a:ext>
                </a:extLst>
              </p:cNvPr>
              <p:cNvCxnSpPr>
                <a:cxnSpLocks/>
                <a:stCxn id="64" idx="2"/>
                <a:endCxn id="60" idx="1"/>
              </p:cNvCxnSpPr>
              <p:nvPr/>
            </p:nvCxnSpPr>
            <p:spPr>
              <a:xfrm rot="16200000" flipH="1">
                <a:off x="8229893" y="3104425"/>
                <a:ext cx="177259" cy="366302"/>
              </a:xfrm>
              <a:prstGeom prst="curvedConnector2">
                <a:avLst/>
              </a:prstGeom>
              <a:ln w="12700">
                <a:solidFill>
                  <a:schemeClr val="bg1">
                    <a:lumMod val="50000"/>
                  </a:schemeClr>
                </a:solidFill>
                <a:headEnd type="oval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9" name="矩形 68">
                <a:extLst>
                  <a:ext uri="{FF2B5EF4-FFF2-40B4-BE49-F238E27FC236}">
                    <a16:creationId xmlns:a16="http://schemas.microsoft.com/office/drawing/2014/main" id="{BCB6D275-FF4A-44CE-8F54-E7AB2ADE3313}"/>
                  </a:ext>
                </a:extLst>
              </p:cNvPr>
              <p:cNvSpPr/>
              <p:nvPr/>
            </p:nvSpPr>
            <p:spPr>
              <a:xfrm>
                <a:off x="9415206" y="2914149"/>
                <a:ext cx="1525024" cy="1280528"/>
              </a:xfrm>
              <a:prstGeom prst="rect">
                <a:avLst/>
              </a:prstGeom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0" name="矩形 69">
                <a:extLst>
                  <a:ext uri="{FF2B5EF4-FFF2-40B4-BE49-F238E27FC236}">
                    <a16:creationId xmlns:a16="http://schemas.microsoft.com/office/drawing/2014/main" id="{EA97E62B-F1A3-47F8-A35C-D7471830519D}"/>
                  </a:ext>
                </a:extLst>
              </p:cNvPr>
              <p:cNvSpPr/>
              <p:nvPr/>
            </p:nvSpPr>
            <p:spPr>
              <a:xfrm>
                <a:off x="9466260" y="2968395"/>
                <a:ext cx="176036" cy="217300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square" lIns="36000" tIns="36000" rIns="36000" bIns="36000">
                <a:spAutoFit/>
              </a:bodyPr>
              <a:lstStyle/>
              <a:p>
                <a:endParaRPr lang="zh-CN" altLang="en-US" sz="1000" dirty="0"/>
              </a:p>
            </p:txBody>
          </p:sp>
          <p:sp>
            <p:nvSpPr>
              <p:cNvPr id="71" name="矩形 70">
                <a:extLst>
                  <a:ext uri="{FF2B5EF4-FFF2-40B4-BE49-F238E27FC236}">
                    <a16:creationId xmlns:a16="http://schemas.microsoft.com/office/drawing/2014/main" id="{676BD5A2-1DC9-4BD4-80E0-2D63FDADF425}"/>
                  </a:ext>
                </a:extLst>
              </p:cNvPr>
              <p:cNvSpPr/>
              <p:nvPr/>
            </p:nvSpPr>
            <p:spPr>
              <a:xfrm>
                <a:off x="9656005" y="2968395"/>
                <a:ext cx="74690" cy="217300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square" lIns="36000" tIns="36000" rIns="36000" bIns="36000">
                <a:spAutoFit/>
              </a:bodyPr>
              <a:lstStyle/>
              <a:p>
                <a:endParaRPr lang="zh-CN" altLang="en-US" sz="1000" dirty="0"/>
              </a:p>
            </p:txBody>
          </p:sp>
          <p:sp>
            <p:nvSpPr>
              <p:cNvPr id="72" name="矩形 71">
                <a:extLst>
                  <a:ext uri="{FF2B5EF4-FFF2-40B4-BE49-F238E27FC236}">
                    <a16:creationId xmlns:a16="http://schemas.microsoft.com/office/drawing/2014/main" id="{C5F8D90E-1141-4247-A508-BD262DD8DF65}"/>
                  </a:ext>
                </a:extLst>
              </p:cNvPr>
              <p:cNvSpPr/>
              <p:nvPr/>
            </p:nvSpPr>
            <p:spPr>
              <a:xfrm>
                <a:off x="9744404" y="2968395"/>
                <a:ext cx="74690" cy="217300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square" lIns="36000" tIns="36000" rIns="36000" bIns="36000">
                <a:spAutoFit/>
              </a:bodyPr>
              <a:lstStyle/>
              <a:p>
                <a:endParaRPr lang="zh-CN" altLang="en-US" sz="1000" dirty="0"/>
              </a:p>
            </p:txBody>
          </p:sp>
          <p:sp>
            <p:nvSpPr>
              <p:cNvPr id="73" name="矩形 72">
                <a:extLst>
                  <a:ext uri="{FF2B5EF4-FFF2-40B4-BE49-F238E27FC236}">
                    <a16:creationId xmlns:a16="http://schemas.microsoft.com/office/drawing/2014/main" id="{97FD9170-BB1E-4DF4-9C9E-5B2DF26AA650}"/>
                  </a:ext>
                </a:extLst>
              </p:cNvPr>
              <p:cNvSpPr/>
              <p:nvPr/>
            </p:nvSpPr>
            <p:spPr>
              <a:xfrm>
                <a:off x="9832803" y="2968395"/>
                <a:ext cx="74690" cy="217300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square" lIns="36000" tIns="36000" rIns="36000" bIns="36000">
                <a:spAutoFit/>
              </a:bodyPr>
              <a:lstStyle/>
              <a:p>
                <a:endParaRPr lang="zh-CN" altLang="en-US" sz="1000" dirty="0"/>
              </a:p>
            </p:txBody>
          </p:sp>
          <p:cxnSp>
            <p:nvCxnSpPr>
              <p:cNvPr id="74" name="直接箭头连接符 79">
                <a:extLst>
                  <a:ext uri="{FF2B5EF4-FFF2-40B4-BE49-F238E27FC236}">
                    <a16:creationId xmlns:a16="http://schemas.microsoft.com/office/drawing/2014/main" id="{8EB42020-5869-413C-9260-15C944DC04A9}"/>
                  </a:ext>
                </a:extLst>
              </p:cNvPr>
              <p:cNvCxnSpPr>
                <a:cxnSpLocks/>
                <a:stCxn id="73" idx="2"/>
                <a:endCxn id="79" idx="1"/>
              </p:cNvCxnSpPr>
              <p:nvPr/>
            </p:nvCxnSpPr>
            <p:spPr>
              <a:xfrm rot="16200000" flipH="1">
                <a:off x="10051727" y="3004116"/>
                <a:ext cx="146646" cy="509804"/>
              </a:xfrm>
              <a:prstGeom prst="curvedConnector2">
                <a:avLst/>
              </a:prstGeom>
              <a:ln w="12700">
                <a:solidFill>
                  <a:schemeClr val="bg1">
                    <a:lumMod val="50000"/>
                  </a:schemeClr>
                </a:solidFill>
                <a:headEnd type="oval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5" name="矩形 74">
                <a:extLst>
                  <a:ext uri="{FF2B5EF4-FFF2-40B4-BE49-F238E27FC236}">
                    <a16:creationId xmlns:a16="http://schemas.microsoft.com/office/drawing/2014/main" id="{1272AFD4-4082-4B23-886D-F46A29923EE4}"/>
                  </a:ext>
                </a:extLst>
              </p:cNvPr>
              <p:cNvSpPr/>
              <p:nvPr/>
            </p:nvSpPr>
            <p:spPr>
              <a:xfrm>
                <a:off x="9485476" y="3892684"/>
                <a:ext cx="1404799" cy="226591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none" lIns="36000" tIns="36000" rIns="36000" bIns="36000">
                <a:spAutoFit/>
              </a:bodyPr>
              <a:lstStyle/>
              <a:p>
                <a:r>
                  <a:rPr lang="en-US" altLang="zh-CN" sz="1000" dirty="0">
                    <a:latin typeface="NimbusRomDOT-Reg"/>
                  </a:rPr>
                  <a:t>22 Einstein Physics 95000</a:t>
                </a:r>
                <a:endParaRPr lang="zh-CN" altLang="en-US" sz="1000" dirty="0"/>
              </a:p>
            </p:txBody>
          </p:sp>
          <p:sp>
            <p:nvSpPr>
              <p:cNvPr id="76" name="矩形 75">
                <a:extLst>
                  <a:ext uri="{FF2B5EF4-FFF2-40B4-BE49-F238E27FC236}">
                    <a16:creationId xmlns:a16="http://schemas.microsoft.com/office/drawing/2014/main" id="{860523C0-3049-4944-BAF2-994068DD5F33}"/>
                  </a:ext>
                </a:extLst>
              </p:cNvPr>
              <p:cNvSpPr/>
              <p:nvPr/>
            </p:nvSpPr>
            <p:spPr>
              <a:xfrm>
                <a:off x="9486312" y="3666893"/>
                <a:ext cx="1167555" cy="226591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none" lIns="36000" tIns="36000" rIns="36000" bIns="36000">
                <a:spAutoFit/>
              </a:bodyPr>
              <a:lstStyle/>
              <a:p>
                <a:r>
                  <a:rPr lang="en-US" altLang="zh-CN" sz="1000" dirty="0">
                    <a:latin typeface="NimbusRomDOT-Reg"/>
                  </a:rPr>
                  <a:t>El Said History 60000</a:t>
                </a:r>
                <a:endParaRPr lang="zh-CN" altLang="en-US" sz="1000" dirty="0"/>
              </a:p>
            </p:txBody>
          </p:sp>
          <p:sp>
            <p:nvSpPr>
              <p:cNvPr id="77" name="矩形 76">
                <a:extLst>
                  <a:ext uri="{FF2B5EF4-FFF2-40B4-BE49-F238E27FC236}">
                    <a16:creationId xmlns:a16="http://schemas.microsoft.com/office/drawing/2014/main" id="{D6174EBA-B6B1-49C7-8DAF-6A2A3F454D93}"/>
                  </a:ext>
                </a:extLst>
              </p:cNvPr>
              <p:cNvSpPr/>
              <p:nvPr/>
            </p:nvSpPr>
            <p:spPr>
              <a:xfrm>
                <a:off x="10620402" y="3666093"/>
                <a:ext cx="269873" cy="226591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none" lIns="36000" tIns="36000" rIns="36000" bIns="36000">
                <a:spAutoFit/>
              </a:bodyPr>
              <a:lstStyle/>
              <a:p>
                <a:r>
                  <a:rPr lang="en-US" altLang="zh-CN" sz="1000" dirty="0">
                    <a:latin typeface="NimbusRomDOT-Reg"/>
                  </a:rPr>
                  <a:t>222</a:t>
                </a:r>
                <a:endParaRPr lang="zh-CN" altLang="en-US" sz="1000" dirty="0"/>
              </a:p>
            </p:txBody>
          </p:sp>
          <p:sp>
            <p:nvSpPr>
              <p:cNvPr id="78" name="矩形 77">
                <a:extLst>
                  <a:ext uri="{FF2B5EF4-FFF2-40B4-BE49-F238E27FC236}">
                    <a16:creationId xmlns:a16="http://schemas.microsoft.com/office/drawing/2014/main" id="{03C6D2EC-C256-4386-937B-4B4F55409D62}"/>
                  </a:ext>
                </a:extLst>
              </p:cNvPr>
              <p:cNvSpPr/>
              <p:nvPr/>
            </p:nvSpPr>
            <p:spPr>
              <a:xfrm>
                <a:off x="9485993" y="3442657"/>
                <a:ext cx="996033" cy="226591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none" lIns="36000" tIns="36000" rIns="36000" bIns="36000">
                <a:spAutoFit/>
              </a:bodyPr>
              <a:lstStyle/>
              <a:p>
                <a:r>
                  <a:rPr lang="en-US" altLang="zh-CN" sz="1000" dirty="0">
                    <a:latin typeface="NimbusRomDOT-Reg"/>
                  </a:rPr>
                  <a:t>old Physics 87000</a:t>
                </a:r>
                <a:endParaRPr lang="zh-CN" altLang="en-US" sz="1000" dirty="0"/>
              </a:p>
            </p:txBody>
          </p:sp>
          <p:sp>
            <p:nvSpPr>
              <p:cNvPr id="79" name="矩形 78">
                <a:extLst>
                  <a:ext uri="{FF2B5EF4-FFF2-40B4-BE49-F238E27FC236}">
                    <a16:creationId xmlns:a16="http://schemas.microsoft.com/office/drawing/2014/main" id="{608155EC-1925-443D-983E-7532CD9C17C2}"/>
                  </a:ext>
                </a:extLst>
              </p:cNvPr>
              <p:cNvSpPr/>
              <p:nvPr/>
            </p:nvSpPr>
            <p:spPr>
              <a:xfrm>
                <a:off x="10379952" y="3219045"/>
                <a:ext cx="510323" cy="226591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none" lIns="36000" tIns="36000" rIns="36000" bIns="36000">
                <a:spAutoFit/>
              </a:bodyPr>
              <a:lstStyle/>
              <a:p>
                <a:r>
                  <a:rPr lang="en-US" altLang="zh-CN" sz="1000" dirty="0">
                    <a:latin typeface="NimbusRomDOT-Reg"/>
                  </a:rPr>
                  <a:t>33456 G</a:t>
                </a:r>
                <a:endParaRPr lang="zh-CN" altLang="en-US" sz="1000" dirty="0"/>
              </a:p>
            </p:txBody>
          </p:sp>
          <p:sp>
            <p:nvSpPr>
              <p:cNvPr id="80" name="矩形 79">
                <a:extLst>
                  <a:ext uri="{FF2B5EF4-FFF2-40B4-BE49-F238E27FC236}">
                    <a16:creationId xmlns:a16="http://schemas.microsoft.com/office/drawing/2014/main" id="{4CBC5B45-6BA3-4A3B-BFB4-8CF708BAC264}"/>
                  </a:ext>
                </a:extLst>
              </p:cNvPr>
              <p:cNvSpPr/>
              <p:nvPr/>
            </p:nvSpPr>
            <p:spPr>
              <a:xfrm>
                <a:off x="10488956" y="3442807"/>
                <a:ext cx="401319" cy="226591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square" lIns="36000" tIns="36000" rIns="36000" bIns="36000">
                <a:spAutoFit/>
              </a:bodyPr>
              <a:lstStyle/>
              <a:p>
                <a:r>
                  <a:rPr lang="en-US" altLang="zh-CN" sz="1000" dirty="0">
                    <a:latin typeface="NimbusRomDOT-Reg"/>
                  </a:rPr>
                  <a:t>32343</a:t>
                </a:r>
                <a:endParaRPr lang="zh-CN" altLang="en-US" sz="1000" dirty="0"/>
              </a:p>
            </p:txBody>
          </p:sp>
          <p:cxnSp>
            <p:nvCxnSpPr>
              <p:cNvPr id="81" name="直接箭头连接符 79">
                <a:extLst>
                  <a:ext uri="{FF2B5EF4-FFF2-40B4-BE49-F238E27FC236}">
                    <a16:creationId xmlns:a16="http://schemas.microsoft.com/office/drawing/2014/main" id="{F980B6E6-8701-4B60-BCC9-F32C3FBE54F8}"/>
                  </a:ext>
                </a:extLst>
              </p:cNvPr>
              <p:cNvCxnSpPr>
                <a:cxnSpLocks/>
                <a:stCxn id="71" idx="2"/>
                <a:endCxn id="77" idx="1"/>
              </p:cNvCxnSpPr>
              <p:nvPr/>
            </p:nvCxnSpPr>
            <p:spPr>
              <a:xfrm rot="16200000" flipH="1">
                <a:off x="9860029" y="3019016"/>
                <a:ext cx="593694" cy="927052"/>
              </a:xfrm>
              <a:prstGeom prst="curvedConnector2">
                <a:avLst/>
              </a:prstGeom>
              <a:ln w="12700">
                <a:solidFill>
                  <a:schemeClr val="bg1">
                    <a:lumMod val="50000"/>
                  </a:schemeClr>
                </a:solidFill>
                <a:headEnd type="oval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直接箭头连接符 79">
                <a:extLst>
                  <a:ext uri="{FF2B5EF4-FFF2-40B4-BE49-F238E27FC236}">
                    <a16:creationId xmlns:a16="http://schemas.microsoft.com/office/drawing/2014/main" id="{A2F2EF6C-10FF-4D65-A386-A398AEEE5EF5}"/>
                  </a:ext>
                </a:extLst>
              </p:cNvPr>
              <p:cNvCxnSpPr>
                <a:cxnSpLocks/>
                <a:stCxn id="72" idx="2"/>
                <a:endCxn id="80" idx="1"/>
              </p:cNvCxnSpPr>
              <p:nvPr/>
            </p:nvCxnSpPr>
            <p:spPr>
              <a:xfrm rot="16200000" flipH="1">
                <a:off x="9950148" y="3017295"/>
                <a:ext cx="370408" cy="707207"/>
              </a:xfrm>
              <a:prstGeom prst="curvedConnector2">
                <a:avLst/>
              </a:prstGeom>
              <a:ln w="12700">
                <a:solidFill>
                  <a:schemeClr val="bg1">
                    <a:lumMod val="50000"/>
                  </a:schemeClr>
                </a:solidFill>
                <a:headEnd type="oval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83" name="组合 82">
                <a:extLst>
                  <a:ext uri="{FF2B5EF4-FFF2-40B4-BE49-F238E27FC236}">
                    <a16:creationId xmlns:a16="http://schemas.microsoft.com/office/drawing/2014/main" id="{E5B72DB0-B0C4-4BFC-94F7-5CB6B6BEAE37}"/>
                  </a:ext>
                </a:extLst>
              </p:cNvPr>
              <p:cNvGrpSpPr/>
              <p:nvPr/>
            </p:nvGrpSpPr>
            <p:grpSpPr>
              <a:xfrm>
                <a:off x="7678032" y="4339854"/>
                <a:ext cx="1525024" cy="1280528"/>
                <a:chOff x="6482576" y="2572105"/>
                <a:chExt cx="1525024" cy="1280528"/>
              </a:xfrm>
            </p:grpSpPr>
            <p:sp>
              <p:nvSpPr>
                <p:cNvPr id="84" name="矩形 83">
                  <a:extLst>
                    <a:ext uri="{FF2B5EF4-FFF2-40B4-BE49-F238E27FC236}">
                      <a16:creationId xmlns:a16="http://schemas.microsoft.com/office/drawing/2014/main" id="{9DB65CB9-50B5-4524-8828-085E4E6F5C89}"/>
                    </a:ext>
                  </a:extLst>
                </p:cNvPr>
                <p:cNvSpPr/>
                <p:nvPr/>
              </p:nvSpPr>
              <p:spPr>
                <a:xfrm>
                  <a:off x="6482576" y="2572105"/>
                  <a:ext cx="1525024" cy="1280528"/>
                </a:xfrm>
                <a:prstGeom prst="rect">
                  <a:avLst/>
                </a:prstGeom>
              </p:spPr>
              <p:style>
                <a:lnRef idx="1">
                  <a:schemeClr val="accent5"/>
                </a:lnRef>
                <a:fillRef idx="2">
                  <a:schemeClr val="accent5"/>
                </a:fillRef>
                <a:effectRef idx="1">
                  <a:schemeClr val="accent5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85" name="矩形 84">
                  <a:extLst>
                    <a:ext uri="{FF2B5EF4-FFF2-40B4-BE49-F238E27FC236}">
                      <a16:creationId xmlns:a16="http://schemas.microsoft.com/office/drawing/2014/main" id="{F1071F60-2F7A-4E0E-B62E-B2A4EABB0C0F}"/>
                    </a:ext>
                  </a:extLst>
                </p:cNvPr>
                <p:cNvSpPr/>
                <p:nvPr/>
              </p:nvSpPr>
              <p:spPr>
                <a:xfrm>
                  <a:off x="6533630" y="2639603"/>
                  <a:ext cx="176036" cy="217300"/>
                </a:xfrm>
                <a:prstGeom prst="rect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3"/>
                </a:lnRef>
                <a:fillRef idx="2">
                  <a:schemeClr val="accent3"/>
                </a:fillRef>
                <a:effectRef idx="1">
                  <a:schemeClr val="accent3"/>
                </a:effectRef>
                <a:fontRef idx="minor">
                  <a:schemeClr val="dk1"/>
                </a:fontRef>
              </p:style>
              <p:txBody>
                <a:bodyPr wrap="square" lIns="36000" tIns="36000" rIns="36000" bIns="36000">
                  <a:spAutoFit/>
                </a:bodyPr>
                <a:lstStyle/>
                <a:p>
                  <a:endParaRPr lang="zh-CN" altLang="en-US" sz="1000" dirty="0"/>
                </a:p>
              </p:txBody>
            </p:sp>
            <p:sp>
              <p:nvSpPr>
                <p:cNvPr id="86" name="矩形 85">
                  <a:extLst>
                    <a:ext uri="{FF2B5EF4-FFF2-40B4-BE49-F238E27FC236}">
                      <a16:creationId xmlns:a16="http://schemas.microsoft.com/office/drawing/2014/main" id="{A7CA3178-9562-466C-8BBE-A95572A93C00}"/>
                    </a:ext>
                  </a:extLst>
                </p:cNvPr>
                <p:cNvSpPr/>
                <p:nvPr/>
              </p:nvSpPr>
              <p:spPr>
                <a:xfrm>
                  <a:off x="6723375" y="2639603"/>
                  <a:ext cx="74690" cy="217300"/>
                </a:xfrm>
                <a:prstGeom prst="rect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3"/>
                </a:lnRef>
                <a:fillRef idx="2">
                  <a:schemeClr val="accent3"/>
                </a:fillRef>
                <a:effectRef idx="1">
                  <a:schemeClr val="accent3"/>
                </a:effectRef>
                <a:fontRef idx="minor">
                  <a:schemeClr val="dk1"/>
                </a:fontRef>
              </p:style>
              <p:txBody>
                <a:bodyPr wrap="square" lIns="36000" tIns="36000" rIns="36000" bIns="36000">
                  <a:spAutoFit/>
                </a:bodyPr>
                <a:lstStyle/>
                <a:p>
                  <a:endParaRPr lang="zh-CN" altLang="en-US" sz="1000" dirty="0"/>
                </a:p>
              </p:txBody>
            </p:sp>
            <p:sp>
              <p:nvSpPr>
                <p:cNvPr id="87" name="矩形 86">
                  <a:extLst>
                    <a:ext uri="{FF2B5EF4-FFF2-40B4-BE49-F238E27FC236}">
                      <a16:creationId xmlns:a16="http://schemas.microsoft.com/office/drawing/2014/main" id="{897BD21E-258E-4B86-A3BF-CDB32958C274}"/>
                    </a:ext>
                  </a:extLst>
                </p:cNvPr>
                <p:cNvSpPr/>
                <p:nvPr/>
              </p:nvSpPr>
              <p:spPr>
                <a:xfrm>
                  <a:off x="6811774" y="2639603"/>
                  <a:ext cx="74690" cy="217300"/>
                </a:xfrm>
                <a:prstGeom prst="rect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3"/>
                </a:lnRef>
                <a:fillRef idx="2">
                  <a:schemeClr val="accent3"/>
                </a:fillRef>
                <a:effectRef idx="1">
                  <a:schemeClr val="accent3"/>
                </a:effectRef>
                <a:fontRef idx="minor">
                  <a:schemeClr val="dk1"/>
                </a:fontRef>
              </p:style>
              <p:txBody>
                <a:bodyPr wrap="square" lIns="36000" tIns="36000" rIns="36000" bIns="36000">
                  <a:spAutoFit/>
                </a:bodyPr>
                <a:lstStyle/>
                <a:p>
                  <a:endParaRPr lang="zh-CN" altLang="en-US" sz="1000" dirty="0"/>
                </a:p>
              </p:txBody>
            </p:sp>
            <p:sp>
              <p:nvSpPr>
                <p:cNvPr id="88" name="矩形 87">
                  <a:extLst>
                    <a:ext uri="{FF2B5EF4-FFF2-40B4-BE49-F238E27FC236}">
                      <a16:creationId xmlns:a16="http://schemas.microsoft.com/office/drawing/2014/main" id="{5B4669AF-6596-43F2-B9DF-59F0E3749C03}"/>
                    </a:ext>
                  </a:extLst>
                </p:cNvPr>
                <p:cNvSpPr/>
                <p:nvPr/>
              </p:nvSpPr>
              <p:spPr>
                <a:xfrm>
                  <a:off x="6900173" y="2639603"/>
                  <a:ext cx="74690" cy="217300"/>
                </a:xfrm>
                <a:prstGeom prst="rect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3"/>
                </a:lnRef>
                <a:fillRef idx="2">
                  <a:schemeClr val="accent3"/>
                </a:fillRef>
                <a:effectRef idx="1">
                  <a:schemeClr val="accent3"/>
                </a:effectRef>
                <a:fontRef idx="minor">
                  <a:schemeClr val="dk1"/>
                </a:fontRef>
              </p:style>
              <p:txBody>
                <a:bodyPr wrap="square" lIns="36000" tIns="36000" rIns="36000" bIns="36000">
                  <a:spAutoFit/>
                </a:bodyPr>
                <a:lstStyle/>
                <a:p>
                  <a:endParaRPr lang="zh-CN" altLang="en-US" sz="1000" dirty="0"/>
                </a:p>
              </p:txBody>
            </p:sp>
            <p:cxnSp>
              <p:nvCxnSpPr>
                <p:cNvPr id="89" name="直接箭头连接符 79">
                  <a:extLst>
                    <a:ext uri="{FF2B5EF4-FFF2-40B4-BE49-F238E27FC236}">
                      <a16:creationId xmlns:a16="http://schemas.microsoft.com/office/drawing/2014/main" id="{8377C64A-4659-4D13-8C87-73785B222CB3}"/>
                    </a:ext>
                  </a:extLst>
                </p:cNvPr>
                <p:cNvCxnSpPr>
                  <a:cxnSpLocks/>
                  <a:stCxn id="88" idx="2"/>
                  <a:endCxn id="94" idx="1"/>
                </p:cNvCxnSpPr>
                <p:nvPr/>
              </p:nvCxnSpPr>
              <p:spPr>
                <a:xfrm rot="16200000" flipH="1">
                  <a:off x="7037541" y="2756880"/>
                  <a:ext cx="160160" cy="360206"/>
                </a:xfrm>
                <a:prstGeom prst="curvedConnector2">
                  <a:avLst/>
                </a:prstGeom>
                <a:ln w="12700">
                  <a:solidFill>
                    <a:srgbClr val="FF0000"/>
                  </a:solidFill>
                  <a:headEnd type="oval"/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90" name="矩形 89">
                  <a:extLst>
                    <a:ext uri="{FF2B5EF4-FFF2-40B4-BE49-F238E27FC236}">
                      <a16:creationId xmlns:a16="http://schemas.microsoft.com/office/drawing/2014/main" id="{027D113D-E0B7-475E-B1FD-F1B4A686E782}"/>
                    </a:ext>
                  </a:extLst>
                </p:cNvPr>
                <p:cNvSpPr/>
                <p:nvPr/>
              </p:nvSpPr>
              <p:spPr>
                <a:xfrm>
                  <a:off x="6553108" y="3584890"/>
                  <a:ext cx="1383960" cy="226591"/>
                </a:xfrm>
                <a:prstGeom prst="rect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3"/>
                </a:lnRef>
                <a:fillRef idx="2">
                  <a:schemeClr val="accent3"/>
                </a:fillRef>
                <a:effectRef idx="1">
                  <a:schemeClr val="accent3"/>
                </a:effectRef>
                <a:fontRef idx="minor">
                  <a:schemeClr val="dk1"/>
                </a:fontRef>
              </p:style>
              <p:txBody>
                <a:bodyPr wrap="none" lIns="36000" tIns="36000" rIns="36000" bIns="36000">
                  <a:spAutoFit/>
                </a:bodyPr>
                <a:lstStyle/>
                <a:p>
                  <a:r>
                    <a:rPr lang="fr-FR" altLang="zh-CN" sz="1000" dirty="0">
                      <a:latin typeface="NimbusRomDOT-Reg"/>
                    </a:rPr>
                    <a:t>65 Katz Comp. Sci. 75000</a:t>
                  </a:r>
                  <a:endParaRPr lang="zh-CN" altLang="en-US" sz="1000" dirty="0"/>
                </a:p>
              </p:txBody>
            </p:sp>
            <p:sp>
              <p:nvSpPr>
                <p:cNvPr id="91" name="矩形 90">
                  <a:extLst>
                    <a:ext uri="{FF2B5EF4-FFF2-40B4-BE49-F238E27FC236}">
                      <a16:creationId xmlns:a16="http://schemas.microsoft.com/office/drawing/2014/main" id="{F0CCB353-BD92-4960-844E-4A1C75FE9511}"/>
                    </a:ext>
                  </a:extLst>
                </p:cNvPr>
                <p:cNvSpPr/>
                <p:nvPr/>
              </p:nvSpPr>
              <p:spPr>
                <a:xfrm>
                  <a:off x="6556512" y="3358299"/>
                  <a:ext cx="1154731" cy="226591"/>
                </a:xfrm>
                <a:prstGeom prst="rect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3"/>
                </a:lnRef>
                <a:fillRef idx="2">
                  <a:schemeClr val="accent3"/>
                </a:fillRef>
                <a:effectRef idx="1">
                  <a:schemeClr val="accent3"/>
                </a:effectRef>
                <a:fontRef idx="minor">
                  <a:schemeClr val="dk1"/>
                </a:fontRef>
              </p:style>
              <p:txBody>
                <a:bodyPr wrap="none" lIns="36000" tIns="36000" rIns="36000" bIns="36000">
                  <a:spAutoFit/>
                </a:bodyPr>
                <a:lstStyle/>
                <a:p>
                  <a:r>
                    <a:rPr lang="en-US" altLang="zh-CN" sz="1000" dirty="0" err="1">
                      <a:latin typeface="NimbusRomDOT-Reg"/>
                    </a:rPr>
                    <a:t>alifieri</a:t>
                  </a:r>
                  <a:r>
                    <a:rPr lang="en-US" altLang="zh-CN" sz="1000" dirty="0">
                      <a:latin typeface="NimbusRomDOT-Reg"/>
                    </a:rPr>
                    <a:t> History 62000</a:t>
                  </a:r>
                  <a:endParaRPr lang="zh-CN" altLang="en-US" sz="1000" dirty="0"/>
                </a:p>
              </p:txBody>
            </p:sp>
            <p:sp>
              <p:nvSpPr>
                <p:cNvPr id="92" name="矩形 91">
                  <a:extLst>
                    <a:ext uri="{FF2B5EF4-FFF2-40B4-BE49-F238E27FC236}">
                      <a16:creationId xmlns:a16="http://schemas.microsoft.com/office/drawing/2014/main" id="{548D2B69-C6F1-4DD4-9ABB-FB73B5E3590D}"/>
                    </a:ext>
                  </a:extLst>
                </p:cNvPr>
                <p:cNvSpPr/>
                <p:nvPr/>
              </p:nvSpPr>
              <p:spPr>
                <a:xfrm>
                  <a:off x="7667499" y="3358299"/>
                  <a:ext cx="269873" cy="226591"/>
                </a:xfrm>
                <a:prstGeom prst="rect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3"/>
                </a:lnRef>
                <a:fillRef idx="2">
                  <a:schemeClr val="accent3"/>
                </a:fillRef>
                <a:effectRef idx="1">
                  <a:schemeClr val="accent3"/>
                </a:effectRef>
                <a:fontRef idx="minor">
                  <a:schemeClr val="dk1"/>
                </a:fontRef>
              </p:style>
              <p:txBody>
                <a:bodyPr wrap="none" lIns="36000" tIns="36000" rIns="36000" bIns="36000">
                  <a:spAutoFit/>
                </a:bodyPr>
                <a:lstStyle/>
                <a:p>
                  <a:r>
                    <a:rPr lang="fr-FR" altLang="zh-CN" sz="1000" dirty="0">
                      <a:latin typeface="NimbusRomDOT-Reg"/>
                    </a:rPr>
                    <a:t>455</a:t>
                  </a:r>
                  <a:endParaRPr lang="zh-CN" altLang="en-US" sz="1000" dirty="0"/>
                </a:p>
              </p:txBody>
            </p:sp>
            <p:sp>
              <p:nvSpPr>
                <p:cNvPr id="93" name="矩形 92">
                  <a:extLst>
                    <a:ext uri="{FF2B5EF4-FFF2-40B4-BE49-F238E27FC236}">
                      <a16:creationId xmlns:a16="http://schemas.microsoft.com/office/drawing/2014/main" id="{8A9B4375-2AF6-4BFB-9F92-11C77C51142F}"/>
                    </a:ext>
                  </a:extLst>
                </p:cNvPr>
                <p:cNvSpPr/>
                <p:nvPr/>
              </p:nvSpPr>
              <p:spPr>
                <a:xfrm>
                  <a:off x="6554722" y="3132522"/>
                  <a:ext cx="928707" cy="226591"/>
                </a:xfrm>
                <a:prstGeom prst="rect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3"/>
                </a:lnRef>
                <a:fillRef idx="2">
                  <a:schemeClr val="accent3"/>
                </a:fillRef>
                <a:effectRef idx="1">
                  <a:schemeClr val="accent3"/>
                </a:effectRef>
                <a:fontRef idx="minor">
                  <a:schemeClr val="dk1"/>
                </a:fontRef>
              </p:style>
              <p:txBody>
                <a:bodyPr wrap="none" lIns="36000" tIns="36000" rIns="36000" bIns="36000">
                  <a:spAutoFit/>
                </a:bodyPr>
                <a:lstStyle/>
                <a:p>
                  <a:r>
                    <a:rPr lang="en-US" altLang="zh-CN" sz="1000" dirty="0">
                      <a:latin typeface="NimbusRomDOT-Reg"/>
                    </a:rPr>
                    <a:t>h Finance 80000</a:t>
                  </a:r>
                  <a:endParaRPr lang="zh-CN" altLang="en-US" sz="1000" dirty="0"/>
                </a:p>
              </p:txBody>
            </p:sp>
            <p:sp>
              <p:nvSpPr>
                <p:cNvPr id="94" name="矩形 93">
                  <a:extLst>
                    <a:ext uri="{FF2B5EF4-FFF2-40B4-BE49-F238E27FC236}">
                      <a16:creationId xmlns:a16="http://schemas.microsoft.com/office/drawing/2014/main" id="{B28EDA8D-821E-4837-A8E9-766532AD1CE6}"/>
                    </a:ext>
                  </a:extLst>
                </p:cNvPr>
                <p:cNvSpPr/>
                <p:nvPr/>
              </p:nvSpPr>
              <p:spPr>
                <a:xfrm>
                  <a:off x="7297724" y="2903767"/>
                  <a:ext cx="646578" cy="226591"/>
                </a:xfrm>
                <a:prstGeom prst="rect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3"/>
                </a:lnRef>
                <a:fillRef idx="2">
                  <a:schemeClr val="accent3"/>
                </a:fillRef>
                <a:effectRef idx="1">
                  <a:schemeClr val="accent3"/>
                </a:effectRef>
                <a:fontRef idx="minor">
                  <a:schemeClr val="dk1"/>
                </a:fontRef>
              </p:style>
              <p:txBody>
                <a:bodyPr wrap="none" lIns="36000" tIns="36000" rIns="36000" bIns="36000">
                  <a:spAutoFit/>
                </a:bodyPr>
                <a:lstStyle/>
                <a:p>
                  <a:r>
                    <a:rPr lang="en-US" altLang="zh-CN" sz="1000" dirty="0">
                      <a:latin typeface="NimbusRomDOT-Reg"/>
                    </a:rPr>
                    <a:t>76543 Sing</a:t>
                  </a:r>
                  <a:endParaRPr lang="zh-CN" altLang="en-US" sz="1000" dirty="0"/>
                </a:p>
              </p:txBody>
            </p:sp>
            <p:sp>
              <p:nvSpPr>
                <p:cNvPr id="95" name="矩形 94">
                  <a:extLst>
                    <a:ext uri="{FF2B5EF4-FFF2-40B4-BE49-F238E27FC236}">
                      <a16:creationId xmlns:a16="http://schemas.microsoft.com/office/drawing/2014/main" id="{71F35E38-A233-43F8-B9B1-FD224E91787E}"/>
                    </a:ext>
                  </a:extLst>
                </p:cNvPr>
                <p:cNvSpPr/>
                <p:nvPr/>
              </p:nvSpPr>
              <p:spPr>
                <a:xfrm>
                  <a:off x="7445200" y="3131033"/>
                  <a:ext cx="499102" cy="226591"/>
                </a:xfrm>
                <a:prstGeom prst="rect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3"/>
                </a:lnRef>
                <a:fillRef idx="2">
                  <a:schemeClr val="accent3"/>
                </a:fillRef>
                <a:effectRef idx="1">
                  <a:schemeClr val="accent3"/>
                </a:effectRef>
                <a:fontRef idx="minor">
                  <a:schemeClr val="dk1"/>
                </a:fontRef>
              </p:style>
              <p:txBody>
                <a:bodyPr wrap="none" lIns="36000" tIns="36000" rIns="36000" bIns="36000">
                  <a:spAutoFit/>
                </a:bodyPr>
                <a:lstStyle/>
                <a:p>
                  <a:r>
                    <a:rPr lang="en-US" altLang="zh-CN" sz="1000" dirty="0">
                      <a:latin typeface="NimbusRomDOT-Reg"/>
                    </a:rPr>
                    <a:t>58583 C</a:t>
                  </a:r>
                  <a:endParaRPr lang="zh-CN" altLang="en-US" sz="1000" dirty="0"/>
                </a:p>
              </p:txBody>
            </p:sp>
            <p:cxnSp>
              <p:nvCxnSpPr>
                <p:cNvPr id="96" name="直接箭头连接符 79">
                  <a:extLst>
                    <a:ext uri="{FF2B5EF4-FFF2-40B4-BE49-F238E27FC236}">
                      <a16:creationId xmlns:a16="http://schemas.microsoft.com/office/drawing/2014/main" id="{98224F74-0024-4EAE-A25A-9F81DBFA8132}"/>
                    </a:ext>
                  </a:extLst>
                </p:cNvPr>
                <p:cNvCxnSpPr>
                  <a:cxnSpLocks/>
                  <a:stCxn id="86" idx="2"/>
                  <a:endCxn id="92" idx="1"/>
                </p:cNvCxnSpPr>
                <p:nvPr/>
              </p:nvCxnSpPr>
              <p:spPr>
                <a:xfrm rot="16200000" flipH="1">
                  <a:off x="6906763" y="2710859"/>
                  <a:ext cx="614692" cy="906779"/>
                </a:xfrm>
                <a:prstGeom prst="curvedConnector2">
                  <a:avLst/>
                </a:prstGeom>
                <a:ln w="12700">
                  <a:solidFill>
                    <a:srgbClr val="FF0000"/>
                  </a:solidFill>
                  <a:headEnd type="oval"/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7" name="直接箭头连接符 79">
                  <a:extLst>
                    <a:ext uri="{FF2B5EF4-FFF2-40B4-BE49-F238E27FC236}">
                      <a16:creationId xmlns:a16="http://schemas.microsoft.com/office/drawing/2014/main" id="{24C24745-E92A-425C-9682-7667E20F4E85}"/>
                    </a:ext>
                  </a:extLst>
                </p:cNvPr>
                <p:cNvCxnSpPr>
                  <a:cxnSpLocks/>
                  <a:stCxn id="87" idx="2"/>
                  <a:endCxn id="95" idx="1"/>
                </p:cNvCxnSpPr>
                <p:nvPr/>
              </p:nvCxnSpPr>
              <p:spPr>
                <a:xfrm rot="16200000" flipH="1">
                  <a:off x="6953446" y="2752575"/>
                  <a:ext cx="387426" cy="596081"/>
                </a:xfrm>
                <a:prstGeom prst="curvedConnector2">
                  <a:avLst/>
                </a:prstGeom>
                <a:ln w="12700">
                  <a:solidFill>
                    <a:srgbClr val="FF0000"/>
                  </a:solidFill>
                  <a:headEnd type="oval"/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98" name="组合 97">
                <a:extLst>
                  <a:ext uri="{FF2B5EF4-FFF2-40B4-BE49-F238E27FC236}">
                    <a16:creationId xmlns:a16="http://schemas.microsoft.com/office/drawing/2014/main" id="{D4C5B28F-FDC3-40A7-92A3-8CC74447E2CE}"/>
                  </a:ext>
                </a:extLst>
              </p:cNvPr>
              <p:cNvGrpSpPr/>
              <p:nvPr/>
            </p:nvGrpSpPr>
            <p:grpSpPr>
              <a:xfrm>
                <a:off x="9402357" y="4339854"/>
                <a:ext cx="1525024" cy="1248642"/>
                <a:chOff x="5479365" y="3612513"/>
                <a:chExt cx="1525024" cy="1248642"/>
              </a:xfrm>
            </p:grpSpPr>
            <p:sp>
              <p:nvSpPr>
                <p:cNvPr id="99" name="矩形 98">
                  <a:extLst>
                    <a:ext uri="{FF2B5EF4-FFF2-40B4-BE49-F238E27FC236}">
                      <a16:creationId xmlns:a16="http://schemas.microsoft.com/office/drawing/2014/main" id="{E9FB3766-2FA1-48D4-AEEF-65F3BA44DE93}"/>
                    </a:ext>
                  </a:extLst>
                </p:cNvPr>
                <p:cNvSpPr/>
                <p:nvPr/>
              </p:nvSpPr>
              <p:spPr>
                <a:xfrm>
                  <a:off x="5479365" y="3612513"/>
                  <a:ext cx="1525024" cy="1248642"/>
                </a:xfrm>
                <a:prstGeom prst="rect">
                  <a:avLst/>
                </a:prstGeom>
              </p:spPr>
              <p:style>
                <a:lnRef idx="1">
                  <a:schemeClr val="accent5"/>
                </a:lnRef>
                <a:fillRef idx="2">
                  <a:schemeClr val="accent5"/>
                </a:fillRef>
                <a:effectRef idx="1">
                  <a:schemeClr val="accent5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00" name="矩形 99">
                  <a:extLst>
                    <a:ext uri="{FF2B5EF4-FFF2-40B4-BE49-F238E27FC236}">
                      <a16:creationId xmlns:a16="http://schemas.microsoft.com/office/drawing/2014/main" id="{1C330DDA-1536-4F54-BD17-128EDAB14574}"/>
                    </a:ext>
                  </a:extLst>
                </p:cNvPr>
                <p:cNvSpPr/>
                <p:nvPr/>
              </p:nvSpPr>
              <p:spPr>
                <a:xfrm>
                  <a:off x="5530419" y="3681255"/>
                  <a:ext cx="176036" cy="217300"/>
                </a:xfrm>
                <a:prstGeom prst="rect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3"/>
                </a:lnRef>
                <a:fillRef idx="2">
                  <a:schemeClr val="accent3"/>
                </a:fillRef>
                <a:effectRef idx="1">
                  <a:schemeClr val="accent3"/>
                </a:effectRef>
                <a:fontRef idx="minor">
                  <a:schemeClr val="dk1"/>
                </a:fontRef>
              </p:style>
              <p:txBody>
                <a:bodyPr wrap="square" lIns="36000" tIns="36000" rIns="36000" bIns="36000">
                  <a:spAutoFit/>
                </a:bodyPr>
                <a:lstStyle/>
                <a:p>
                  <a:endParaRPr lang="zh-CN" altLang="en-US" sz="1000" dirty="0"/>
                </a:p>
              </p:txBody>
            </p:sp>
            <p:sp>
              <p:nvSpPr>
                <p:cNvPr id="101" name="矩形 100">
                  <a:extLst>
                    <a:ext uri="{FF2B5EF4-FFF2-40B4-BE49-F238E27FC236}">
                      <a16:creationId xmlns:a16="http://schemas.microsoft.com/office/drawing/2014/main" id="{79C3F8FF-0C9A-4B7A-9FA8-1E99F7CAC55B}"/>
                    </a:ext>
                  </a:extLst>
                </p:cNvPr>
                <p:cNvSpPr/>
                <p:nvPr/>
              </p:nvSpPr>
              <p:spPr>
                <a:xfrm>
                  <a:off x="5720164" y="3681255"/>
                  <a:ext cx="74690" cy="217300"/>
                </a:xfrm>
                <a:prstGeom prst="rect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3"/>
                </a:lnRef>
                <a:fillRef idx="2">
                  <a:schemeClr val="accent3"/>
                </a:fillRef>
                <a:effectRef idx="1">
                  <a:schemeClr val="accent3"/>
                </a:effectRef>
                <a:fontRef idx="minor">
                  <a:schemeClr val="dk1"/>
                </a:fontRef>
              </p:style>
              <p:txBody>
                <a:bodyPr wrap="square" lIns="36000" tIns="36000" rIns="36000" bIns="36000">
                  <a:spAutoFit/>
                </a:bodyPr>
                <a:lstStyle/>
                <a:p>
                  <a:endParaRPr lang="zh-CN" altLang="en-US" sz="1000" dirty="0"/>
                </a:p>
              </p:txBody>
            </p:sp>
            <p:sp>
              <p:nvSpPr>
                <p:cNvPr id="102" name="矩形 101">
                  <a:extLst>
                    <a:ext uri="{FF2B5EF4-FFF2-40B4-BE49-F238E27FC236}">
                      <a16:creationId xmlns:a16="http://schemas.microsoft.com/office/drawing/2014/main" id="{D02F4B83-C8F3-4D8C-8411-243193194CC4}"/>
                    </a:ext>
                  </a:extLst>
                </p:cNvPr>
                <p:cNvSpPr/>
                <p:nvPr/>
              </p:nvSpPr>
              <p:spPr>
                <a:xfrm>
                  <a:off x="5808563" y="3681255"/>
                  <a:ext cx="74690" cy="217300"/>
                </a:xfrm>
                <a:prstGeom prst="rect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3"/>
                </a:lnRef>
                <a:fillRef idx="2">
                  <a:schemeClr val="accent3"/>
                </a:fillRef>
                <a:effectRef idx="1">
                  <a:schemeClr val="accent3"/>
                </a:effectRef>
                <a:fontRef idx="minor">
                  <a:schemeClr val="dk1"/>
                </a:fontRef>
              </p:style>
              <p:txBody>
                <a:bodyPr wrap="square" lIns="36000" tIns="36000" rIns="36000" bIns="36000">
                  <a:spAutoFit/>
                </a:bodyPr>
                <a:lstStyle/>
                <a:p>
                  <a:endParaRPr lang="zh-CN" altLang="en-US" sz="1000" dirty="0"/>
                </a:p>
              </p:txBody>
            </p:sp>
            <p:sp>
              <p:nvSpPr>
                <p:cNvPr id="103" name="矩形 102">
                  <a:extLst>
                    <a:ext uri="{FF2B5EF4-FFF2-40B4-BE49-F238E27FC236}">
                      <a16:creationId xmlns:a16="http://schemas.microsoft.com/office/drawing/2014/main" id="{4620C371-C482-4C38-84D3-7A4E689483C2}"/>
                    </a:ext>
                  </a:extLst>
                </p:cNvPr>
                <p:cNvSpPr/>
                <p:nvPr/>
              </p:nvSpPr>
              <p:spPr>
                <a:xfrm>
                  <a:off x="5896962" y="3681255"/>
                  <a:ext cx="74690" cy="217300"/>
                </a:xfrm>
                <a:prstGeom prst="rect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3"/>
                </a:lnRef>
                <a:fillRef idx="2">
                  <a:schemeClr val="accent3"/>
                </a:fillRef>
                <a:effectRef idx="1">
                  <a:schemeClr val="accent3"/>
                </a:effectRef>
                <a:fontRef idx="minor">
                  <a:schemeClr val="dk1"/>
                </a:fontRef>
              </p:style>
              <p:txBody>
                <a:bodyPr wrap="square" lIns="36000" tIns="36000" rIns="36000" bIns="36000">
                  <a:spAutoFit/>
                </a:bodyPr>
                <a:lstStyle/>
                <a:p>
                  <a:endParaRPr lang="zh-CN" altLang="en-US" sz="1000" dirty="0"/>
                </a:p>
              </p:txBody>
            </p:sp>
            <p:cxnSp>
              <p:nvCxnSpPr>
                <p:cNvPr id="104" name="直接箭头连接符 79">
                  <a:extLst>
                    <a:ext uri="{FF2B5EF4-FFF2-40B4-BE49-F238E27FC236}">
                      <a16:creationId xmlns:a16="http://schemas.microsoft.com/office/drawing/2014/main" id="{2910E12A-FFF1-45B6-9BD2-5CCC4493245F}"/>
                    </a:ext>
                  </a:extLst>
                </p:cNvPr>
                <p:cNvCxnSpPr>
                  <a:cxnSpLocks/>
                  <a:stCxn id="103" idx="2"/>
                  <a:endCxn id="108" idx="1"/>
                </p:cNvCxnSpPr>
                <p:nvPr/>
              </p:nvCxnSpPr>
              <p:spPr>
                <a:xfrm rot="16200000" flipH="1">
                  <a:off x="6196282" y="3636579"/>
                  <a:ext cx="116708" cy="640659"/>
                </a:xfrm>
                <a:prstGeom prst="curvedConnector2">
                  <a:avLst/>
                </a:prstGeom>
                <a:ln w="12700">
                  <a:solidFill>
                    <a:srgbClr val="FF0000"/>
                  </a:solidFill>
                  <a:headEnd type="oval"/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05" name="矩形 104">
                  <a:extLst>
                    <a:ext uri="{FF2B5EF4-FFF2-40B4-BE49-F238E27FC236}">
                      <a16:creationId xmlns:a16="http://schemas.microsoft.com/office/drawing/2014/main" id="{8A522E65-7EFA-4D1B-B1A0-72D353787F2E}"/>
                    </a:ext>
                  </a:extLst>
                </p:cNvPr>
                <p:cNvSpPr/>
                <p:nvPr/>
              </p:nvSpPr>
              <p:spPr>
                <a:xfrm>
                  <a:off x="5524004" y="4581743"/>
                  <a:ext cx="1452889" cy="226591"/>
                </a:xfrm>
                <a:prstGeom prst="rect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3"/>
                </a:lnRef>
                <a:fillRef idx="2">
                  <a:schemeClr val="accent3"/>
                </a:fillRef>
                <a:effectRef idx="1">
                  <a:schemeClr val="accent3"/>
                </a:effectRef>
                <a:fontRef idx="minor">
                  <a:schemeClr val="dk1"/>
                </a:fontRef>
              </p:style>
              <p:txBody>
                <a:bodyPr wrap="none" lIns="36000" tIns="36000" rIns="36000" bIns="36000">
                  <a:spAutoFit/>
                </a:bodyPr>
                <a:lstStyle/>
                <a:p>
                  <a:r>
                    <a:rPr lang="en-US" altLang="zh-CN" sz="1000" dirty="0">
                      <a:latin typeface="NimbusRomDOT-Reg"/>
                    </a:rPr>
                    <a:t>76766 Crick Biology 72000</a:t>
                  </a:r>
                  <a:endParaRPr lang="zh-CN" altLang="en-US" sz="1000" dirty="0"/>
                </a:p>
              </p:txBody>
            </p:sp>
            <p:sp>
              <p:nvSpPr>
                <p:cNvPr id="106" name="矩形 105">
                  <a:extLst>
                    <a:ext uri="{FF2B5EF4-FFF2-40B4-BE49-F238E27FC236}">
                      <a16:creationId xmlns:a16="http://schemas.microsoft.com/office/drawing/2014/main" id="{BCE654D5-9FC3-4C5C-966D-0C6B1086CD22}"/>
                    </a:ext>
                  </a:extLst>
                </p:cNvPr>
                <p:cNvSpPr/>
                <p:nvPr/>
              </p:nvSpPr>
              <p:spPr>
                <a:xfrm>
                  <a:off x="5529357" y="4355151"/>
                  <a:ext cx="1449683" cy="226591"/>
                </a:xfrm>
                <a:prstGeom prst="rect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3"/>
                </a:lnRef>
                <a:fillRef idx="2">
                  <a:schemeClr val="accent3"/>
                </a:fillRef>
                <a:effectRef idx="1">
                  <a:schemeClr val="accent3"/>
                </a:effectRef>
                <a:fontRef idx="minor">
                  <a:schemeClr val="dk1"/>
                </a:fontRef>
              </p:style>
              <p:txBody>
                <a:bodyPr wrap="none" lIns="36000" tIns="36000" rIns="36000" bIns="36000">
                  <a:spAutoFit/>
                </a:bodyPr>
                <a:lstStyle/>
                <a:p>
                  <a:r>
                    <a:rPr lang="fr-FR" altLang="zh-CN" sz="1000" dirty="0">
                      <a:latin typeface="NimbusRomDOT-Reg"/>
                    </a:rPr>
                    <a:t>1 Brandt Comp. Sci. 92000</a:t>
                  </a:r>
                  <a:endParaRPr lang="zh-CN" altLang="en-US" sz="1000" dirty="0"/>
                </a:p>
              </p:txBody>
            </p:sp>
            <p:sp>
              <p:nvSpPr>
                <p:cNvPr id="107" name="矩形 106">
                  <a:extLst>
                    <a:ext uri="{FF2B5EF4-FFF2-40B4-BE49-F238E27FC236}">
                      <a16:creationId xmlns:a16="http://schemas.microsoft.com/office/drawing/2014/main" id="{D0C5ED89-0896-425C-8658-2B34E5753A7B}"/>
                    </a:ext>
                  </a:extLst>
                </p:cNvPr>
                <p:cNvSpPr/>
                <p:nvPr/>
              </p:nvSpPr>
              <p:spPr>
                <a:xfrm>
                  <a:off x="5520148" y="4128559"/>
                  <a:ext cx="1151525" cy="226591"/>
                </a:xfrm>
                <a:prstGeom prst="rect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3"/>
                </a:lnRef>
                <a:fillRef idx="2">
                  <a:schemeClr val="accent3"/>
                </a:fillRef>
                <a:effectRef idx="1">
                  <a:schemeClr val="accent3"/>
                </a:effectRef>
                <a:fontRef idx="minor">
                  <a:schemeClr val="dk1"/>
                </a:fontRef>
              </p:style>
              <p:txBody>
                <a:bodyPr wrap="none" lIns="36000" tIns="36000" rIns="36000" bIns="36000">
                  <a:spAutoFit/>
                </a:bodyPr>
                <a:lstStyle/>
                <a:p>
                  <a:r>
                    <a:rPr lang="pt-BR" altLang="zh-CN" sz="1000" dirty="0">
                      <a:latin typeface="NimbusRomDOT-Reg"/>
                    </a:rPr>
                    <a:t>Kim Elec. Eng. 80000</a:t>
                  </a:r>
                  <a:endParaRPr lang="zh-CN" altLang="en-US" sz="1000" dirty="0"/>
                </a:p>
              </p:txBody>
            </p:sp>
            <p:sp>
              <p:nvSpPr>
                <p:cNvPr id="108" name="矩形 107">
                  <a:extLst>
                    <a:ext uri="{FF2B5EF4-FFF2-40B4-BE49-F238E27FC236}">
                      <a16:creationId xmlns:a16="http://schemas.microsoft.com/office/drawing/2014/main" id="{A211A266-24B2-4D53-85B6-FA9502B87AC3}"/>
                    </a:ext>
                  </a:extLst>
                </p:cNvPr>
                <p:cNvSpPr/>
                <p:nvPr/>
              </p:nvSpPr>
              <p:spPr>
                <a:xfrm>
                  <a:off x="6574966" y="3901967"/>
                  <a:ext cx="401319" cy="226591"/>
                </a:xfrm>
                <a:prstGeom prst="rect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3"/>
                </a:lnRef>
                <a:fillRef idx="2">
                  <a:schemeClr val="accent3"/>
                </a:fillRef>
                <a:effectRef idx="1">
                  <a:schemeClr val="accent3"/>
                </a:effectRef>
                <a:fontRef idx="minor">
                  <a:schemeClr val="dk1"/>
                </a:fontRef>
              </p:style>
              <p:txBody>
                <a:bodyPr wrap="none" lIns="36000" tIns="36000" rIns="36000" bIns="36000">
                  <a:spAutoFit/>
                </a:bodyPr>
                <a:lstStyle/>
                <a:p>
                  <a:r>
                    <a:rPr lang="pt-BR" altLang="zh-CN" sz="1000" dirty="0">
                      <a:latin typeface="NimbusRomDOT-Reg"/>
                    </a:rPr>
                    <a:t>98345</a:t>
                  </a:r>
                  <a:endParaRPr lang="zh-CN" altLang="en-US" sz="1000" dirty="0"/>
                </a:p>
              </p:txBody>
            </p:sp>
            <p:sp>
              <p:nvSpPr>
                <p:cNvPr id="109" name="矩形 108">
                  <a:extLst>
                    <a:ext uri="{FF2B5EF4-FFF2-40B4-BE49-F238E27FC236}">
                      <a16:creationId xmlns:a16="http://schemas.microsoft.com/office/drawing/2014/main" id="{05E5EDFE-38EF-4FA9-B385-E21B75E94935}"/>
                    </a:ext>
                  </a:extLst>
                </p:cNvPr>
                <p:cNvSpPr/>
                <p:nvPr/>
              </p:nvSpPr>
              <p:spPr>
                <a:xfrm>
                  <a:off x="6640689" y="4128559"/>
                  <a:ext cx="335596" cy="226591"/>
                </a:xfrm>
                <a:prstGeom prst="rect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3"/>
                </a:lnRef>
                <a:fillRef idx="2">
                  <a:schemeClr val="accent3"/>
                </a:fillRef>
                <a:effectRef idx="1">
                  <a:schemeClr val="accent3"/>
                </a:effectRef>
                <a:fontRef idx="minor">
                  <a:schemeClr val="dk1"/>
                </a:fontRef>
              </p:style>
              <p:txBody>
                <a:bodyPr wrap="none" lIns="36000" tIns="36000" rIns="36000" bIns="36000">
                  <a:spAutoFit/>
                </a:bodyPr>
                <a:lstStyle/>
                <a:p>
                  <a:r>
                    <a:rPr lang="fr-FR" altLang="zh-CN" sz="1000" dirty="0">
                      <a:latin typeface="NimbusRomDOT-Reg"/>
                    </a:rPr>
                    <a:t>8382</a:t>
                  </a:r>
                  <a:endParaRPr lang="zh-CN" altLang="en-US" sz="1000" dirty="0"/>
                </a:p>
              </p:txBody>
            </p:sp>
            <p:cxnSp>
              <p:nvCxnSpPr>
                <p:cNvPr id="110" name="直接箭头连接符 79">
                  <a:extLst>
                    <a:ext uri="{FF2B5EF4-FFF2-40B4-BE49-F238E27FC236}">
                      <a16:creationId xmlns:a16="http://schemas.microsoft.com/office/drawing/2014/main" id="{54195F5F-11F8-44E8-9214-9775522CE5D1}"/>
                    </a:ext>
                  </a:extLst>
                </p:cNvPr>
                <p:cNvCxnSpPr>
                  <a:cxnSpLocks/>
                  <a:stCxn id="102" idx="2"/>
                  <a:endCxn id="109" idx="1"/>
                </p:cNvCxnSpPr>
                <p:nvPr/>
              </p:nvCxnSpPr>
              <p:spPr>
                <a:xfrm rot="16200000" flipH="1">
                  <a:off x="6071648" y="3672814"/>
                  <a:ext cx="343300" cy="794781"/>
                </a:xfrm>
                <a:prstGeom prst="curvedConnector2">
                  <a:avLst/>
                </a:prstGeom>
                <a:ln w="12700">
                  <a:solidFill>
                    <a:srgbClr val="FF0000"/>
                  </a:solidFill>
                  <a:headEnd type="oval"/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1" name="直接箭头连接符 79">
                  <a:extLst>
                    <a:ext uri="{FF2B5EF4-FFF2-40B4-BE49-F238E27FC236}">
                      <a16:creationId xmlns:a16="http://schemas.microsoft.com/office/drawing/2014/main" id="{AC4A33F1-2871-4F37-94AE-6B2591A01E74}"/>
                    </a:ext>
                  </a:extLst>
                </p:cNvPr>
                <p:cNvCxnSpPr>
                  <a:cxnSpLocks/>
                  <a:stCxn id="101" idx="2"/>
                  <a:endCxn id="105" idx="1"/>
                </p:cNvCxnSpPr>
                <p:nvPr/>
              </p:nvCxnSpPr>
              <p:spPr>
                <a:xfrm rot="5400000">
                  <a:off x="5242515" y="4180045"/>
                  <a:ext cx="796484" cy="233505"/>
                </a:xfrm>
                <a:prstGeom prst="curvedConnector4">
                  <a:avLst>
                    <a:gd name="adj1" fmla="val 12939"/>
                    <a:gd name="adj2" fmla="val 138307"/>
                  </a:avLst>
                </a:prstGeom>
                <a:ln w="12700">
                  <a:solidFill>
                    <a:srgbClr val="FF0000"/>
                  </a:solidFill>
                  <a:headEnd type="oval"/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13" name="矩形 112">
                <a:extLst>
                  <a:ext uri="{FF2B5EF4-FFF2-40B4-BE49-F238E27FC236}">
                    <a16:creationId xmlns:a16="http://schemas.microsoft.com/office/drawing/2014/main" id="{C044A051-8789-499F-B3C8-800FCB748D79}"/>
                  </a:ext>
                </a:extLst>
              </p:cNvPr>
              <p:cNvSpPr/>
              <p:nvPr/>
            </p:nvSpPr>
            <p:spPr>
              <a:xfrm>
                <a:off x="7679580" y="4341278"/>
                <a:ext cx="1525024" cy="1280528"/>
              </a:xfrm>
              <a:prstGeom prst="rect">
                <a:avLst/>
              </a:prstGeom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4" name="矩形 113">
                <a:extLst>
                  <a:ext uri="{FF2B5EF4-FFF2-40B4-BE49-F238E27FC236}">
                    <a16:creationId xmlns:a16="http://schemas.microsoft.com/office/drawing/2014/main" id="{DF64B001-5BC9-4D1F-9343-F6DCF7929C05}"/>
                  </a:ext>
                </a:extLst>
              </p:cNvPr>
              <p:cNvSpPr/>
              <p:nvPr/>
            </p:nvSpPr>
            <p:spPr>
              <a:xfrm>
                <a:off x="7730634" y="4408776"/>
                <a:ext cx="176036" cy="217300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square" lIns="36000" tIns="36000" rIns="36000" bIns="36000">
                <a:spAutoFit/>
              </a:bodyPr>
              <a:lstStyle/>
              <a:p>
                <a:endParaRPr lang="zh-CN" altLang="en-US" sz="1000" dirty="0"/>
              </a:p>
            </p:txBody>
          </p:sp>
          <p:sp>
            <p:nvSpPr>
              <p:cNvPr id="115" name="矩形 114">
                <a:extLst>
                  <a:ext uri="{FF2B5EF4-FFF2-40B4-BE49-F238E27FC236}">
                    <a16:creationId xmlns:a16="http://schemas.microsoft.com/office/drawing/2014/main" id="{7918AA18-A93D-4CBA-BFEF-54F571616FAD}"/>
                  </a:ext>
                </a:extLst>
              </p:cNvPr>
              <p:cNvSpPr/>
              <p:nvPr/>
            </p:nvSpPr>
            <p:spPr>
              <a:xfrm>
                <a:off x="7920379" y="4408776"/>
                <a:ext cx="74690" cy="217300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square" lIns="36000" tIns="36000" rIns="36000" bIns="36000">
                <a:spAutoFit/>
              </a:bodyPr>
              <a:lstStyle/>
              <a:p>
                <a:endParaRPr lang="zh-CN" altLang="en-US" sz="1000" dirty="0"/>
              </a:p>
            </p:txBody>
          </p:sp>
          <p:sp>
            <p:nvSpPr>
              <p:cNvPr id="116" name="矩形 115">
                <a:extLst>
                  <a:ext uri="{FF2B5EF4-FFF2-40B4-BE49-F238E27FC236}">
                    <a16:creationId xmlns:a16="http://schemas.microsoft.com/office/drawing/2014/main" id="{8B91921B-92CA-452A-8220-A3783CF7134E}"/>
                  </a:ext>
                </a:extLst>
              </p:cNvPr>
              <p:cNvSpPr/>
              <p:nvPr/>
            </p:nvSpPr>
            <p:spPr>
              <a:xfrm>
                <a:off x="8008778" y="4408776"/>
                <a:ext cx="74690" cy="217300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square" lIns="36000" tIns="36000" rIns="36000" bIns="36000">
                <a:spAutoFit/>
              </a:bodyPr>
              <a:lstStyle/>
              <a:p>
                <a:endParaRPr lang="zh-CN" altLang="en-US" sz="1000" dirty="0"/>
              </a:p>
            </p:txBody>
          </p:sp>
          <p:sp>
            <p:nvSpPr>
              <p:cNvPr id="117" name="矩形 116">
                <a:extLst>
                  <a:ext uri="{FF2B5EF4-FFF2-40B4-BE49-F238E27FC236}">
                    <a16:creationId xmlns:a16="http://schemas.microsoft.com/office/drawing/2014/main" id="{008CC144-A550-44CA-856F-8D59BAD2D13B}"/>
                  </a:ext>
                </a:extLst>
              </p:cNvPr>
              <p:cNvSpPr/>
              <p:nvPr/>
            </p:nvSpPr>
            <p:spPr>
              <a:xfrm>
                <a:off x="8097177" y="4408776"/>
                <a:ext cx="74690" cy="217300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square" lIns="36000" tIns="36000" rIns="36000" bIns="36000">
                <a:spAutoFit/>
              </a:bodyPr>
              <a:lstStyle/>
              <a:p>
                <a:endParaRPr lang="zh-CN" altLang="en-US" sz="1000" dirty="0"/>
              </a:p>
            </p:txBody>
          </p:sp>
          <p:cxnSp>
            <p:nvCxnSpPr>
              <p:cNvPr id="118" name="直接箭头连接符 79">
                <a:extLst>
                  <a:ext uri="{FF2B5EF4-FFF2-40B4-BE49-F238E27FC236}">
                    <a16:creationId xmlns:a16="http://schemas.microsoft.com/office/drawing/2014/main" id="{9C5804FE-1E19-4F9A-B532-39B32DEF7A60}"/>
                  </a:ext>
                </a:extLst>
              </p:cNvPr>
              <p:cNvCxnSpPr>
                <a:cxnSpLocks/>
                <a:stCxn id="117" idx="2"/>
                <a:endCxn id="123" idx="1"/>
              </p:cNvCxnSpPr>
              <p:nvPr/>
            </p:nvCxnSpPr>
            <p:spPr>
              <a:xfrm rot="16200000" flipH="1">
                <a:off x="8234545" y="4526053"/>
                <a:ext cx="160160" cy="360206"/>
              </a:xfrm>
              <a:prstGeom prst="curvedConnector2">
                <a:avLst/>
              </a:prstGeom>
              <a:ln w="12700">
                <a:solidFill>
                  <a:schemeClr val="bg1">
                    <a:lumMod val="50000"/>
                  </a:schemeClr>
                </a:solidFill>
                <a:headEnd type="oval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9" name="矩形 118">
                <a:extLst>
                  <a:ext uri="{FF2B5EF4-FFF2-40B4-BE49-F238E27FC236}">
                    <a16:creationId xmlns:a16="http://schemas.microsoft.com/office/drawing/2014/main" id="{47DF5DEB-E956-40D1-B5D7-1C3AB90E5838}"/>
                  </a:ext>
                </a:extLst>
              </p:cNvPr>
              <p:cNvSpPr/>
              <p:nvPr/>
            </p:nvSpPr>
            <p:spPr>
              <a:xfrm>
                <a:off x="7750112" y="5354063"/>
                <a:ext cx="1383960" cy="226591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none" lIns="36000" tIns="36000" rIns="36000" bIns="36000">
                <a:spAutoFit/>
              </a:bodyPr>
              <a:lstStyle/>
              <a:p>
                <a:r>
                  <a:rPr lang="fr-FR" altLang="zh-CN" sz="1000" dirty="0">
                    <a:latin typeface="NimbusRomDOT-Reg"/>
                  </a:rPr>
                  <a:t>65 Katz Comp. Sci. 75000</a:t>
                </a:r>
                <a:endParaRPr lang="zh-CN" altLang="en-US" sz="1000" dirty="0"/>
              </a:p>
            </p:txBody>
          </p:sp>
          <p:sp>
            <p:nvSpPr>
              <p:cNvPr id="120" name="矩形 119">
                <a:extLst>
                  <a:ext uri="{FF2B5EF4-FFF2-40B4-BE49-F238E27FC236}">
                    <a16:creationId xmlns:a16="http://schemas.microsoft.com/office/drawing/2014/main" id="{36DA9A22-0778-4492-A340-31A363196AF3}"/>
                  </a:ext>
                </a:extLst>
              </p:cNvPr>
              <p:cNvSpPr/>
              <p:nvPr/>
            </p:nvSpPr>
            <p:spPr>
              <a:xfrm>
                <a:off x="7753516" y="5127472"/>
                <a:ext cx="1154731" cy="226591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none" lIns="36000" tIns="36000" rIns="36000" bIns="36000">
                <a:spAutoFit/>
              </a:bodyPr>
              <a:lstStyle/>
              <a:p>
                <a:r>
                  <a:rPr lang="en-US" altLang="zh-CN" sz="1000" dirty="0" err="1">
                    <a:latin typeface="NimbusRomDOT-Reg"/>
                  </a:rPr>
                  <a:t>alifieri</a:t>
                </a:r>
                <a:r>
                  <a:rPr lang="en-US" altLang="zh-CN" sz="1000" dirty="0">
                    <a:latin typeface="NimbusRomDOT-Reg"/>
                  </a:rPr>
                  <a:t> History 62000</a:t>
                </a:r>
                <a:endParaRPr lang="zh-CN" altLang="en-US" sz="1000" dirty="0"/>
              </a:p>
            </p:txBody>
          </p:sp>
          <p:sp>
            <p:nvSpPr>
              <p:cNvPr id="121" name="矩形 120">
                <a:extLst>
                  <a:ext uri="{FF2B5EF4-FFF2-40B4-BE49-F238E27FC236}">
                    <a16:creationId xmlns:a16="http://schemas.microsoft.com/office/drawing/2014/main" id="{BF931157-AE8A-4CF5-810A-BFCFA25C16A4}"/>
                  </a:ext>
                </a:extLst>
              </p:cNvPr>
              <p:cNvSpPr/>
              <p:nvPr/>
            </p:nvSpPr>
            <p:spPr>
              <a:xfrm>
                <a:off x="8864503" y="5127472"/>
                <a:ext cx="269873" cy="226591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none" lIns="36000" tIns="36000" rIns="36000" bIns="36000">
                <a:spAutoFit/>
              </a:bodyPr>
              <a:lstStyle/>
              <a:p>
                <a:r>
                  <a:rPr lang="fr-FR" altLang="zh-CN" sz="1000" dirty="0">
                    <a:latin typeface="NimbusRomDOT-Reg"/>
                  </a:rPr>
                  <a:t>455</a:t>
                </a:r>
                <a:endParaRPr lang="zh-CN" altLang="en-US" sz="1000" dirty="0"/>
              </a:p>
            </p:txBody>
          </p:sp>
          <p:sp>
            <p:nvSpPr>
              <p:cNvPr id="122" name="矩形 121">
                <a:extLst>
                  <a:ext uri="{FF2B5EF4-FFF2-40B4-BE49-F238E27FC236}">
                    <a16:creationId xmlns:a16="http://schemas.microsoft.com/office/drawing/2014/main" id="{94AAC630-EBE2-47AB-8DAD-C31DC24E2790}"/>
                  </a:ext>
                </a:extLst>
              </p:cNvPr>
              <p:cNvSpPr/>
              <p:nvPr/>
            </p:nvSpPr>
            <p:spPr>
              <a:xfrm>
                <a:off x="7751726" y="4901695"/>
                <a:ext cx="928707" cy="226591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none" lIns="36000" tIns="36000" rIns="36000" bIns="36000">
                <a:spAutoFit/>
              </a:bodyPr>
              <a:lstStyle/>
              <a:p>
                <a:r>
                  <a:rPr lang="en-US" altLang="zh-CN" sz="1000" dirty="0">
                    <a:latin typeface="NimbusRomDOT-Reg"/>
                  </a:rPr>
                  <a:t>h Finance 80000</a:t>
                </a:r>
                <a:endParaRPr lang="zh-CN" altLang="en-US" sz="1000" dirty="0"/>
              </a:p>
            </p:txBody>
          </p:sp>
          <p:sp>
            <p:nvSpPr>
              <p:cNvPr id="123" name="矩形 122">
                <a:extLst>
                  <a:ext uri="{FF2B5EF4-FFF2-40B4-BE49-F238E27FC236}">
                    <a16:creationId xmlns:a16="http://schemas.microsoft.com/office/drawing/2014/main" id="{E9CF0B06-6429-41B8-A07B-4FA603547DC1}"/>
                  </a:ext>
                </a:extLst>
              </p:cNvPr>
              <p:cNvSpPr/>
              <p:nvPr/>
            </p:nvSpPr>
            <p:spPr>
              <a:xfrm>
                <a:off x="8494728" y="4672940"/>
                <a:ext cx="646578" cy="226591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none" lIns="36000" tIns="36000" rIns="36000" bIns="36000">
                <a:spAutoFit/>
              </a:bodyPr>
              <a:lstStyle/>
              <a:p>
                <a:r>
                  <a:rPr lang="en-US" altLang="zh-CN" sz="1000" dirty="0">
                    <a:latin typeface="NimbusRomDOT-Reg"/>
                  </a:rPr>
                  <a:t>76543 Sing</a:t>
                </a:r>
                <a:endParaRPr lang="zh-CN" altLang="en-US" sz="1000" dirty="0"/>
              </a:p>
            </p:txBody>
          </p:sp>
          <p:sp>
            <p:nvSpPr>
              <p:cNvPr id="124" name="矩形 123">
                <a:extLst>
                  <a:ext uri="{FF2B5EF4-FFF2-40B4-BE49-F238E27FC236}">
                    <a16:creationId xmlns:a16="http://schemas.microsoft.com/office/drawing/2014/main" id="{8B46F28E-669A-4502-90CA-3DDCB57D6035}"/>
                  </a:ext>
                </a:extLst>
              </p:cNvPr>
              <p:cNvSpPr/>
              <p:nvPr/>
            </p:nvSpPr>
            <p:spPr>
              <a:xfrm>
                <a:off x="8642204" y="4900206"/>
                <a:ext cx="499102" cy="226591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none" lIns="36000" tIns="36000" rIns="36000" bIns="36000">
                <a:spAutoFit/>
              </a:bodyPr>
              <a:lstStyle/>
              <a:p>
                <a:r>
                  <a:rPr lang="en-US" altLang="zh-CN" sz="1000" dirty="0">
                    <a:latin typeface="NimbusRomDOT-Reg"/>
                  </a:rPr>
                  <a:t>58583 C</a:t>
                </a:r>
                <a:endParaRPr lang="zh-CN" altLang="en-US" sz="1000" dirty="0"/>
              </a:p>
            </p:txBody>
          </p:sp>
          <p:cxnSp>
            <p:nvCxnSpPr>
              <p:cNvPr id="125" name="直接箭头连接符 79">
                <a:extLst>
                  <a:ext uri="{FF2B5EF4-FFF2-40B4-BE49-F238E27FC236}">
                    <a16:creationId xmlns:a16="http://schemas.microsoft.com/office/drawing/2014/main" id="{979F0174-E335-4AA9-B352-57BD013196B9}"/>
                  </a:ext>
                </a:extLst>
              </p:cNvPr>
              <p:cNvCxnSpPr>
                <a:cxnSpLocks/>
                <a:stCxn id="115" idx="2"/>
                <a:endCxn id="121" idx="1"/>
              </p:cNvCxnSpPr>
              <p:nvPr/>
            </p:nvCxnSpPr>
            <p:spPr>
              <a:xfrm rot="16200000" flipH="1">
                <a:off x="8103767" y="4480032"/>
                <a:ext cx="614692" cy="906779"/>
              </a:xfrm>
              <a:prstGeom prst="curvedConnector2">
                <a:avLst/>
              </a:prstGeom>
              <a:ln w="12700">
                <a:solidFill>
                  <a:schemeClr val="bg1">
                    <a:lumMod val="50000"/>
                  </a:schemeClr>
                </a:solidFill>
                <a:headEnd type="oval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6" name="直接箭头连接符 79">
                <a:extLst>
                  <a:ext uri="{FF2B5EF4-FFF2-40B4-BE49-F238E27FC236}">
                    <a16:creationId xmlns:a16="http://schemas.microsoft.com/office/drawing/2014/main" id="{A03B8733-9BC0-4A67-85B2-945110513421}"/>
                  </a:ext>
                </a:extLst>
              </p:cNvPr>
              <p:cNvCxnSpPr>
                <a:cxnSpLocks/>
                <a:stCxn id="116" idx="2"/>
                <a:endCxn id="124" idx="1"/>
              </p:cNvCxnSpPr>
              <p:nvPr/>
            </p:nvCxnSpPr>
            <p:spPr>
              <a:xfrm rot="16200000" flipH="1">
                <a:off x="8150450" y="4521748"/>
                <a:ext cx="387426" cy="596081"/>
              </a:xfrm>
              <a:prstGeom prst="curvedConnector2">
                <a:avLst/>
              </a:prstGeom>
              <a:ln w="12700">
                <a:solidFill>
                  <a:schemeClr val="bg1">
                    <a:lumMod val="50000"/>
                  </a:schemeClr>
                </a:solidFill>
                <a:headEnd type="oval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8" name="矩形 127">
                <a:extLst>
                  <a:ext uri="{FF2B5EF4-FFF2-40B4-BE49-F238E27FC236}">
                    <a16:creationId xmlns:a16="http://schemas.microsoft.com/office/drawing/2014/main" id="{31469975-C1FC-4AE1-9085-5FC236EE076B}"/>
                  </a:ext>
                </a:extLst>
              </p:cNvPr>
              <p:cNvSpPr/>
              <p:nvPr/>
            </p:nvSpPr>
            <p:spPr>
              <a:xfrm>
                <a:off x="9395502" y="4339854"/>
                <a:ext cx="1525024" cy="1248642"/>
              </a:xfrm>
              <a:prstGeom prst="rect">
                <a:avLst/>
              </a:prstGeom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9" name="矩形 128">
                <a:extLst>
                  <a:ext uri="{FF2B5EF4-FFF2-40B4-BE49-F238E27FC236}">
                    <a16:creationId xmlns:a16="http://schemas.microsoft.com/office/drawing/2014/main" id="{C2593AC1-36F6-41F0-8AC8-9B945FBF8A0E}"/>
                  </a:ext>
                </a:extLst>
              </p:cNvPr>
              <p:cNvSpPr/>
              <p:nvPr/>
            </p:nvSpPr>
            <p:spPr>
              <a:xfrm>
                <a:off x="9446556" y="4408596"/>
                <a:ext cx="176036" cy="217300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square" lIns="36000" tIns="36000" rIns="36000" bIns="36000">
                <a:spAutoFit/>
              </a:bodyPr>
              <a:lstStyle/>
              <a:p>
                <a:endParaRPr lang="zh-CN" altLang="en-US" sz="1000" dirty="0"/>
              </a:p>
            </p:txBody>
          </p:sp>
          <p:sp>
            <p:nvSpPr>
              <p:cNvPr id="130" name="矩形 129">
                <a:extLst>
                  <a:ext uri="{FF2B5EF4-FFF2-40B4-BE49-F238E27FC236}">
                    <a16:creationId xmlns:a16="http://schemas.microsoft.com/office/drawing/2014/main" id="{4D1CBE59-04BF-4DB3-BA39-31A878FE5B1B}"/>
                  </a:ext>
                </a:extLst>
              </p:cNvPr>
              <p:cNvSpPr/>
              <p:nvPr/>
            </p:nvSpPr>
            <p:spPr>
              <a:xfrm>
                <a:off x="9636301" y="4408596"/>
                <a:ext cx="74690" cy="217300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square" lIns="36000" tIns="36000" rIns="36000" bIns="36000">
                <a:spAutoFit/>
              </a:bodyPr>
              <a:lstStyle/>
              <a:p>
                <a:endParaRPr lang="zh-CN" altLang="en-US" sz="1000" dirty="0"/>
              </a:p>
            </p:txBody>
          </p:sp>
          <p:sp>
            <p:nvSpPr>
              <p:cNvPr id="131" name="矩形 130">
                <a:extLst>
                  <a:ext uri="{FF2B5EF4-FFF2-40B4-BE49-F238E27FC236}">
                    <a16:creationId xmlns:a16="http://schemas.microsoft.com/office/drawing/2014/main" id="{11C6724D-736D-4F07-B44B-468E3223DEB1}"/>
                  </a:ext>
                </a:extLst>
              </p:cNvPr>
              <p:cNvSpPr/>
              <p:nvPr/>
            </p:nvSpPr>
            <p:spPr>
              <a:xfrm>
                <a:off x="9724700" y="4408596"/>
                <a:ext cx="74690" cy="217300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square" lIns="36000" tIns="36000" rIns="36000" bIns="36000">
                <a:spAutoFit/>
              </a:bodyPr>
              <a:lstStyle/>
              <a:p>
                <a:endParaRPr lang="zh-CN" altLang="en-US" sz="1000" dirty="0"/>
              </a:p>
            </p:txBody>
          </p:sp>
          <p:sp>
            <p:nvSpPr>
              <p:cNvPr id="132" name="矩形 131">
                <a:extLst>
                  <a:ext uri="{FF2B5EF4-FFF2-40B4-BE49-F238E27FC236}">
                    <a16:creationId xmlns:a16="http://schemas.microsoft.com/office/drawing/2014/main" id="{B2C622B9-2C76-4EF0-A83C-47CFD1BC6129}"/>
                  </a:ext>
                </a:extLst>
              </p:cNvPr>
              <p:cNvSpPr/>
              <p:nvPr/>
            </p:nvSpPr>
            <p:spPr>
              <a:xfrm>
                <a:off x="9813099" y="4408596"/>
                <a:ext cx="74690" cy="217300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square" lIns="36000" tIns="36000" rIns="36000" bIns="36000">
                <a:spAutoFit/>
              </a:bodyPr>
              <a:lstStyle/>
              <a:p>
                <a:endParaRPr lang="zh-CN" altLang="en-US" sz="1000" dirty="0"/>
              </a:p>
            </p:txBody>
          </p:sp>
          <p:cxnSp>
            <p:nvCxnSpPr>
              <p:cNvPr id="133" name="直接箭头连接符 79">
                <a:extLst>
                  <a:ext uri="{FF2B5EF4-FFF2-40B4-BE49-F238E27FC236}">
                    <a16:creationId xmlns:a16="http://schemas.microsoft.com/office/drawing/2014/main" id="{56FBA329-B152-47AC-BAC8-02CFA6103C2F}"/>
                  </a:ext>
                </a:extLst>
              </p:cNvPr>
              <p:cNvCxnSpPr>
                <a:cxnSpLocks/>
                <a:stCxn id="132" idx="2"/>
                <a:endCxn id="137" idx="1"/>
              </p:cNvCxnSpPr>
              <p:nvPr/>
            </p:nvCxnSpPr>
            <p:spPr>
              <a:xfrm rot="16200000" flipH="1">
                <a:off x="10112419" y="4363920"/>
                <a:ext cx="116708" cy="640659"/>
              </a:xfrm>
              <a:prstGeom prst="curvedConnector2">
                <a:avLst/>
              </a:prstGeom>
              <a:ln w="12700">
                <a:solidFill>
                  <a:schemeClr val="bg1">
                    <a:lumMod val="50000"/>
                  </a:schemeClr>
                </a:solidFill>
                <a:headEnd type="oval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4" name="矩形 133">
                <a:extLst>
                  <a:ext uri="{FF2B5EF4-FFF2-40B4-BE49-F238E27FC236}">
                    <a16:creationId xmlns:a16="http://schemas.microsoft.com/office/drawing/2014/main" id="{BF3A8D7D-19CD-4A2E-A3DC-41F272BBC57A}"/>
                  </a:ext>
                </a:extLst>
              </p:cNvPr>
              <p:cNvSpPr/>
              <p:nvPr/>
            </p:nvSpPr>
            <p:spPr>
              <a:xfrm>
                <a:off x="9440141" y="5309084"/>
                <a:ext cx="1452889" cy="226591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none" lIns="36000" tIns="36000" rIns="36000" bIns="36000">
                <a:spAutoFit/>
              </a:bodyPr>
              <a:lstStyle/>
              <a:p>
                <a:r>
                  <a:rPr lang="en-US" altLang="zh-CN" sz="1000" dirty="0">
                    <a:latin typeface="NimbusRomDOT-Reg"/>
                  </a:rPr>
                  <a:t>76766 Crick Biology 72000</a:t>
                </a:r>
                <a:endParaRPr lang="zh-CN" altLang="en-US" sz="1000" dirty="0"/>
              </a:p>
            </p:txBody>
          </p:sp>
          <p:sp>
            <p:nvSpPr>
              <p:cNvPr id="135" name="矩形 134">
                <a:extLst>
                  <a:ext uri="{FF2B5EF4-FFF2-40B4-BE49-F238E27FC236}">
                    <a16:creationId xmlns:a16="http://schemas.microsoft.com/office/drawing/2014/main" id="{3933C560-3457-477E-921E-7D484959DB5A}"/>
                  </a:ext>
                </a:extLst>
              </p:cNvPr>
              <p:cNvSpPr/>
              <p:nvPr/>
            </p:nvSpPr>
            <p:spPr>
              <a:xfrm>
                <a:off x="9445494" y="5082492"/>
                <a:ext cx="1449683" cy="226591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none" lIns="36000" tIns="36000" rIns="36000" bIns="36000">
                <a:spAutoFit/>
              </a:bodyPr>
              <a:lstStyle/>
              <a:p>
                <a:r>
                  <a:rPr lang="fr-FR" altLang="zh-CN" sz="1000" dirty="0">
                    <a:latin typeface="NimbusRomDOT-Reg"/>
                  </a:rPr>
                  <a:t>1 Brandt Comp. Sci. 92000</a:t>
                </a:r>
                <a:endParaRPr lang="zh-CN" altLang="en-US" sz="1000" dirty="0"/>
              </a:p>
            </p:txBody>
          </p:sp>
          <p:sp>
            <p:nvSpPr>
              <p:cNvPr id="136" name="矩形 135">
                <a:extLst>
                  <a:ext uri="{FF2B5EF4-FFF2-40B4-BE49-F238E27FC236}">
                    <a16:creationId xmlns:a16="http://schemas.microsoft.com/office/drawing/2014/main" id="{C1C4B31C-19A1-4032-80CA-E66A13CF972A}"/>
                  </a:ext>
                </a:extLst>
              </p:cNvPr>
              <p:cNvSpPr/>
              <p:nvPr/>
            </p:nvSpPr>
            <p:spPr>
              <a:xfrm>
                <a:off x="9436285" y="4855900"/>
                <a:ext cx="1151525" cy="226591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none" lIns="36000" tIns="36000" rIns="36000" bIns="36000">
                <a:spAutoFit/>
              </a:bodyPr>
              <a:lstStyle/>
              <a:p>
                <a:r>
                  <a:rPr lang="pt-BR" altLang="zh-CN" sz="1000" dirty="0">
                    <a:latin typeface="NimbusRomDOT-Reg"/>
                  </a:rPr>
                  <a:t>Kim Elec. Eng. 80000</a:t>
                </a:r>
                <a:endParaRPr lang="zh-CN" altLang="en-US" sz="1000" dirty="0"/>
              </a:p>
            </p:txBody>
          </p:sp>
          <p:sp>
            <p:nvSpPr>
              <p:cNvPr id="137" name="矩形 136">
                <a:extLst>
                  <a:ext uri="{FF2B5EF4-FFF2-40B4-BE49-F238E27FC236}">
                    <a16:creationId xmlns:a16="http://schemas.microsoft.com/office/drawing/2014/main" id="{AA4103EB-698B-4687-8D59-66B28C3492F1}"/>
                  </a:ext>
                </a:extLst>
              </p:cNvPr>
              <p:cNvSpPr/>
              <p:nvPr/>
            </p:nvSpPr>
            <p:spPr>
              <a:xfrm>
                <a:off x="10491103" y="4629308"/>
                <a:ext cx="401319" cy="226591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none" lIns="36000" tIns="36000" rIns="36000" bIns="36000">
                <a:spAutoFit/>
              </a:bodyPr>
              <a:lstStyle/>
              <a:p>
                <a:r>
                  <a:rPr lang="pt-BR" altLang="zh-CN" sz="1000" dirty="0">
                    <a:latin typeface="NimbusRomDOT-Reg"/>
                  </a:rPr>
                  <a:t>98345</a:t>
                </a:r>
                <a:endParaRPr lang="zh-CN" altLang="en-US" sz="1000" dirty="0"/>
              </a:p>
            </p:txBody>
          </p:sp>
          <p:sp>
            <p:nvSpPr>
              <p:cNvPr id="138" name="矩形 137">
                <a:extLst>
                  <a:ext uri="{FF2B5EF4-FFF2-40B4-BE49-F238E27FC236}">
                    <a16:creationId xmlns:a16="http://schemas.microsoft.com/office/drawing/2014/main" id="{3C996FD0-D512-43D9-90A1-E6ADD5364EA8}"/>
                  </a:ext>
                </a:extLst>
              </p:cNvPr>
              <p:cNvSpPr/>
              <p:nvPr/>
            </p:nvSpPr>
            <p:spPr>
              <a:xfrm>
                <a:off x="10556826" y="4855900"/>
                <a:ext cx="335596" cy="226591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none" lIns="36000" tIns="36000" rIns="36000" bIns="36000">
                <a:spAutoFit/>
              </a:bodyPr>
              <a:lstStyle/>
              <a:p>
                <a:r>
                  <a:rPr lang="fr-FR" altLang="zh-CN" sz="1000" dirty="0">
                    <a:latin typeface="NimbusRomDOT-Reg"/>
                  </a:rPr>
                  <a:t>8382</a:t>
                </a:r>
                <a:endParaRPr lang="zh-CN" altLang="en-US" sz="1000" dirty="0"/>
              </a:p>
            </p:txBody>
          </p:sp>
          <p:cxnSp>
            <p:nvCxnSpPr>
              <p:cNvPr id="139" name="直接箭头连接符 79">
                <a:extLst>
                  <a:ext uri="{FF2B5EF4-FFF2-40B4-BE49-F238E27FC236}">
                    <a16:creationId xmlns:a16="http://schemas.microsoft.com/office/drawing/2014/main" id="{6F654B05-472B-4FB5-A2D1-650C4849CECC}"/>
                  </a:ext>
                </a:extLst>
              </p:cNvPr>
              <p:cNvCxnSpPr>
                <a:cxnSpLocks/>
                <a:stCxn id="131" idx="2"/>
                <a:endCxn id="138" idx="1"/>
              </p:cNvCxnSpPr>
              <p:nvPr/>
            </p:nvCxnSpPr>
            <p:spPr>
              <a:xfrm rot="16200000" flipH="1">
                <a:off x="9987785" y="4400155"/>
                <a:ext cx="343300" cy="794781"/>
              </a:xfrm>
              <a:prstGeom prst="curvedConnector2">
                <a:avLst/>
              </a:prstGeom>
              <a:ln w="12700">
                <a:solidFill>
                  <a:schemeClr val="bg1">
                    <a:lumMod val="50000"/>
                  </a:schemeClr>
                </a:solidFill>
                <a:headEnd type="oval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0" name="直接箭头连接符 79">
                <a:extLst>
                  <a:ext uri="{FF2B5EF4-FFF2-40B4-BE49-F238E27FC236}">
                    <a16:creationId xmlns:a16="http://schemas.microsoft.com/office/drawing/2014/main" id="{9340826D-9B61-4762-A26F-592CDDF9503A}"/>
                  </a:ext>
                </a:extLst>
              </p:cNvPr>
              <p:cNvCxnSpPr>
                <a:cxnSpLocks/>
                <a:stCxn id="130" idx="2"/>
                <a:endCxn id="134" idx="1"/>
              </p:cNvCxnSpPr>
              <p:nvPr/>
            </p:nvCxnSpPr>
            <p:spPr>
              <a:xfrm rot="5400000">
                <a:off x="9158652" y="4907386"/>
                <a:ext cx="796484" cy="233505"/>
              </a:xfrm>
              <a:prstGeom prst="curvedConnector4">
                <a:avLst>
                  <a:gd name="adj1" fmla="val 12939"/>
                  <a:gd name="adj2" fmla="val 138307"/>
                </a:avLst>
              </a:prstGeom>
              <a:ln w="12700">
                <a:solidFill>
                  <a:schemeClr val="bg1">
                    <a:lumMod val="50000"/>
                  </a:schemeClr>
                </a:solidFill>
                <a:headEnd type="oval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42" name="矩形 141">
              <a:extLst>
                <a:ext uri="{FF2B5EF4-FFF2-40B4-BE49-F238E27FC236}">
                  <a16:creationId xmlns:a16="http://schemas.microsoft.com/office/drawing/2014/main" id="{ADBF0E16-7237-4E6A-BAEC-C0B64081C83F}"/>
                </a:ext>
              </a:extLst>
            </p:cNvPr>
            <p:cNvSpPr/>
            <p:nvPr/>
          </p:nvSpPr>
          <p:spPr>
            <a:xfrm>
              <a:off x="7748564" y="1291200"/>
              <a:ext cx="1525024" cy="105916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4" name="矩形 143">
              <a:extLst>
                <a:ext uri="{FF2B5EF4-FFF2-40B4-BE49-F238E27FC236}">
                  <a16:creationId xmlns:a16="http://schemas.microsoft.com/office/drawing/2014/main" id="{5510D5BB-B356-4097-8C8E-26F36AEBBB3E}"/>
                </a:ext>
              </a:extLst>
            </p:cNvPr>
            <p:cNvSpPr/>
            <p:nvPr/>
          </p:nvSpPr>
          <p:spPr>
            <a:xfrm>
              <a:off x="8762956" y="1340148"/>
              <a:ext cx="472225" cy="22659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lIns="36000" tIns="36000" rIns="36000" bIns="36000">
              <a:spAutoFit/>
            </a:bodyPr>
            <a:lstStyle/>
            <a:p>
              <a:pPr algn="ctr"/>
              <a:r>
                <a:rPr lang="it-IT" altLang="zh-CN" sz="1000" dirty="0">
                  <a:latin typeface="NimbusRomDOT-Reg"/>
                </a:rPr>
                <a:t>62000</a:t>
              </a:r>
              <a:endParaRPr lang="zh-CN" altLang="en-US" sz="1000" dirty="0"/>
            </a:p>
          </p:txBody>
        </p:sp>
        <p:sp>
          <p:nvSpPr>
            <p:cNvPr id="145" name="矩形 144">
              <a:extLst>
                <a:ext uri="{FF2B5EF4-FFF2-40B4-BE49-F238E27FC236}">
                  <a16:creationId xmlns:a16="http://schemas.microsoft.com/office/drawing/2014/main" id="{04532816-53E8-4221-BF2C-6000A6EA38E2}"/>
                </a:ext>
              </a:extLst>
            </p:cNvPr>
            <p:cNvSpPr/>
            <p:nvPr/>
          </p:nvSpPr>
          <p:spPr>
            <a:xfrm>
              <a:off x="8278874" y="1343684"/>
              <a:ext cx="472225" cy="22659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lIns="36000" tIns="36000" rIns="36000" bIns="36000">
              <a:spAutoFit/>
            </a:bodyPr>
            <a:lstStyle/>
            <a:p>
              <a:pPr algn="ctr"/>
              <a:r>
                <a:rPr lang="it-IT" altLang="zh-CN" sz="1000" dirty="0">
                  <a:latin typeface="NimbusRomDOT-Reg"/>
                </a:rPr>
                <a:t>60000</a:t>
              </a:r>
              <a:endParaRPr lang="zh-CN" altLang="en-US" sz="1000" dirty="0"/>
            </a:p>
          </p:txBody>
        </p:sp>
        <p:sp>
          <p:nvSpPr>
            <p:cNvPr id="146" name="矩形 145">
              <a:extLst>
                <a:ext uri="{FF2B5EF4-FFF2-40B4-BE49-F238E27FC236}">
                  <a16:creationId xmlns:a16="http://schemas.microsoft.com/office/drawing/2014/main" id="{BC7D84D0-0CDD-43A2-B9A6-6A912C3F3947}"/>
                </a:ext>
              </a:extLst>
            </p:cNvPr>
            <p:cNvSpPr/>
            <p:nvPr/>
          </p:nvSpPr>
          <p:spPr>
            <a:xfrm>
              <a:off x="7794792" y="1341236"/>
              <a:ext cx="472225" cy="22659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lIns="36000" tIns="36000" rIns="36000" bIns="36000">
              <a:spAutoFit/>
            </a:bodyPr>
            <a:lstStyle/>
            <a:p>
              <a:pPr algn="ctr"/>
              <a:r>
                <a:rPr lang="it-IT" altLang="zh-CN" sz="1000" dirty="0">
                  <a:latin typeface="NimbusRomDOT-Reg"/>
                </a:rPr>
                <a:t>40000</a:t>
              </a:r>
              <a:endParaRPr lang="zh-CN" altLang="en-US" sz="1000" dirty="0"/>
            </a:p>
          </p:txBody>
        </p:sp>
        <p:cxnSp>
          <p:nvCxnSpPr>
            <p:cNvPr id="147" name="直接箭头连接符 79">
              <a:extLst>
                <a:ext uri="{FF2B5EF4-FFF2-40B4-BE49-F238E27FC236}">
                  <a16:creationId xmlns:a16="http://schemas.microsoft.com/office/drawing/2014/main" id="{F84F7B1D-BEAB-4DDF-96FC-E6ED81B4E96B}"/>
                </a:ext>
              </a:extLst>
            </p:cNvPr>
            <p:cNvCxnSpPr>
              <a:cxnSpLocks/>
              <a:stCxn id="213" idx="2"/>
              <a:endCxn id="72" idx="0"/>
            </p:cNvCxnSpPr>
            <p:nvPr/>
          </p:nvCxnSpPr>
          <p:spPr>
            <a:xfrm rot="16200000" flipH="1">
              <a:off x="9085698" y="2272344"/>
              <a:ext cx="661590" cy="730512"/>
            </a:xfrm>
            <a:prstGeom prst="curvedConnector3">
              <a:avLst>
                <a:gd name="adj1" fmla="val 50000"/>
              </a:avLst>
            </a:prstGeom>
            <a:ln w="12700">
              <a:solidFill>
                <a:srgbClr val="FF0000"/>
              </a:solidFill>
              <a:prstDash val="dash"/>
              <a:headEnd type="oval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直接箭头连接符 79">
              <a:extLst>
                <a:ext uri="{FF2B5EF4-FFF2-40B4-BE49-F238E27FC236}">
                  <a16:creationId xmlns:a16="http://schemas.microsoft.com/office/drawing/2014/main" id="{3EC05311-9E48-4C18-8B93-4FEE4B0A0325}"/>
                </a:ext>
              </a:extLst>
            </p:cNvPr>
            <p:cNvCxnSpPr>
              <a:cxnSpLocks/>
              <a:stCxn id="212" idx="2"/>
              <a:endCxn id="64" idx="0"/>
            </p:cNvCxnSpPr>
            <p:nvPr/>
          </p:nvCxnSpPr>
          <p:spPr>
            <a:xfrm rot="5400000">
              <a:off x="8323820" y="2118356"/>
              <a:ext cx="674842" cy="1051740"/>
            </a:xfrm>
            <a:prstGeom prst="curvedConnector3">
              <a:avLst>
                <a:gd name="adj1" fmla="val 50000"/>
              </a:avLst>
            </a:prstGeom>
            <a:ln w="12700">
              <a:solidFill>
                <a:srgbClr val="FF0000"/>
              </a:solidFill>
              <a:prstDash val="dash"/>
              <a:headEnd type="oval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直接箭头连接符 79">
              <a:extLst>
                <a:ext uri="{FF2B5EF4-FFF2-40B4-BE49-F238E27FC236}">
                  <a16:creationId xmlns:a16="http://schemas.microsoft.com/office/drawing/2014/main" id="{B3D12BB6-622C-46CD-B003-13B69A295508}"/>
                </a:ext>
              </a:extLst>
            </p:cNvPr>
            <p:cNvCxnSpPr>
              <a:cxnSpLocks/>
              <a:stCxn id="215" idx="2"/>
              <a:endCxn id="62" idx="0"/>
            </p:cNvCxnSpPr>
            <p:nvPr/>
          </p:nvCxnSpPr>
          <p:spPr>
            <a:xfrm rot="5400000">
              <a:off x="8025067" y="2239852"/>
              <a:ext cx="675302" cy="808289"/>
            </a:xfrm>
            <a:prstGeom prst="curvedConnector3">
              <a:avLst>
                <a:gd name="adj1" fmla="val 50000"/>
              </a:avLst>
            </a:prstGeom>
            <a:ln w="12700">
              <a:solidFill>
                <a:srgbClr val="FF0000"/>
              </a:solidFill>
              <a:prstDash val="dash"/>
              <a:headEnd type="oval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直接箭头连接符 79">
              <a:extLst>
                <a:ext uri="{FF2B5EF4-FFF2-40B4-BE49-F238E27FC236}">
                  <a16:creationId xmlns:a16="http://schemas.microsoft.com/office/drawing/2014/main" id="{3B0CD2E7-7722-4A4C-BAAE-6F5CF8A5A373}"/>
                </a:ext>
              </a:extLst>
            </p:cNvPr>
            <p:cNvCxnSpPr>
              <a:cxnSpLocks/>
              <a:stCxn id="214" idx="2"/>
              <a:endCxn id="116" idx="0"/>
            </p:cNvCxnSpPr>
            <p:nvPr/>
          </p:nvCxnSpPr>
          <p:spPr>
            <a:xfrm rot="5400000">
              <a:off x="7427346" y="2925583"/>
              <a:ext cx="2101971" cy="864415"/>
            </a:xfrm>
            <a:prstGeom prst="curvedConnector3">
              <a:avLst>
                <a:gd name="adj1" fmla="val 50000"/>
              </a:avLst>
            </a:prstGeom>
            <a:ln w="12700">
              <a:solidFill>
                <a:srgbClr val="FF0000"/>
              </a:solidFill>
              <a:prstDash val="dash"/>
              <a:headEnd type="oval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1" name="矩形 150">
              <a:extLst>
                <a:ext uri="{FF2B5EF4-FFF2-40B4-BE49-F238E27FC236}">
                  <a16:creationId xmlns:a16="http://schemas.microsoft.com/office/drawing/2014/main" id="{A3B3F3C3-1057-457D-BB24-49325C31BF42}"/>
                </a:ext>
              </a:extLst>
            </p:cNvPr>
            <p:cNvSpPr/>
            <p:nvPr/>
          </p:nvSpPr>
          <p:spPr>
            <a:xfrm>
              <a:off x="8764936" y="1577643"/>
              <a:ext cx="472225" cy="22659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lIns="36000" tIns="36000" rIns="36000" bIns="36000">
              <a:spAutoFit/>
            </a:bodyPr>
            <a:lstStyle/>
            <a:p>
              <a:pPr algn="ctr"/>
              <a:r>
                <a:rPr lang="it-IT" altLang="zh-CN" sz="1000" dirty="0">
                  <a:latin typeface="NimbusRomDOT-Reg"/>
                </a:rPr>
                <a:t>75000</a:t>
              </a:r>
              <a:endParaRPr lang="zh-CN" altLang="en-US" sz="1000" dirty="0"/>
            </a:p>
          </p:txBody>
        </p:sp>
        <p:sp>
          <p:nvSpPr>
            <p:cNvPr id="152" name="矩形 151">
              <a:extLst>
                <a:ext uri="{FF2B5EF4-FFF2-40B4-BE49-F238E27FC236}">
                  <a16:creationId xmlns:a16="http://schemas.microsoft.com/office/drawing/2014/main" id="{10725867-7837-4B6C-A1A2-E2759C463111}"/>
                </a:ext>
              </a:extLst>
            </p:cNvPr>
            <p:cNvSpPr/>
            <p:nvPr/>
          </p:nvSpPr>
          <p:spPr>
            <a:xfrm>
              <a:off x="8280854" y="1581179"/>
              <a:ext cx="472225" cy="22659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lIns="36000" tIns="36000" rIns="36000" bIns="36000">
              <a:spAutoFit/>
            </a:bodyPr>
            <a:lstStyle/>
            <a:p>
              <a:pPr algn="ctr"/>
              <a:r>
                <a:rPr lang="it-IT" altLang="zh-CN" sz="1000" dirty="0">
                  <a:latin typeface="NimbusRomDOT-Reg"/>
                </a:rPr>
                <a:t>72000</a:t>
              </a:r>
              <a:endParaRPr lang="zh-CN" altLang="en-US" sz="1000" dirty="0"/>
            </a:p>
          </p:txBody>
        </p:sp>
        <p:sp>
          <p:nvSpPr>
            <p:cNvPr id="153" name="矩形 152">
              <a:extLst>
                <a:ext uri="{FF2B5EF4-FFF2-40B4-BE49-F238E27FC236}">
                  <a16:creationId xmlns:a16="http://schemas.microsoft.com/office/drawing/2014/main" id="{DF512F69-2600-4C68-B065-CFD89D8D90E3}"/>
                </a:ext>
              </a:extLst>
            </p:cNvPr>
            <p:cNvSpPr/>
            <p:nvPr/>
          </p:nvSpPr>
          <p:spPr>
            <a:xfrm>
              <a:off x="7796772" y="1578731"/>
              <a:ext cx="472225" cy="22659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lIns="36000" tIns="36000" rIns="36000" bIns="36000">
              <a:spAutoFit/>
            </a:bodyPr>
            <a:lstStyle/>
            <a:p>
              <a:pPr algn="ctr"/>
              <a:r>
                <a:rPr lang="it-IT" altLang="zh-CN" sz="1000" dirty="0">
                  <a:latin typeface="NimbusRomDOT-Reg"/>
                </a:rPr>
                <a:t>65000</a:t>
              </a:r>
              <a:endParaRPr lang="zh-CN" altLang="en-US" sz="1000" dirty="0"/>
            </a:p>
          </p:txBody>
        </p:sp>
        <p:grpSp>
          <p:nvGrpSpPr>
            <p:cNvPr id="160" name="组合 159">
              <a:extLst>
                <a:ext uri="{FF2B5EF4-FFF2-40B4-BE49-F238E27FC236}">
                  <a16:creationId xmlns:a16="http://schemas.microsoft.com/office/drawing/2014/main" id="{F7D0BE6B-7FDD-4904-B92B-BB85186CCEBB}"/>
                </a:ext>
              </a:extLst>
            </p:cNvPr>
            <p:cNvGrpSpPr/>
            <p:nvPr/>
          </p:nvGrpSpPr>
          <p:grpSpPr>
            <a:xfrm>
              <a:off x="9357621" y="1288453"/>
              <a:ext cx="1525024" cy="1059168"/>
              <a:chOff x="7966974" y="1323693"/>
              <a:chExt cx="1525024" cy="1059168"/>
            </a:xfrm>
          </p:grpSpPr>
          <p:sp>
            <p:nvSpPr>
              <p:cNvPr id="161" name="矩形 160">
                <a:extLst>
                  <a:ext uri="{FF2B5EF4-FFF2-40B4-BE49-F238E27FC236}">
                    <a16:creationId xmlns:a16="http://schemas.microsoft.com/office/drawing/2014/main" id="{3D161DFF-F64C-49AD-84B5-453D4C58010C}"/>
                  </a:ext>
                </a:extLst>
              </p:cNvPr>
              <p:cNvSpPr/>
              <p:nvPr/>
            </p:nvSpPr>
            <p:spPr>
              <a:xfrm>
                <a:off x="7966974" y="1323693"/>
                <a:ext cx="1525024" cy="1059168"/>
              </a:xfrm>
              <a:prstGeom prst="rect">
                <a:avLst/>
              </a:prstGeom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2" name="矩形 161">
                <a:extLst>
                  <a:ext uri="{FF2B5EF4-FFF2-40B4-BE49-F238E27FC236}">
                    <a16:creationId xmlns:a16="http://schemas.microsoft.com/office/drawing/2014/main" id="{FB58D9D3-1C41-4A9E-B3BC-BB4E714B411D}"/>
                  </a:ext>
                </a:extLst>
              </p:cNvPr>
              <p:cNvSpPr/>
              <p:nvPr/>
            </p:nvSpPr>
            <p:spPr>
              <a:xfrm>
                <a:off x="8985272" y="2092669"/>
                <a:ext cx="472225" cy="226591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square" lIns="36000" tIns="36000" rIns="36000" bIns="36000">
                <a:spAutoFit/>
              </a:bodyPr>
              <a:lstStyle/>
              <a:p>
                <a:pPr algn="ctr"/>
                <a:r>
                  <a:rPr lang="it-IT" altLang="zh-CN" sz="1000" dirty="0">
                    <a:latin typeface="NimbusRomDOT-Reg"/>
                  </a:rPr>
                  <a:t>98345</a:t>
                </a:r>
                <a:endParaRPr lang="zh-CN" altLang="en-US" sz="1000" dirty="0"/>
              </a:p>
            </p:txBody>
          </p:sp>
          <p:sp>
            <p:nvSpPr>
              <p:cNvPr id="163" name="矩形 162">
                <a:extLst>
                  <a:ext uri="{FF2B5EF4-FFF2-40B4-BE49-F238E27FC236}">
                    <a16:creationId xmlns:a16="http://schemas.microsoft.com/office/drawing/2014/main" id="{889F2D2E-D8A6-4209-A87B-FBDF20673529}"/>
                  </a:ext>
                </a:extLst>
              </p:cNvPr>
              <p:cNvSpPr/>
              <p:nvPr/>
            </p:nvSpPr>
            <p:spPr>
              <a:xfrm>
                <a:off x="8501190" y="2096205"/>
                <a:ext cx="472225" cy="226591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square" lIns="36000" tIns="36000" rIns="36000" bIns="36000">
                <a:spAutoFit/>
              </a:bodyPr>
              <a:lstStyle/>
              <a:p>
                <a:pPr algn="ctr"/>
                <a:r>
                  <a:rPr lang="it-IT" altLang="zh-CN" sz="1000" dirty="0">
                    <a:latin typeface="NimbusRomDOT-Reg"/>
                  </a:rPr>
                  <a:t>83821</a:t>
                </a:r>
                <a:endParaRPr lang="zh-CN" altLang="en-US" sz="1000" dirty="0"/>
              </a:p>
            </p:txBody>
          </p:sp>
          <p:sp>
            <p:nvSpPr>
              <p:cNvPr id="164" name="矩形 163">
                <a:extLst>
                  <a:ext uri="{FF2B5EF4-FFF2-40B4-BE49-F238E27FC236}">
                    <a16:creationId xmlns:a16="http://schemas.microsoft.com/office/drawing/2014/main" id="{6F4EF4DD-80F5-4AB2-B85A-95AE30C96F6B}"/>
                  </a:ext>
                </a:extLst>
              </p:cNvPr>
              <p:cNvSpPr/>
              <p:nvPr/>
            </p:nvSpPr>
            <p:spPr>
              <a:xfrm>
                <a:off x="8017108" y="2093757"/>
                <a:ext cx="472225" cy="226591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square" lIns="36000" tIns="36000" rIns="36000" bIns="36000">
                <a:spAutoFit/>
              </a:bodyPr>
              <a:lstStyle/>
              <a:p>
                <a:pPr algn="ctr"/>
                <a:r>
                  <a:rPr lang="it-IT" altLang="zh-CN" sz="1000" dirty="0">
                    <a:latin typeface="NimbusRomDOT-Reg"/>
                  </a:rPr>
                  <a:t>76766</a:t>
                </a:r>
                <a:endParaRPr lang="zh-CN" altLang="en-US" sz="1000" dirty="0"/>
              </a:p>
            </p:txBody>
          </p:sp>
          <p:sp>
            <p:nvSpPr>
              <p:cNvPr id="165" name="矩形 164">
                <a:extLst>
                  <a:ext uri="{FF2B5EF4-FFF2-40B4-BE49-F238E27FC236}">
                    <a16:creationId xmlns:a16="http://schemas.microsoft.com/office/drawing/2014/main" id="{882F77DF-788D-4310-B7D3-96DD20BAE90C}"/>
                  </a:ext>
                </a:extLst>
              </p:cNvPr>
              <p:cNvSpPr/>
              <p:nvPr/>
            </p:nvSpPr>
            <p:spPr>
              <a:xfrm>
                <a:off x="8985272" y="1852940"/>
                <a:ext cx="472225" cy="226591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square" lIns="36000" tIns="36000" rIns="36000" bIns="36000">
                <a:spAutoFit/>
              </a:bodyPr>
              <a:lstStyle/>
              <a:p>
                <a:pPr algn="ctr"/>
                <a:r>
                  <a:rPr lang="it-IT" altLang="zh-CN" sz="1000" dirty="0">
                    <a:latin typeface="NimbusRomDOT-Reg"/>
                  </a:rPr>
                  <a:t>76543</a:t>
                </a:r>
                <a:endParaRPr lang="zh-CN" altLang="en-US" sz="1000" dirty="0"/>
              </a:p>
            </p:txBody>
          </p:sp>
          <p:sp>
            <p:nvSpPr>
              <p:cNvPr id="166" name="矩形 165">
                <a:extLst>
                  <a:ext uri="{FF2B5EF4-FFF2-40B4-BE49-F238E27FC236}">
                    <a16:creationId xmlns:a16="http://schemas.microsoft.com/office/drawing/2014/main" id="{D7454C3A-2BFC-4A09-B754-DA0F5D1FDD81}"/>
                  </a:ext>
                </a:extLst>
              </p:cNvPr>
              <p:cNvSpPr/>
              <p:nvPr/>
            </p:nvSpPr>
            <p:spPr>
              <a:xfrm>
                <a:off x="8501190" y="1856476"/>
                <a:ext cx="472225" cy="226591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square" lIns="36000" tIns="36000" rIns="36000" bIns="36000">
                <a:spAutoFit/>
              </a:bodyPr>
              <a:lstStyle/>
              <a:p>
                <a:pPr algn="ctr"/>
                <a:r>
                  <a:rPr lang="it-IT" altLang="zh-CN" sz="1000" dirty="0">
                    <a:latin typeface="NimbusRomDOT-Reg"/>
                  </a:rPr>
                  <a:t>58583</a:t>
                </a:r>
                <a:endParaRPr lang="zh-CN" altLang="en-US" sz="1000" dirty="0"/>
              </a:p>
            </p:txBody>
          </p:sp>
          <p:sp>
            <p:nvSpPr>
              <p:cNvPr id="167" name="矩形 166">
                <a:extLst>
                  <a:ext uri="{FF2B5EF4-FFF2-40B4-BE49-F238E27FC236}">
                    <a16:creationId xmlns:a16="http://schemas.microsoft.com/office/drawing/2014/main" id="{7BDD4AD9-6987-492B-9D55-64FA9090721B}"/>
                  </a:ext>
                </a:extLst>
              </p:cNvPr>
              <p:cNvSpPr/>
              <p:nvPr/>
            </p:nvSpPr>
            <p:spPr>
              <a:xfrm>
                <a:off x="8017108" y="1854028"/>
                <a:ext cx="472225" cy="226591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square" lIns="36000" tIns="36000" rIns="36000" bIns="36000">
                <a:spAutoFit/>
              </a:bodyPr>
              <a:lstStyle/>
              <a:p>
                <a:pPr algn="ctr"/>
                <a:r>
                  <a:rPr lang="it-IT" altLang="zh-CN" sz="1000" dirty="0">
                    <a:latin typeface="NimbusRomDOT-Reg"/>
                  </a:rPr>
                  <a:t>45565</a:t>
                </a:r>
                <a:endParaRPr lang="zh-CN" altLang="en-US" sz="1000" dirty="0"/>
              </a:p>
            </p:txBody>
          </p:sp>
          <p:sp>
            <p:nvSpPr>
              <p:cNvPr id="168" name="矩形 167">
                <a:extLst>
                  <a:ext uri="{FF2B5EF4-FFF2-40B4-BE49-F238E27FC236}">
                    <a16:creationId xmlns:a16="http://schemas.microsoft.com/office/drawing/2014/main" id="{793EA4AC-51BB-42FD-B7F1-59AC5BE72724}"/>
                  </a:ext>
                </a:extLst>
              </p:cNvPr>
              <p:cNvSpPr/>
              <p:nvPr/>
            </p:nvSpPr>
            <p:spPr>
              <a:xfrm>
                <a:off x="8981366" y="1612370"/>
                <a:ext cx="472225" cy="226591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square" lIns="36000" tIns="36000" rIns="36000" bIns="36000">
                <a:spAutoFit/>
              </a:bodyPr>
              <a:lstStyle/>
              <a:p>
                <a:pPr algn="ctr"/>
                <a:r>
                  <a:rPr lang="it-IT" altLang="zh-CN" sz="1000" dirty="0">
                    <a:latin typeface="NimbusRomDOT-Reg"/>
                  </a:rPr>
                  <a:t>33456</a:t>
                </a:r>
                <a:endParaRPr lang="zh-CN" altLang="en-US" sz="1000" dirty="0"/>
              </a:p>
            </p:txBody>
          </p:sp>
          <p:sp>
            <p:nvSpPr>
              <p:cNvPr id="169" name="矩形 168">
                <a:extLst>
                  <a:ext uri="{FF2B5EF4-FFF2-40B4-BE49-F238E27FC236}">
                    <a16:creationId xmlns:a16="http://schemas.microsoft.com/office/drawing/2014/main" id="{85488F2B-E23B-4612-9302-4F29D6581D06}"/>
                  </a:ext>
                </a:extLst>
              </p:cNvPr>
              <p:cNvSpPr/>
              <p:nvPr/>
            </p:nvSpPr>
            <p:spPr>
              <a:xfrm>
                <a:off x="8497284" y="1615906"/>
                <a:ext cx="472225" cy="226591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square" lIns="36000" tIns="36000" rIns="36000" bIns="36000">
                <a:spAutoFit/>
              </a:bodyPr>
              <a:lstStyle/>
              <a:p>
                <a:pPr algn="ctr"/>
                <a:r>
                  <a:rPr lang="it-IT" altLang="zh-CN" sz="1000" dirty="0">
                    <a:latin typeface="NimbusRomDOT-Reg"/>
                  </a:rPr>
                  <a:t>32343</a:t>
                </a:r>
                <a:endParaRPr lang="zh-CN" altLang="en-US" sz="1000" dirty="0"/>
              </a:p>
            </p:txBody>
          </p:sp>
          <p:sp>
            <p:nvSpPr>
              <p:cNvPr id="170" name="矩形 169">
                <a:extLst>
                  <a:ext uri="{FF2B5EF4-FFF2-40B4-BE49-F238E27FC236}">
                    <a16:creationId xmlns:a16="http://schemas.microsoft.com/office/drawing/2014/main" id="{83F6B883-4CDD-4C8C-95F7-594AA42973DC}"/>
                  </a:ext>
                </a:extLst>
              </p:cNvPr>
              <p:cNvSpPr/>
              <p:nvPr/>
            </p:nvSpPr>
            <p:spPr>
              <a:xfrm>
                <a:off x="8013202" y="1613458"/>
                <a:ext cx="472225" cy="226591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square" lIns="36000" tIns="36000" rIns="36000" bIns="36000">
                <a:spAutoFit/>
              </a:bodyPr>
              <a:lstStyle/>
              <a:p>
                <a:pPr algn="ctr"/>
                <a:r>
                  <a:rPr lang="it-IT" altLang="zh-CN" sz="1000" dirty="0">
                    <a:latin typeface="NimbusRomDOT-Reg"/>
                  </a:rPr>
                  <a:t>22222</a:t>
                </a:r>
                <a:endParaRPr lang="zh-CN" altLang="en-US" sz="1000" dirty="0"/>
              </a:p>
            </p:txBody>
          </p:sp>
          <p:sp>
            <p:nvSpPr>
              <p:cNvPr id="171" name="矩形 170">
                <a:extLst>
                  <a:ext uri="{FF2B5EF4-FFF2-40B4-BE49-F238E27FC236}">
                    <a16:creationId xmlns:a16="http://schemas.microsoft.com/office/drawing/2014/main" id="{3E779806-372F-4C5A-BE69-88B307F33CBE}"/>
                  </a:ext>
                </a:extLst>
              </p:cNvPr>
              <p:cNvSpPr/>
              <p:nvPr/>
            </p:nvSpPr>
            <p:spPr>
              <a:xfrm>
                <a:off x="8981366" y="1372641"/>
                <a:ext cx="472225" cy="226591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square" lIns="36000" tIns="36000" rIns="36000" bIns="36000">
                <a:spAutoFit/>
              </a:bodyPr>
              <a:lstStyle/>
              <a:p>
                <a:pPr algn="ctr"/>
                <a:r>
                  <a:rPr lang="it-IT" altLang="zh-CN" sz="1000" dirty="0">
                    <a:latin typeface="NimbusRomDOT-Reg"/>
                  </a:rPr>
                  <a:t>15151</a:t>
                </a:r>
                <a:endParaRPr lang="zh-CN" altLang="en-US" sz="1000" dirty="0"/>
              </a:p>
            </p:txBody>
          </p:sp>
          <p:sp>
            <p:nvSpPr>
              <p:cNvPr id="172" name="矩形 171">
                <a:extLst>
                  <a:ext uri="{FF2B5EF4-FFF2-40B4-BE49-F238E27FC236}">
                    <a16:creationId xmlns:a16="http://schemas.microsoft.com/office/drawing/2014/main" id="{36232427-FDA3-476E-95E8-8E77C25DC9B6}"/>
                  </a:ext>
                </a:extLst>
              </p:cNvPr>
              <p:cNvSpPr/>
              <p:nvPr/>
            </p:nvSpPr>
            <p:spPr>
              <a:xfrm>
                <a:off x="8497284" y="1376177"/>
                <a:ext cx="472225" cy="226591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square" lIns="36000" tIns="36000" rIns="36000" bIns="36000">
                <a:spAutoFit/>
              </a:bodyPr>
              <a:lstStyle/>
              <a:p>
                <a:pPr algn="ctr"/>
                <a:r>
                  <a:rPr lang="it-IT" altLang="zh-CN" sz="1000" dirty="0">
                    <a:latin typeface="NimbusRomDOT-Reg"/>
                  </a:rPr>
                  <a:t>12121</a:t>
                </a:r>
                <a:endParaRPr lang="zh-CN" altLang="en-US" sz="1000" dirty="0"/>
              </a:p>
            </p:txBody>
          </p:sp>
          <p:sp>
            <p:nvSpPr>
              <p:cNvPr id="173" name="矩形 172">
                <a:extLst>
                  <a:ext uri="{FF2B5EF4-FFF2-40B4-BE49-F238E27FC236}">
                    <a16:creationId xmlns:a16="http://schemas.microsoft.com/office/drawing/2014/main" id="{047BCE97-E89D-436B-8660-2E17643F1165}"/>
                  </a:ext>
                </a:extLst>
              </p:cNvPr>
              <p:cNvSpPr/>
              <p:nvPr/>
            </p:nvSpPr>
            <p:spPr>
              <a:xfrm>
                <a:off x="8013202" y="1373729"/>
                <a:ext cx="472225" cy="226591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square" lIns="36000" tIns="36000" rIns="36000" bIns="36000">
                <a:spAutoFit/>
              </a:bodyPr>
              <a:lstStyle/>
              <a:p>
                <a:pPr algn="ctr"/>
                <a:r>
                  <a:rPr lang="it-IT" altLang="zh-CN" sz="1000" dirty="0">
                    <a:latin typeface="NimbusRomDOT-Reg"/>
                  </a:rPr>
                  <a:t>10101</a:t>
                </a:r>
                <a:endParaRPr lang="zh-CN" altLang="en-US" sz="1000" dirty="0"/>
              </a:p>
            </p:txBody>
          </p:sp>
        </p:grpSp>
        <p:sp>
          <p:nvSpPr>
            <p:cNvPr id="174" name="矩形 173">
              <a:extLst>
                <a:ext uri="{FF2B5EF4-FFF2-40B4-BE49-F238E27FC236}">
                  <a16:creationId xmlns:a16="http://schemas.microsoft.com/office/drawing/2014/main" id="{9375AA98-7495-4DF8-B8F2-C997A75B38B4}"/>
                </a:ext>
              </a:extLst>
            </p:cNvPr>
            <p:cNvSpPr/>
            <p:nvPr/>
          </p:nvSpPr>
          <p:spPr>
            <a:xfrm>
              <a:off x="9357621" y="1296912"/>
              <a:ext cx="1525024" cy="105916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1" name="矩形 180">
              <a:extLst>
                <a:ext uri="{FF2B5EF4-FFF2-40B4-BE49-F238E27FC236}">
                  <a16:creationId xmlns:a16="http://schemas.microsoft.com/office/drawing/2014/main" id="{9DC131CE-4AA5-4A6A-AC65-F966982ECE91}"/>
                </a:ext>
              </a:extLst>
            </p:cNvPr>
            <p:cNvSpPr/>
            <p:nvPr/>
          </p:nvSpPr>
          <p:spPr>
            <a:xfrm>
              <a:off x="10368677" y="1343916"/>
              <a:ext cx="472225" cy="22659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lIns="36000" tIns="36000" rIns="36000" bIns="36000">
              <a:spAutoFit/>
            </a:bodyPr>
            <a:lstStyle/>
            <a:p>
              <a:pPr algn="ctr"/>
              <a:r>
                <a:rPr lang="it-IT" altLang="zh-CN" sz="1000" dirty="0">
                  <a:latin typeface="NimbusRomDOT-Reg"/>
                </a:rPr>
                <a:t>90000</a:t>
              </a:r>
              <a:endParaRPr lang="zh-CN" altLang="en-US" sz="1000" dirty="0"/>
            </a:p>
          </p:txBody>
        </p:sp>
        <p:sp>
          <p:nvSpPr>
            <p:cNvPr id="182" name="矩形 181">
              <a:extLst>
                <a:ext uri="{FF2B5EF4-FFF2-40B4-BE49-F238E27FC236}">
                  <a16:creationId xmlns:a16="http://schemas.microsoft.com/office/drawing/2014/main" id="{3CA74FF6-9B42-4D28-817B-2A6F2A70FDD0}"/>
                </a:ext>
              </a:extLst>
            </p:cNvPr>
            <p:cNvSpPr/>
            <p:nvPr/>
          </p:nvSpPr>
          <p:spPr>
            <a:xfrm>
              <a:off x="9884595" y="1347452"/>
              <a:ext cx="472225" cy="22659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lIns="36000" tIns="36000" rIns="36000" bIns="36000">
              <a:spAutoFit/>
            </a:bodyPr>
            <a:lstStyle/>
            <a:p>
              <a:pPr algn="ctr"/>
              <a:r>
                <a:rPr lang="it-IT" altLang="zh-CN" sz="1000" dirty="0">
                  <a:latin typeface="NimbusRomDOT-Reg"/>
                </a:rPr>
                <a:t>87000</a:t>
              </a:r>
              <a:endParaRPr lang="zh-CN" altLang="en-US" sz="1000" dirty="0"/>
            </a:p>
          </p:txBody>
        </p:sp>
        <p:sp>
          <p:nvSpPr>
            <p:cNvPr id="183" name="矩形 182">
              <a:extLst>
                <a:ext uri="{FF2B5EF4-FFF2-40B4-BE49-F238E27FC236}">
                  <a16:creationId xmlns:a16="http://schemas.microsoft.com/office/drawing/2014/main" id="{876EA8A8-C715-457A-BD95-BC446CB71B97}"/>
                </a:ext>
              </a:extLst>
            </p:cNvPr>
            <p:cNvSpPr/>
            <p:nvPr/>
          </p:nvSpPr>
          <p:spPr>
            <a:xfrm>
              <a:off x="9400513" y="1345004"/>
              <a:ext cx="472225" cy="22659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lIns="36000" tIns="36000" rIns="36000" bIns="36000">
              <a:spAutoFit/>
            </a:bodyPr>
            <a:lstStyle/>
            <a:p>
              <a:pPr algn="ctr"/>
              <a:r>
                <a:rPr lang="it-IT" altLang="zh-CN" sz="1000" dirty="0">
                  <a:latin typeface="NimbusRomDOT-Reg"/>
                </a:rPr>
                <a:t>80000</a:t>
              </a:r>
              <a:endParaRPr lang="zh-CN" altLang="en-US" sz="1000" dirty="0"/>
            </a:p>
          </p:txBody>
        </p:sp>
        <p:sp>
          <p:nvSpPr>
            <p:cNvPr id="184" name="矩形 183">
              <a:extLst>
                <a:ext uri="{FF2B5EF4-FFF2-40B4-BE49-F238E27FC236}">
                  <a16:creationId xmlns:a16="http://schemas.microsoft.com/office/drawing/2014/main" id="{48BE0416-141F-474E-AAD0-80270577D3F6}"/>
                </a:ext>
              </a:extLst>
            </p:cNvPr>
            <p:cNvSpPr/>
            <p:nvPr/>
          </p:nvSpPr>
          <p:spPr>
            <a:xfrm>
              <a:off x="9884595" y="1581746"/>
              <a:ext cx="472225" cy="22659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lIns="36000" tIns="36000" rIns="36000" bIns="36000">
              <a:spAutoFit/>
            </a:bodyPr>
            <a:lstStyle/>
            <a:p>
              <a:pPr algn="ctr"/>
              <a:r>
                <a:rPr lang="it-IT" altLang="zh-CN" sz="1000" dirty="0">
                  <a:latin typeface="NimbusRomDOT-Reg"/>
                </a:rPr>
                <a:t>95000</a:t>
              </a:r>
              <a:endParaRPr lang="zh-CN" altLang="en-US" sz="1000" dirty="0"/>
            </a:p>
          </p:txBody>
        </p:sp>
        <p:sp>
          <p:nvSpPr>
            <p:cNvPr id="185" name="矩形 184">
              <a:extLst>
                <a:ext uri="{FF2B5EF4-FFF2-40B4-BE49-F238E27FC236}">
                  <a16:creationId xmlns:a16="http://schemas.microsoft.com/office/drawing/2014/main" id="{BFE0C1A6-995E-4810-BBB4-F4F610A67FB3}"/>
                </a:ext>
              </a:extLst>
            </p:cNvPr>
            <p:cNvSpPr/>
            <p:nvPr/>
          </p:nvSpPr>
          <p:spPr>
            <a:xfrm>
              <a:off x="9400513" y="1579298"/>
              <a:ext cx="472225" cy="22659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lIns="36000" tIns="36000" rIns="36000" bIns="36000">
              <a:spAutoFit/>
            </a:bodyPr>
            <a:lstStyle/>
            <a:p>
              <a:pPr algn="ctr"/>
              <a:r>
                <a:rPr lang="it-IT" altLang="zh-CN" sz="1000" dirty="0">
                  <a:latin typeface="NimbusRomDOT-Reg"/>
                </a:rPr>
                <a:t>92000</a:t>
              </a:r>
              <a:endParaRPr lang="zh-CN" altLang="en-US" sz="1000" dirty="0"/>
            </a:p>
          </p:txBody>
        </p:sp>
        <p:sp>
          <p:nvSpPr>
            <p:cNvPr id="212" name="矩形 211">
              <a:extLst>
                <a:ext uri="{FF2B5EF4-FFF2-40B4-BE49-F238E27FC236}">
                  <a16:creationId xmlns:a16="http://schemas.microsoft.com/office/drawing/2014/main" id="{1A30E8E7-8805-4986-AB03-5E3377632B5C}"/>
                </a:ext>
              </a:extLst>
            </p:cNvPr>
            <p:cNvSpPr/>
            <p:nvPr/>
          </p:nvSpPr>
          <p:spPr>
            <a:xfrm>
              <a:off x="9129577" y="2074502"/>
              <a:ext cx="115068" cy="232303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lIns="36000" tIns="36000" rIns="36000" bIns="36000">
              <a:spAutoFit/>
            </a:bodyPr>
            <a:lstStyle/>
            <a:p>
              <a:pPr algn="ctr"/>
              <a:endParaRPr lang="zh-CN" altLang="en-US" sz="1000" dirty="0"/>
            </a:p>
          </p:txBody>
        </p:sp>
        <p:sp>
          <p:nvSpPr>
            <p:cNvPr id="213" name="矩形 212">
              <a:extLst>
                <a:ext uri="{FF2B5EF4-FFF2-40B4-BE49-F238E27FC236}">
                  <a16:creationId xmlns:a16="http://schemas.microsoft.com/office/drawing/2014/main" id="{3E1162B1-DEEF-43FE-82C9-ABAA752D08B0}"/>
                </a:ext>
              </a:extLst>
            </p:cNvPr>
            <p:cNvSpPr/>
            <p:nvPr/>
          </p:nvSpPr>
          <p:spPr>
            <a:xfrm>
              <a:off x="8993703" y="2074502"/>
              <a:ext cx="115068" cy="232303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lIns="36000" tIns="36000" rIns="36000" bIns="36000">
              <a:spAutoFit/>
            </a:bodyPr>
            <a:lstStyle/>
            <a:p>
              <a:pPr algn="ctr"/>
              <a:endParaRPr lang="zh-CN" altLang="en-US" sz="1000" dirty="0"/>
            </a:p>
          </p:txBody>
        </p:sp>
        <p:sp>
          <p:nvSpPr>
            <p:cNvPr id="214" name="矩形 213">
              <a:extLst>
                <a:ext uri="{FF2B5EF4-FFF2-40B4-BE49-F238E27FC236}">
                  <a16:creationId xmlns:a16="http://schemas.microsoft.com/office/drawing/2014/main" id="{C78A88E4-C294-426A-8276-D5F9E70014E7}"/>
                </a:ext>
              </a:extLst>
            </p:cNvPr>
            <p:cNvSpPr/>
            <p:nvPr/>
          </p:nvSpPr>
          <p:spPr>
            <a:xfrm>
              <a:off x="8853004" y="2074502"/>
              <a:ext cx="115068" cy="232303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lIns="36000" tIns="36000" rIns="36000" bIns="36000">
              <a:spAutoFit/>
            </a:bodyPr>
            <a:lstStyle/>
            <a:p>
              <a:pPr algn="ctr"/>
              <a:endParaRPr lang="zh-CN" altLang="en-US" sz="1000" dirty="0"/>
            </a:p>
          </p:txBody>
        </p:sp>
        <p:sp>
          <p:nvSpPr>
            <p:cNvPr id="215" name="矩形 214">
              <a:extLst>
                <a:ext uri="{FF2B5EF4-FFF2-40B4-BE49-F238E27FC236}">
                  <a16:creationId xmlns:a16="http://schemas.microsoft.com/office/drawing/2014/main" id="{4246A166-9A0B-4542-B145-B140DD7894B1}"/>
                </a:ext>
              </a:extLst>
            </p:cNvPr>
            <p:cNvSpPr/>
            <p:nvPr/>
          </p:nvSpPr>
          <p:spPr>
            <a:xfrm>
              <a:off x="8709328" y="2074042"/>
              <a:ext cx="115068" cy="232303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lIns="36000" tIns="36000" rIns="36000" bIns="36000">
              <a:spAutoFit/>
            </a:bodyPr>
            <a:lstStyle/>
            <a:p>
              <a:pPr algn="ctr"/>
              <a:endParaRPr lang="zh-CN" altLang="en-US" sz="1000" dirty="0"/>
            </a:p>
          </p:txBody>
        </p:sp>
        <p:cxnSp>
          <p:nvCxnSpPr>
            <p:cNvPr id="224" name="直接箭头连接符 79">
              <a:extLst>
                <a:ext uri="{FF2B5EF4-FFF2-40B4-BE49-F238E27FC236}">
                  <a16:creationId xmlns:a16="http://schemas.microsoft.com/office/drawing/2014/main" id="{1A95D775-3A97-4DC5-88C3-AF2A5807F8D2}"/>
                </a:ext>
              </a:extLst>
            </p:cNvPr>
            <p:cNvCxnSpPr>
              <a:cxnSpLocks/>
              <a:stCxn id="146" idx="3"/>
              <a:endCxn id="212" idx="0"/>
            </p:cNvCxnSpPr>
            <p:nvPr/>
          </p:nvCxnSpPr>
          <p:spPr>
            <a:xfrm>
              <a:off x="8267017" y="1454532"/>
              <a:ext cx="920094" cy="619970"/>
            </a:xfrm>
            <a:prstGeom prst="curvedConnector2">
              <a:avLst/>
            </a:prstGeom>
            <a:ln w="12700">
              <a:solidFill>
                <a:schemeClr val="bg1">
                  <a:lumMod val="50000"/>
                </a:schemeClr>
              </a:solidFill>
              <a:headEnd type="oval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7" name="直接箭头连接符 79">
              <a:extLst>
                <a:ext uri="{FF2B5EF4-FFF2-40B4-BE49-F238E27FC236}">
                  <a16:creationId xmlns:a16="http://schemas.microsoft.com/office/drawing/2014/main" id="{6F4E7256-3974-480C-AA13-518AB923A37E}"/>
                </a:ext>
              </a:extLst>
            </p:cNvPr>
            <p:cNvCxnSpPr>
              <a:cxnSpLocks/>
              <a:stCxn id="145" idx="3"/>
              <a:endCxn id="213" idx="0"/>
            </p:cNvCxnSpPr>
            <p:nvPr/>
          </p:nvCxnSpPr>
          <p:spPr>
            <a:xfrm>
              <a:off x="8751099" y="1456980"/>
              <a:ext cx="300138" cy="617522"/>
            </a:xfrm>
            <a:prstGeom prst="curvedConnector2">
              <a:avLst/>
            </a:prstGeom>
            <a:ln w="12700">
              <a:solidFill>
                <a:schemeClr val="bg1">
                  <a:lumMod val="50000"/>
                </a:schemeClr>
              </a:solidFill>
              <a:headEnd type="oval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" name="直接箭头连接符 79">
              <a:extLst>
                <a:ext uri="{FF2B5EF4-FFF2-40B4-BE49-F238E27FC236}">
                  <a16:creationId xmlns:a16="http://schemas.microsoft.com/office/drawing/2014/main" id="{2B3C8622-E1A4-45CC-8322-A536FEAEE121}"/>
                </a:ext>
              </a:extLst>
            </p:cNvPr>
            <p:cNvCxnSpPr>
              <a:cxnSpLocks/>
              <a:stCxn id="144" idx="3"/>
              <a:endCxn id="214" idx="0"/>
            </p:cNvCxnSpPr>
            <p:nvPr/>
          </p:nvCxnSpPr>
          <p:spPr>
            <a:xfrm flipH="1">
              <a:off x="8910538" y="1453444"/>
              <a:ext cx="324643" cy="621058"/>
            </a:xfrm>
            <a:prstGeom prst="curvedConnector4">
              <a:avLst>
                <a:gd name="adj1" fmla="val 13267"/>
                <a:gd name="adj2" fmla="val 43118"/>
              </a:avLst>
            </a:prstGeom>
            <a:ln w="12700">
              <a:solidFill>
                <a:schemeClr val="bg1">
                  <a:lumMod val="50000"/>
                </a:schemeClr>
              </a:solidFill>
              <a:headEnd type="oval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" name="直接箭头连接符 79">
              <a:extLst>
                <a:ext uri="{FF2B5EF4-FFF2-40B4-BE49-F238E27FC236}">
                  <a16:creationId xmlns:a16="http://schemas.microsoft.com/office/drawing/2014/main" id="{B858D67F-C469-41D1-8F79-673A9230B387}"/>
                </a:ext>
              </a:extLst>
            </p:cNvPr>
            <p:cNvCxnSpPr>
              <a:cxnSpLocks/>
              <a:stCxn id="153" idx="3"/>
              <a:endCxn id="215" idx="0"/>
            </p:cNvCxnSpPr>
            <p:nvPr/>
          </p:nvCxnSpPr>
          <p:spPr>
            <a:xfrm>
              <a:off x="8268997" y="1692027"/>
              <a:ext cx="497865" cy="382015"/>
            </a:xfrm>
            <a:prstGeom prst="curvedConnector2">
              <a:avLst/>
            </a:prstGeom>
            <a:ln w="12700">
              <a:solidFill>
                <a:schemeClr val="bg1">
                  <a:lumMod val="50000"/>
                </a:schemeClr>
              </a:solidFill>
              <a:headEnd type="oval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9" name="直接箭头连接符 79">
              <a:extLst>
                <a:ext uri="{FF2B5EF4-FFF2-40B4-BE49-F238E27FC236}">
                  <a16:creationId xmlns:a16="http://schemas.microsoft.com/office/drawing/2014/main" id="{E0DE2BCF-06FE-4E61-9AEE-A8B4BF650BD3}"/>
                </a:ext>
              </a:extLst>
            </p:cNvPr>
            <p:cNvCxnSpPr>
              <a:cxnSpLocks/>
              <a:stCxn id="152" idx="3"/>
              <a:endCxn id="216" idx="0"/>
            </p:cNvCxnSpPr>
            <p:nvPr/>
          </p:nvCxnSpPr>
          <p:spPr>
            <a:xfrm flipH="1">
              <a:off x="8627334" y="1694475"/>
              <a:ext cx="125745" cy="374930"/>
            </a:xfrm>
            <a:prstGeom prst="curvedConnector4">
              <a:avLst>
                <a:gd name="adj1" fmla="val 44791"/>
                <a:gd name="adj2" fmla="val 65109"/>
              </a:avLst>
            </a:prstGeom>
            <a:ln w="12700">
              <a:solidFill>
                <a:schemeClr val="bg1">
                  <a:lumMod val="50000"/>
                </a:schemeClr>
              </a:solidFill>
              <a:headEnd type="oval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3" name="直接箭头连接符 79">
              <a:extLst>
                <a:ext uri="{FF2B5EF4-FFF2-40B4-BE49-F238E27FC236}">
                  <a16:creationId xmlns:a16="http://schemas.microsoft.com/office/drawing/2014/main" id="{11588A2B-CE1C-4BA0-99F1-E85965ED38CD}"/>
                </a:ext>
              </a:extLst>
            </p:cNvPr>
            <p:cNvCxnSpPr>
              <a:cxnSpLocks/>
              <a:stCxn id="151" idx="3"/>
              <a:endCxn id="158" idx="0"/>
            </p:cNvCxnSpPr>
            <p:nvPr/>
          </p:nvCxnSpPr>
          <p:spPr>
            <a:xfrm flipH="1">
              <a:off x="8487051" y="1690939"/>
              <a:ext cx="750110" cy="378465"/>
            </a:xfrm>
            <a:prstGeom prst="curvedConnector4">
              <a:avLst>
                <a:gd name="adj1" fmla="val 10158"/>
                <a:gd name="adj2" fmla="val 43959"/>
              </a:avLst>
            </a:prstGeom>
            <a:ln w="12700">
              <a:solidFill>
                <a:schemeClr val="bg1">
                  <a:lumMod val="50000"/>
                </a:schemeClr>
              </a:solidFill>
              <a:headEnd type="oval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" name="直接箭头连接符 79">
              <a:extLst>
                <a:ext uri="{FF2B5EF4-FFF2-40B4-BE49-F238E27FC236}">
                  <a16:creationId xmlns:a16="http://schemas.microsoft.com/office/drawing/2014/main" id="{3134812F-7A10-4994-88A2-BF2B10CEE7C1}"/>
                </a:ext>
              </a:extLst>
            </p:cNvPr>
            <p:cNvCxnSpPr>
              <a:cxnSpLocks/>
              <a:stCxn id="216" idx="2"/>
              <a:endCxn id="130" idx="0"/>
            </p:cNvCxnSpPr>
            <p:nvPr/>
          </p:nvCxnSpPr>
          <p:spPr>
            <a:xfrm rot="16200000" flipH="1">
              <a:off x="8097046" y="2831996"/>
              <a:ext cx="2106888" cy="1046312"/>
            </a:xfrm>
            <a:prstGeom prst="curvedConnector3">
              <a:avLst>
                <a:gd name="adj1" fmla="val 50000"/>
              </a:avLst>
            </a:prstGeom>
            <a:ln w="12700">
              <a:solidFill>
                <a:srgbClr val="FF0000"/>
              </a:solidFill>
              <a:prstDash val="dash"/>
              <a:headEnd type="oval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" name="直接箭头连接符 79">
              <a:extLst>
                <a:ext uri="{FF2B5EF4-FFF2-40B4-BE49-F238E27FC236}">
                  <a16:creationId xmlns:a16="http://schemas.microsoft.com/office/drawing/2014/main" id="{2C0AB379-B55F-4CF5-8516-8E8865845E16}"/>
                </a:ext>
              </a:extLst>
            </p:cNvPr>
            <p:cNvCxnSpPr>
              <a:cxnSpLocks/>
              <a:stCxn id="158" idx="2"/>
              <a:endCxn id="115" idx="0"/>
            </p:cNvCxnSpPr>
            <p:nvPr/>
          </p:nvCxnSpPr>
          <p:spPr>
            <a:xfrm rot="5400000">
              <a:off x="7168854" y="3090578"/>
              <a:ext cx="2107069" cy="529327"/>
            </a:xfrm>
            <a:prstGeom prst="curvedConnector3">
              <a:avLst>
                <a:gd name="adj1" fmla="val 50000"/>
              </a:avLst>
            </a:prstGeom>
            <a:ln w="12700">
              <a:solidFill>
                <a:srgbClr val="FF0000"/>
              </a:solidFill>
              <a:prstDash val="dash"/>
              <a:headEnd type="oval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6" name="矩形 215">
              <a:extLst>
                <a:ext uri="{FF2B5EF4-FFF2-40B4-BE49-F238E27FC236}">
                  <a16:creationId xmlns:a16="http://schemas.microsoft.com/office/drawing/2014/main" id="{932101EA-85D6-4BAC-8574-61F2BEFE4660}"/>
                </a:ext>
              </a:extLst>
            </p:cNvPr>
            <p:cNvSpPr/>
            <p:nvPr/>
          </p:nvSpPr>
          <p:spPr>
            <a:xfrm>
              <a:off x="8569800" y="2069405"/>
              <a:ext cx="115068" cy="232303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lIns="36000" tIns="36000" rIns="36000" bIns="36000">
              <a:spAutoFit/>
            </a:bodyPr>
            <a:lstStyle/>
            <a:p>
              <a:pPr algn="ctr"/>
              <a:endParaRPr lang="zh-CN" altLang="en-US" sz="1000" dirty="0"/>
            </a:p>
          </p:txBody>
        </p:sp>
        <p:sp>
          <p:nvSpPr>
            <p:cNvPr id="158" name="矩形 157">
              <a:extLst>
                <a:ext uri="{FF2B5EF4-FFF2-40B4-BE49-F238E27FC236}">
                  <a16:creationId xmlns:a16="http://schemas.microsoft.com/office/drawing/2014/main" id="{C032625F-77FB-447E-8560-01275CFA1DAF}"/>
                </a:ext>
              </a:extLst>
            </p:cNvPr>
            <p:cNvSpPr/>
            <p:nvPr/>
          </p:nvSpPr>
          <p:spPr>
            <a:xfrm>
              <a:off x="8429517" y="2069404"/>
              <a:ext cx="115068" cy="232303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lIns="36000" tIns="36000" rIns="36000" bIns="36000">
              <a:spAutoFit/>
            </a:bodyPr>
            <a:lstStyle/>
            <a:p>
              <a:pPr algn="ctr"/>
              <a:endParaRPr lang="zh-CN" altLang="en-US" sz="1000" dirty="0"/>
            </a:p>
          </p:txBody>
        </p:sp>
        <p:cxnSp>
          <p:nvCxnSpPr>
            <p:cNvPr id="266" name="直接箭头连接符 79">
              <a:extLst>
                <a:ext uri="{FF2B5EF4-FFF2-40B4-BE49-F238E27FC236}">
                  <a16:creationId xmlns:a16="http://schemas.microsoft.com/office/drawing/2014/main" id="{BC1BFF0E-6D56-4657-B123-AEBD80009725}"/>
                </a:ext>
              </a:extLst>
            </p:cNvPr>
            <p:cNvCxnSpPr>
              <a:cxnSpLocks/>
              <a:stCxn id="183" idx="3"/>
              <a:endCxn id="218" idx="0"/>
            </p:cNvCxnSpPr>
            <p:nvPr/>
          </p:nvCxnSpPr>
          <p:spPr>
            <a:xfrm>
              <a:off x="9872738" y="1458300"/>
              <a:ext cx="907847" cy="619152"/>
            </a:xfrm>
            <a:prstGeom prst="curvedConnector2">
              <a:avLst/>
            </a:prstGeom>
            <a:ln w="12700">
              <a:solidFill>
                <a:schemeClr val="bg1">
                  <a:lumMod val="50000"/>
                </a:schemeClr>
              </a:solidFill>
              <a:headEnd type="oval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9" name="直接箭头连接符 79">
              <a:extLst>
                <a:ext uri="{FF2B5EF4-FFF2-40B4-BE49-F238E27FC236}">
                  <a16:creationId xmlns:a16="http://schemas.microsoft.com/office/drawing/2014/main" id="{7EF4ACF5-60F8-4AFE-960E-5B8254AE90F8}"/>
                </a:ext>
              </a:extLst>
            </p:cNvPr>
            <p:cNvCxnSpPr>
              <a:cxnSpLocks/>
              <a:stCxn id="182" idx="3"/>
              <a:endCxn id="219" idx="0"/>
            </p:cNvCxnSpPr>
            <p:nvPr/>
          </p:nvCxnSpPr>
          <p:spPr>
            <a:xfrm>
              <a:off x="10356820" y="1460748"/>
              <a:ext cx="287891" cy="616704"/>
            </a:xfrm>
            <a:prstGeom prst="curvedConnector2">
              <a:avLst/>
            </a:prstGeom>
            <a:ln w="12700">
              <a:solidFill>
                <a:schemeClr val="bg1">
                  <a:lumMod val="50000"/>
                </a:schemeClr>
              </a:solidFill>
              <a:headEnd type="oval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2" name="直接箭头连接符 79">
              <a:extLst>
                <a:ext uri="{FF2B5EF4-FFF2-40B4-BE49-F238E27FC236}">
                  <a16:creationId xmlns:a16="http://schemas.microsoft.com/office/drawing/2014/main" id="{54B2B218-D5EA-4490-8609-8AA1AEA835F6}"/>
                </a:ext>
              </a:extLst>
            </p:cNvPr>
            <p:cNvCxnSpPr>
              <a:cxnSpLocks/>
              <a:stCxn id="181" idx="3"/>
              <a:endCxn id="220" idx="0"/>
            </p:cNvCxnSpPr>
            <p:nvPr/>
          </p:nvCxnSpPr>
          <p:spPr>
            <a:xfrm flipH="1">
              <a:off x="10504012" y="1457212"/>
              <a:ext cx="336890" cy="620240"/>
            </a:xfrm>
            <a:prstGeom prst="curvedConnector4">
              <a:avLst>
                <a:gd name="adj1" fmla="val 22619"/>
                <a:gd name="adj2" fmla="val 59133"/>
              </a:avLst>
            </a:prstGeom>
            <a:ln w="12700">
              <a:solidFill>
                <a:schemeClr val="bg1">
                  <a:lumMod val="50000"/>
                </a:schemeClr>
              </a:solidFill>
              <a:headEnd type="oval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6" name="直接箭头连接符 79">
              <a:extLst>
                <a:ext uri="{FF2B5EF4-FFF2-40B4-BE49-F238E27FC236}">
                  <a16:creationId xmlns:a16="http://schemas.microsoft.com/office/drawing/2014/main" id="{2EFA064A-3361-4E4B-858D-055F4DE55C1A}"/>
                </a:ext>
              </a:extLst>
            </p:cNvPr>
            <p:cNvCxnSpPr>
              <a:cxnSpLocks/>
              <a:stCxn id="184" idx="1"/>
              <a:endCxn id="221" idx="0"/>
            </p:cNvCxnSpPr>
            <p:nvPr/>
          </p:nvCxnSpPr>
          <p:spPr>
            <a:xfrm rot="10800000" flipH="1" flipV="1">
              <a:off x="9884594" y="1695042"/>
              <a:ext cx="475741" cy="381950"/>
            </a:xfrm>
            <a:prstGeom prst="curvedConnector4">
              <a:avLst>
                <a:gd name="adj1" fmla="val 7660"/>
                <a:gd name="adj2" fmla="val 44013"/>
              </a:avLst>
            </a:prstGeom>
            <a:ln w="12700">
              <a:solidFill>
                <a:schemeClr val="bg1">
                  <a:lumMod val="50000"/>
                </a:schemeClr>
              </a:solidFill>
              <a:headEnd type="oval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2" name="直接箭头连接符 79">
              <a:extLst>
                <a:ext uri="{FF2B5EF4-FFF2-40B4-BE49-F238E27FC236}">
                  <a16:creationId xmlns:a16="http://schemas.microsoft.com/office/drawing/2014/main" id="{D79A5248-D762-47CE-97B6-7CCA9F09C593}"/>
                </a:ext>
              </a:extLst>
            </p:cNvPr>
            <p:cNvCxnSpPr>
              <a:cxnSpLocks/>
              <a:stCxn id="184" idx="3"/>
              <a:endCxn id="222" idx="0"/>
            </p:cNvCxnSpPr>
            <p:nvPr/>
          </p:nvCxnSpPr>
          <p:spPr>
            <a:xfrm flipH="1">
              <a:off x="10220808" y="1695042"/>
              <a:ext cx="136012" cy="377313"/>
            </a:xfrm>
            <a:prstGeom prst="curvedConnector4">
              <a:avLst>
                <a:gd name="adj1" fmla="val -56024"/>
                <a:gd name="adj2" fmla="val 42184"/>
              </a:avLst>
            </a:prstGeom>
            <a:ln w="12700">
              <a:solidFill>
                <a:schemeClr val="bg1">
                  <a:lumMod val="50000"/>
                </a:schemeClr>
              </a:solidFill>
              <a:headEnd type="oval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8" name="直接箭头连接符 79">
              <a:extLst>
                <a:ext uri="{FF2B5EF4-FFF2-40B4-BE49-F238E27FC236}">
                  <a16:creationId xmlns:a16="http://schemas.microsoft.com/office/drawing/2014/main" id="{1219066B-8894-4D14-B68D-16002E587DFF}"/>
                </a:ext>
              </a:extLst>
            </p:cNvPr>
            <p:cNvCxnSpPr>
              <a:cxnSpLocks/>
              <a:stCxn id="218" idx="2"/>
              <a:endCxn id="117" idx="0"/>
            </p:cNvCxnSpPr>
            <p:nvPr/>
          </p:nvCxnSpPr>
          <p:spPr>
            <a:xfrm rot="5400000">
              <a:off x="8408044" y="2036234"/>
              <a:ext cx="2099021" cy="2646063"/>
            </a:xfrm>
            <a:prstGeom prst="curvedConnector3">
              <a:avLst>
                <a:gd name="adj1" fmla="val 56314"/>
              </a:avLst>
            </a:prstGeom>
            <a:ln w="12700">
              <a:solidFill>
                <a:srgbClr val="FF0000"/>
              </a:solidFill>
              <a:prstDash val="dash"/>
              <a:headEnd type="oval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1" name="直接箭头连接符 79">
              <a:extLst>
                <a:ext uri="{FF2B5EF4-FFF2-40B4-BE49-F238E27FC236}">
                  <a16:creationId xmlns:a16="http://schemas.microsoft.com/office/drawing/2014/main" id="{994FB5DF-ECDD-4631-9A17-6D964D8E7468}"/>
                </a:ext>
              </a:extLst>
            </p:cNvPr>
            <p:cNvCxnSpPr>
              <a:cxnSpLocks/>
              <a:stCxn id="218" idx="2"/>
              <a:endCxn id="132" idx="0"/>
            </p:cNvCxnSpPr>
            <p:nvPr/>
          </p:nvCxnSpPr>
          <p:spPr>
            <a:xfrm rot="5400000">
              <a:off x="9266095" y="2894105"/>
              <a:ext cx="2098841" cy="930141"/>
            </a:xfrm>
            <a:prstGeom prst="curvedConnector3">
              <a:avLst>
                <a:gd name="adj1" fmla="val 50000"/>
              </a:avLst>
            </a:prstGeom>
            <a:ln w="12700">
              <a:solidFill>
                <a:srgbClr val="FF0000"/>
              </a:solidFill>
              <a:prstDash val="dash"/>
              <a:headEnd type="oval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8" name="矩形 217">
              <a:extLst>
                <a:ext uri="{FF2B5EF4-FFF2-40B4-BE49-F238E27FC236}">
                  <a16:creationId xmlns:a16="http://schemas.microsoft.com/office/drawing/2014/main" id="{9AAEB86C-2FAF-4825-A76C-D191DD17BBDE}"/>
                </a:ext>
              </a:extLst>
            </p:cNvPr>
            <p:cNvSpPr/>
            <p:nvPr/>
          </p:nvSpPr>
          <p:spPr>
            <a:xfrm>
              <a:off x="10723051" y="2077452"/>
              <a:ext cx="115068" cy="232303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lIns="36000" tIns="36000" rIns="36000" bIns="36000">
              <a:spAutoFit/>
            </a:bodyPr>
            <a:lstStyle/>
            <a:p>
              <a:pPr algn="ctr"/>
              <a:endParaRPr lang="zh-CN" altLang="en-US" sz="1000" dirty="0"/>
            </a:p>
          </p:txBody>
        </p:sp>
        <p:cxnSp>
          <p:nvCxnSpPr>
            <p:cNvPr id="296" name="直接箭头连接符 79">
              <a:extLst>
                <a:ext uri="{FF2B5EF4-FFF2-40B4-BE49-F238E27FC236}">
                  <a16:creationId xmlns:a16="http://schemas.microsoft.com/office/drawing/2014/main" id="{39C4AC0D-5644-4F4E-B9F8-1701FB0E11B2}"/>
                </a:ext>
              </a:extLst>
            </p:cNvPr>
            <p:cNvCxnSpPr>
              <a:cxnSpLocks/>
              <a:stCxn id="219" idx="2"/>
              <a:endCxn id="73" idx="0"/>
            </p:cNvCxnSpPr>
            <p:nvPr/>
          </p:nvCxnSpPr>
          <p:spPr>
            <a:xfrm rot="5400000">
              <a:off x="9928110" y="2251794"/>
              <a:ext cx="658640" cy="774563"/>
            </a:xfrm>
            <a:prstGeom prst="curvedConnector3">
              <a:avLst>
                <a:gd name="adj1" fmla="val 62072"/>
              </a:avLst>
            </a:prstGeom>
            <a:ln w="12700">
              <a:solidFill>
                <a:srgbClr val="FF0000"/>
              </a:solidFill>
              <a:prstDash val="dash"/>
              <a:headEnd type="oval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9" name="矩形 218">
              <a:extLst>
                <a:ext uri="{FF2B5EF4-FFF2-40B4-BE49-F238E27FC236}">
                  <a16:creationId xmlns:a16="http://schemas.microsoft.com/office/drawing/2014/main" id="{BE4CE9EA-5F7D-4563-965B-0D630B5CC324}"/>
                </a:ext>
              </a:extLst>
            </p:cNvPr>
            <p:cNvSpPr/>
            <p:nvPr/>
          </p:nvSpPr>
          <p:spPr>
            <a:xfrm>
              <a:off x="10587177" y="2077452"/>
              <a:ext cx="115068" cy="232303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lIns="36000" tIns="36000" rIns="36000" bIns="36000">
              <a:spAutoFit/>
            </a:bodyPr>
            <a:lstStyle/>
            <a:p>
              <a:pPr algn="ctr"/>
              <a:endParaRPr lang="zh-CN" altLang="en-US" sz="1000" dirty="0"/>
            </a:p>
          </p:txBody>
        </p:sp>
        <p:cxnSp>
          <p:nvCxnSpPr>
            <p:cNvPr id="300" name="直接箭头连接符 79">
              <a:extLst>
                <a:ext uri="{FF2B5EF4-FFF2-40B4-BE49-F238E27FC236}">
                  <a16:creationId xmlns:a16="http://schemas.microsoft.com/office/drawing/2014/main" id="{430043F4-F931-45F6-A7D3-840D30EE7480}"/>
                </a:ext>
              </a:extLst>
            </p:cNvPr>
            <p:cNvCxnSpPr>
              <a:cxnSpLocks/>
              <a:stCxn id="220" idx="2"/>
              <a:endCxn id="63" idx="0"/>
            </p:cNvCxnSpPr>
            <p:nvPr/>
          </p:nvCxnSpPr>
          <p:spPr>
            <a:xfrm rot="5400000">
              <a:off x="8939546" y="1417181"/>
              <a:ext cx="671892" cy="2457040"/>
            </a:xfrm>
            <a:prstGeom prst="curvedConnector3">
              <a:avLst>
                <a:gd name="adj1" fmla="val 50000"/>
              </a:avLst>
            </a:prstGeom>
            <a:ln w="12700">
              <a:solidFill>
                <a:srgbClr val="FF0000"/>
              </a:solidFill>
              <a:prstDash val="dash"/>
              <a:headEnd type="oval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4" name="直接箭头连接符 79">
              <a:extLst>
                <a:ext uri="{FF2B5EF4-FFF2-40B4-BE49-F238E27FC236}">
                  <a16:creationId xmlns:a16="http://schemas.microsoft.com/office/drawing/2014/main" id="{F43FE5DD-6BF3-4F82-83BD-AD7C166D3026}"/>
                </a:ext>
              </a:extLst>
            </p:cNvPr>
            <p:cNvCxnSpPr>
              <a:cxnSpLocks/>
              <a:stCxn id="221" idx="2"/>
              <a:endCxn id="131" idx="0"/>
            </p:cNvCxnSpPr>
            <p:nvPr/>
          </p:nvCxnSpPr>
          <p:spPr>
            <a:xfrm rot="5400000">
              <a:off x="9011541" y="3059800"/>
              <a:ext cx="2099301" cy="598291"/>
            </a:xfrm>
            <a:prstGeom prst="curvedConnector3">
              <a:avLst>
                <a:gd name="adj1" fmla="val 50000"/>
              </a:avLst>
            </a:prstGeom>
            <a:ln w="12700">
              <a:solidFill>
                <a:srgbClr val="FF0000"/>
              </a:solidFill>
              <a:prstDash val="dash"/>
              <a:headEnd type="oval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7" name="直接箭头连接符 79">
              <a:extLst>
                <a:ext uri="{FF2B5EF4-FFF2-40B4-BE49-F238E27FC236}">
                  <a16:creationId xmlns:a16="http://schemas.microsoft.com/office/drawing/2014/main" id="{69C2B32B-5940-4317-A49B-7F0842CF5200}"/>
                </a:ext>
              </a:extLst>
            </p:cNvPr>
            <p:cNvCxnSpPr>
              <a:cxnSpLocks/>
              <a:stCxn id="222" idx="2"/>
              <a:endCxn id="71" idx="0"/>
            </p:cNvCxnSpPr>
            <p:nvPr/>
          </p:nvCxnSpPr>
          <p:spPr>
            <a:xfrm rot="5400000">
              <a:off x="9625211" y="2372797"/>
              <a:ext cx="663737" cy="527458"/>
            </a:xfrm>
            <a:prstGeom prst="curvedConnector3">
              <a:avLst>
                <a:gd name="adj1" fmla="val 50000"/>
              </a:avLst>
            </a:prstGeom>
            <a:ln w="12700">
              <a:solidFill>
                <a:srgbClr val="FF0000"/>
              </a:solidFill>
              <a:prstDash val="dash"/>
              <a:headEnd type="oval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0" name="矩形 219">
              <a:extLst>
                <a:ext uri="{FF2B5EF4-FFF2-40B4-BE49-F238E27FC236}">
                  <a16:creationId xmlns:a16="http://schemas.microsoft.com/office/drawing/2014/main" id="{B8E26B36-C3D6-4740-89F5-F0D74D13D750}"/>
                </a:ext>
              </a:extLst>
            </p:cNvPr>
            <p:cNvSpPr/>
            <p:nvPr/>
          </p:nvSpPr>
          <p:spPr>
            <a:xfrm>
              <a:off x="10446478" y="2077452"/>
              <a:ext cx="115068" cy="232303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lIns="36000" tIns="36000" rIns="36000" bIns="36000">
              <a:spAutoFit/>
            </a:bodyPr>
            <a:lstStyle/>
            <a:p>
              <a:pPr algn="ctr"/>
              <a:endParaRPr lang="zh-CN" altLang="en-US" sz="1000" dirty="0"/>
            </a:p>
          </p:txBody>
        </p:sp>
        <p:sp>
          <p:nvSpPr>
            <p:cNvPr id="221" name="矩形 220">
              <a:extLst>
                <a:ext uri="{FF2B5EF4-FFF2-40B4-BE49-F238E27FC236}">
                  <a16:creationId xmlns:a16="http://schemas.microsoft.com/office/drawing/2014/main" id="{E88498A8-C516-4494-BB08-46335CA6787A}"/>
                </a:ext>
              </a:extLst>
            </p:cNvPr>
            <p:cNvSpPr/>
            <p:nvPr/>
          </p:nvSpPr>
          <p:spPr>
            <a:xfrm>
              <a:off x="10302802" y="2076992"/>
              <a:ext cx="115068" cy="232303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lIns="36000" tIns="36000" rIns="36000" bIns="36000">
              <a:spAutoFit/>
            </a:bodyPr>
            <a:lstStyle/>
            <a:p>
              <a:pPr algn="ctr"/>
              <a:endParaRPr lang="zh-CN" altLang="en-US" sz="1000" dirty="0"/>
            </a:p>
          </p:txBody>
        </p:sp>
        <p:sp>
          <p:nvSpPr>
            <p:cNvPr id="222" name="矩形 221">
              <a:extLst>
                <a:ext uri="{FF2B5EF4-FFF2-40B4-BE49-F238E27FC236}">
                  <a16:creationId xmlns:a16="http://schemas.microsoft.com/office/drawing/2014/main" id="{CB0A977F-A532-428B-8ECA-EE41402C72E5}"/>
                </a:ext>
              </a:extLst>
            </p:cNvPr>
            <p:cNvSpPr/>
            <p:nvPr/>
          </p:nvSpPr>
          <p:spPr>
            <a:xfrm>
              <a:off x="10163274" y="2072355"/>
              <a:ext cx="115068" cy="232303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lIns="36000" tIns="36000" rIns="36000" bIns="36000">
              <a:spAutoFit/>
            </a:bodyPr>
            <a:lstStyle/>
            <a:p>
              <a:pPr algn="ctr"/>
              <a:endParaRPr lang="zh-CN" altLang="en-US" sz="1000" dirty="0"/>
            </a:p>
          </p:txBody>
        </p:sp>
      </p:grpSp>
      <p:sp>
        <p:nvSpPr>
          <p:cNvPr id="311" name="矩形 310">
            <a:extLst>
              <a:ext uri="{FF2B5EF4-FFF2-40B4-BE49-F238E27FC236}">
                <a16:creationId xmlns:a16="http://schemas.microsoft.com/office/drawing/2014/main" id="{6ADBBAAC-A84A-4CDB-8850-8D496484C50B}"/>
              </a:ext>
            </a:extLst>
          </p:cNvPr>
          <p:cNvSpPr/>
          <p:nvPr/>
        </p:nvSpPr>
        <p:spPr>
          <a:xfrm>
            <a:off x="1389619" y="4624651"/>
            <a:ext cx="4418046" cy="16619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00000"/>
              </a:lnSpc>
              <a:spcBef>
                <a:spcPts val="1200"/>
              </a:spcBef>
              <a:buFont typeface="Wingdings" panose="05000000000000000000" pitchFamily="2" charset="2"/>
              <a:buChar char="l"/>
            </a:pPr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Ordered or</a:t>
            </a:r>
            <a:r>
              <a:rPr lang="zh-CN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Hash </a:t>
            </a:r>
            <a:r>
              <a:rPr lang="zh-CN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？</a:t>
            </a:r>
            <a:endParaRPr lang="en-US" altLang="zh-CN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100000"/>
              </a:lnSpc>
              <a:spcBef>
                <a:spcPts val="1200"/>
              </a:spcBef>
              <a:buFont typeface="Wingdings" panose="05000000000000000000" pitchFamily="2" charset="2"/>
              <a:buChar char="l"/>
            </a:pPr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Clustering or </a:t>
            </a:r>
            <a:r>
              <a:rPr lang="en-US" altLang="zh-CN" b="1" dirty="0" err="1">
                <a:latin typeface="Arial" panose="020B0604020202020204" pitchFamily="34" charset="0"/>
                <a:cs typeface="Arial" panose="020B0604020202020204" pitchFamily="34" charset="0"/>
              </a:rPr>
              <a:t>Nonclustering</a:t>
            </a:r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 ?</a:t>
            </a:r>
          </a:p>
          <a:p>
            <a:pPr marL="285750" indent="-285750">
              <a:lnSpc>
                <a:spcPct val="100000"/>
              </a:lnSpc>
              <a:spcBef>
                <a:spcPts val="1200"/>
              </a:spcBef>
              <a:buFont typeface="Wingdings" panose="05000000000000000000" pitchFamily="2" charset="2"/>
              <a:buChar char="l"/>
            </a:pPr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Primary or Secondary </a:t>
            </a:r>
            <a:r>
              <a:rPr lang="zh-CN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？</a:t>
            </a:r>
            <a:endParaRPr lang="en-US" altLang="zh-CN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100000"/>
              </a:lnSpc>
              <a:spcBef>
                <a:spcPts val="1200"/>
              </a:spcBef>
              <a:buFont typeface="Wingdings" panose="05000000000000000000" pitchFamily="2" charset="2"/>
              <a:buChar char="l"/>
            </a:pPr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Dense or Sparse ?</a:t>
            </a:r>
          </a:p>
        </p:txBody>
      </p:sp>
      <p:grpSp>
        <p:nvGrpSpPr>
          <p:cNvPr id="312" name="组合 311">
            <a:extLst>
              <a:ext uri="{FF2B5EF4-FFF2-40B4-BE49-F238E27FC236}">
                <a16:creationId xmlns:a16="http://schemas.microsoft.com/office/drawing/2014/main" id="{1C89DD38-961F-489F-AB85-3DF491AC5198}"/>
              </a:ext>
            </a:extLst>
          </p:cNvPr>
          <p:cNvGrpSpPr/>
          <p:nvPr/>
        </p:nvGrpSpPr>
        <p:grpSpPr>
          <a:xfrm>
            <a:off x="1688338" y="4605247"/>
            <a:ext cx="3115574" cy="1671895"/>
            <a:chOff x="1661756" y="4515538"/>
            <a:chExt cx="3115574" cy="1671895"/>
          </a:xfrm>
        </p:grpSpPr>
        <p:sp>
          <p:nvSpPr>
            <p:cNvPr id="313" name="矩形: 圆角 312">
              <a:extLst>
                <a:ext uri="{FF2B5EF4-FFF2-40B4-BE49-F238E27FC236}">
                  <a16:creationId xmlns:a16="http://schemas.microsoft.com/office/drawing/2014/main" id="{88457D1B-773C-4158-9915-C10351048E79}"/>
                </a:ext>
              </a:extLst>
            </p:cNvPr>
            <p:cNvSpPr/>
            <p:nvPr/>
          </p:nvSpPr>
          <p:spPr>
            <a:xfrm>
              <a:off x="1661756" y="4515538"/>
              <a:ext cx="1007706" cy="365125"/>
            </a:xfrm>
            <a:prstGeom prst="roundRect">
              <a:avLst/>
            </a:prstGeom>
            <a:solidFill>
              <a:srgbClr val="FF0000">
                <a:alpha val="22000"/>
              </a:srgbClr>
            </a:solidFill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4" name="矩形: 圆角 313">
              <a:extLst>
                <a:ext uri="{FF2B5EF4-FFF2-40B4-BE49-F238E27FC236}">
                  <a16:creationId xmlns:a16="http://schemas.microsoft.com/office/drawing/2014/main" id="{74CAEF3E-BA69-45B4-92F1-66C9D081DB1C}"/>
                </a:ext>
              </a:extLst>
            </p:cNvPr>
            <p:cNvSpPr/>
            <p:nvPr/>
          </p:nvSpPr>
          <p:spPr>
            <a:xfrm>
              <a:off x="3212259" y="4959680"/>
              <a:ext cx="1565071" cy="365125"/>
            </a:xfrm>
            <a:prstGeom prst="roundRect">
              <a:avLst/>
            </a:prstGeom>
            <a:solidFill>
              <a:srgbClr val="FF0000">
                <a:alpha val="22000"/>
              </a:srgbClr>
            </a:solidFill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5" name="矩形: 圆角 314">
              <a:extLst>
                <a:ext uri="{FF2B5EF4-FFF2-40B4-BE49-F238E27FC236}">
                  <a16:creationId xmlns:a16="http://schemas.microsoft.com/office/drawing/2014/main" id="{BF3DA3C7-CBDC-4546-AB4D-4D180E740C81}"/>
                </a:ext>
              </a:extLst>
            </p:cNvPr>
            <p:cNvSpPr/>
            <p:nvPr/>
          </p:nvSpPr>
          <p:spPr>
            <a:xfrm>
              <a:off x="2914087" y="5396979"/>
              <a:ext cx="1227140" cy="365125"/>
            </a:xfrm>
            <a:prstGeom prst="roundRect">
              <a:avLst/>
            </a:prstGeom>
            <a:solidFill>
              <a:srgbClr val="FF0000">
                <a:alpha val="22000"/>
              </a:srgbClr>
            </a:solidFill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6" name="矩形: 圆角 315">
              <a:extLst>
                <a:ext uri="{FF2B5EF4-FFF2-40B4-BE49-F238E27FC236}">
                  <a16:creationId xmlns:a16="http://schemas.microsoft.com/office/drawing/2014/main" id="{B359F257-4F10-4AFB-8544-4BCE2A20AECA}"/>
                </a:ext>
              </a:extLst>
            </p:cNvPr>
            <p:cNvSpPr/>
            <p:nvPr/>
          </p:nvSpPr>
          <p:spPr>
            <a:xfrm>
              <a:off x="1661756" y="5822308"/>
              <a:ext cx="803071" cy="365125"/>
            </a:xfrm>
            <a:prstGeom prst="roundRect">
              <a:avLst/>
            </a:prstGeom>
            <a:solidFill>
              <a:srgbClr val="FF0000">
                <a:alpha val="22000"/>
              </a:srgbClr>
            </a:solidFill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1474767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63A6BA-E7A8-4199-A9F7-13D20F493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Multilevel Index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C82B485-330C-4F7C-AD75-86FB6EFA3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9AD13-5509-43DC-9ADA-5749FEF8B9F9}" type="datetime1">
              <a:rPr lang="zh-CN" altLang="en-US" smtClean="0"/>
              <a:t>2024/5/8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9398CB-94F3-4CE3-9880-9F79A418A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Tree Indices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98061EF-E67D-4B6D-B836-FE67DC6C8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5A79-C12E-4282-8451-1BC984B858F9}" type="slidenum">
              <a:rPr lang="zh-CN" altLang="en-US" smtClean="0"/>
              <a:t>10</a:t>
            </a:fld>
            <a:endParaRPr lang="zh-CN" altLang="en-US"/>
          </a:p>
        </p:txBody>
      </p:sp>
      <p:pic>
        <p:nvPicPr>
          <p:cNvPr id="7" name="Picture 1">
            <a:extLst>
              <a:ext uri="{FF2B5EF4-FFF2-40B4-BE49-F238E27FC236}">
                <a16:creationId xmlns:a16="http://schemas.microsoft.com/office/drawing/2014/main" id="{0B0242E3-A90D-457E-A312-482589B129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6580" y="1902078"/>
            <a:ext cx="4618839" cy="4454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5792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63A6BA-E7A8-4199-A9F7-13D20F493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Indices on Multiple </a:t>
            </a:r>
            <a:r>
              <a:rPr lang="en-US" altLang="zh-CN" dirty="0" err="1"/>
              <a:t>Attribtes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41D338E-6007-4685-B707-13D151D5BE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665662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1800"/>
              </a:spcBef>
            </a:pPr>
            <a:r>
              <a:rPr lang="en-IN" altLang="zh-CN" b="1" dirty="0">
                <a:solidFill>
                  <a:srgbClr val="002060"/>
                </a:solidFill>
              </a:rPr>
              <a:t>Composite search key</a:t>
            </a:r>
            <a:r>
              <a:rPr lang="en-IN" altLang="zh-CN" dirty="0"/>
              <a:t>  </a:t>
            </a:r>
          </a:p>
          <a:p>
            <a:pPr lvl="1">
              <a:lnSpc>
                <a:spcPct val="100000"/>
              </a:lnSpc>
              <a:spcBef>
                <a:spcPts val="1800"/>
              </a:spcBef>
            </a:pPr>
            <a:r>
              <a:rPr lang="en-IN" altLang="zh-CN" dirty="0"/>
              <a:t>E.g., index on </a:t>
            </a:r>
            <a:r>
              <a:rPr lang="en-IN" altLang="zh-CN" i="1" dirty="0"/>
              <a:t>instructor</a:t>
            </a:r>
            <a:r>
              <a:rPr lang="en-IN" altLang="zh-CN" dirty="0"/>
              <a:t> relation on attributes (</a:t>
            </a:r>
            <a:r>
              <a:rPr lang="en-IN" altLang="zh-CN" i="1" dirty="0"/>
              <a:t>name, ID</a:t>
            </a:r>
            <a:r>
              <a:rPr lang="en-IN" altLang="zh-CN" dirty="0"/>
              <a:t>)</a:t>
            </a:r>
          </a:p>
          <a:p>
            <a:pPr lvl="1">
              <a:lnSpc>
                <a:spcPct val="100000"/>
              </a:lnSpc>
              <a:spcBef>
                <a:spcPts val="1800"/>
              </a:spcBef>
            </a:pPr>
            <a:r>
              <a:rPr lang="en-IN" altLang="zh-CN" dirty="0"/>
              <a:t>Values are sorted lexicographically</a:t>
            </a:r>
          </a:p>
          <a:p>
            <a:pPr lvl="2">
              <a:lnSpc>
                <a:spcPct val="100000"/>
              </a:lnSpc>
              <a:spcBef>
                <a:spcPts val="1800"/>
              </a:spcBef>
            </a:pPr>
            <a:r>
              <a:rPr lang="en-IN" altLang="zh-CN" sz="2400" dirty="0"/>
              <a:t>E.g.  (John, 12121) &lt; (John, 13514)  and </a:t>
            </a:r>
            <a:br>
              <a:rPr lang="en-IN" altLang="zh-CN" sz="2400" dirty="0"/>
            </a:br>
            <a:r>
              <a:rPr lang="en-IN" altLang="zh-CN" sz="2400" dirty="0"/>
              <a:t>        (John, 13514) &lt; (Peter, 11223)</a:t>
            </a:r>
          </a:p>
          <a:p>
            <a:pPr lvl="1">
              <a:lnSpc>
                <a:spcPct val="100000"/>
              </a:lnSpc>
              <a:spcBef>
                <a:spcPts val="1800"/>
              </a:spcBef>
            </a:pPr>
            <a:r>
              <a:rPr lang="en-IN" altLang="zh-CN" dirty="0"/>
              <a:t>Can query on just </a:t>
            </a:r>
            <a:r>
              <a:rPr lang="en-IN" altLang="zh-CN" b="1" i="1" u="sng" dirty="0">
                <a:solidFill>
                  <a:srgbClr val="00B050"/>
                </a:solidFill>
              </a:rPr>
              <a:t>name</a:t>
            </a:r>
            <a:r>
              <a:rPr lang="en-IN" altLang="zh-CN" dirty="0"/>
              <a:t>, or on (</a:t>
            </a:r>
            <a:r>
              <a:rPr lang="en-IN" altLang="zh-CN" b="1" i="1" u="sng" dirty="0">
                <a:solidFill>
                  <a:srgbClr val="00B050"/>
                </a:solidFill>
              </a:rPr>
              <a:t>name, ID</a:t>
            </a:r>
            <a:r>
              <a:rPr lang="en-IN" altLang="zh-CN" dirty="0"/>
              <a:t>)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C82B485-330C-4F7C-AD75-86FB6EFA3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8650D-4A73-4577-8BB4-9D94452BC71B}" type="datetime1">
              <a:rPr lang="zh-CN" altLang="en-US" smtClean="0"/>
              <a:t>2024/5/8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9398CB-94F3-4CE3-9880-9F79A418A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Tree Indices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98061EF-E67D-4B6D-B836-FE67DC6C8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5A79-C12E-4282-8451-1BC984B858F9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90653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63A6BA-E7A8-4199-A9F7-13D20F493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B</a:t>
            </a:r>
            <a:r>
              <a:rPr lang="en-US" altLang="zh-CN" baseline="30000" dirty="0"/>
              <a:t>+</a:t>
            </a:r>
            <a:r>
              <a:rPr lang="en-US" altLang="zh-CN" dirty="0"/>
              <a:t>-Tree</a:t>
            </a:r>
            <a:endParaRPr lang="zh-CN" altLang="en-US" dirty="0"/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13072228-6B80-4320-A584-7DD5EBB99B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C82B485-330C-4F7C-AD75-86FB6EFA3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A97D6-3C1B-4139-9300-9D85429BF3E1}" type="datetime1">
              <a:rPr lang="zh-CN" altLang="en-US" smtClean="0"/>
              <a:t>2024/5/8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9398CB-94F3-4CE3-9880-9F79A418A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Tree Indices</a:t>
            </a:r>
            <a:endParaRPr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98061EF-E67D-4B6D-B836-FE67DC6C8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5A79-C12E-4282-8451-1BC984B858F9}" type="slidenum">
              <a:rPr lang="zh-CN" altLang="en-US" smtClean="0"/>
              <a:t>12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357363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63A6BA-E7A8-4199-A9F7-13D20F493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B-Tree Family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41D338E-6007-4685-B707-13D151D5BE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665662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1800"/>
              </a:spcBef>
            </a:pPr>
            <a:r>
              <a:rPr lang="en-US" altLang="zh-CN" dirty="0"/>
              <a:t>B-Tree: refer to a class of </a:t>
            </a:r>
            <a:r>
              <a:rPr lang="en-US" altLang="zh-CN" b="1" dirty="0">
                <a:solidFill>
                  <a:srgbClr val="00B050"/>
                </a:solidFill>
              </a:rPr>
              <a:t>balanced tree </a:t>
            </a:r>
            <a:r>
              <a:rPr lang="en-US" altLang="zh-CN" dirty="0"/>
              <a:t>data structures</a:t>
            </a:r>
          </a:p>
          <a:p>
            <a:pPr lvl="1">
              <a:lnSpc>
                <a:spcPct val="100000"/>
              </a:lnSpc>
              <a:spcBef>
                <a:spcPts val="1800"/>
              </a:spcBef>
            </a:pPr>
            <a:r>
              <a:rPr lang="en-US" altLang="zh-CN" dirty="0"/>
              <a:t>B-Tree (1971)</a:t>
            </a:r>
          </a:p>
          <a:p>
            <a:pPr lvl="1">
              <a:lnSpc>
                <a:spcPct val="100000"/>
              </a:lnSpc>
              <a:spcBef>
                <a:spcPts val="1800"/>
              </a:spcBef>
            </a:pPr>
            <a:r>
              <a:rPr lang="en-US" altLang="zh-CN" b="1" dirty="0"/>
              <a:t>B</a:t>
            </a:r>
            <a:r>
              <a:rPr lang="en-US" altLang="zh-CN" b="1" baseline="30000" dirty="0"/>
              <a:t>+</a:t>
            </a:r>
            <a:r>
              <a:rPr lang="en-US" altLang="zh-CN" b="1" dirty="0"/>
              <a:t>-Tree (1973)</a:t>
            </a:r>
          </a:p>
          <a:p>
            <a:pPr lvl="1">
              <a:lnSpc>
                <a:spcPct val="100000"/>
              </a:lnSpc>
              <a:spcBef>
                <a:spcPts val="1800"/>
              </a:spcBef>
            </a:pPr>
            <a:r>
              <a:rPr lang="en-US" altLang="zh-CN" dirty="0"/>
              <a:t>B*-Tree (1977)</a:t>
            </a:r>
          </a:p>
          <a:p>
            <a:pPr lvl="1">
              <a:lnSpc>
                <a:spcPct val="100000"/>
              </a:lnSpc>
              <a:spcBef>
                <a:spcPts val="1800"/>
              </a:spcBef>
            </a:pPr>
            <a:r>
              <a:rPr lang="en-US" altLang="zh-CN" dirty="0"/>
              <a:t>B</a:t>
            </a:r>
            <a:r>
              <a:rPr lang="en-US" altLang="zh-CN" baseline="30000" dirty="0"/>
              <a:t>link</a:t>
            </a:r>
            <a:r>
              <a:rPr lang="en-US" altLang="zh-CN" dirty="0"/>
              <a:t>-Tree (1981)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C82B485-330C-4F7C-AD75-86FB6EFA3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793DE8-B263-4A0F-B4F5-A53A0E1FDC88}" type="datetime1">
              <a:rPr lang="zh-CN" altLang="en-US" smtClean="0"/>
              <a:t>2024/5/8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9398CB-94F3-4CE3-9880-9F79A418A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Tree Indices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98061EF-E67D-4B6D-B836-FE67DC6C8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5A79-C12E-4282-8451-1BC984B858F9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53027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63A6BA-E7A8-4199-A9F7-13D20F493D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altLang="zh-CN" dirty="0"/>
              <a:t>Example of B</a:t>
            </a:r>
            <a:r>
              <a:rPr lang="en-US" altLang="zh-CN" baseline="30000" dirty="0"/>
              <a:t>+</a:t>
            </a:r>
            <a:r>
              <a:rPr lang="en-US" altLang="zh-CN" dirty="0"/>
              <a:t>-Tree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C82B485-330C-4F7C-AD75-86FB6EFA3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CA198-2BC4-409A-B5CD-69D705F2832C}" type="datetime1">
              <a:rPr lang="zh-CN" altLang="en-US" smtClean="0"/>
              <a:t>2024/5/8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9398CB-94F3-4CE3-9880-9F79A418A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Tree Indices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98061EF-E67D-4B6D-B836-FE67DC6C8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5A79-C12E-4282-8451-1BC984B858F9}" type="slidenum">
              <a:rPr lang="zh-CN" altLang="en-US" smtClean="0"/>
              <a:t>14</a:t>
            </a:fld>
            <a:endParaRPr lang="zh-CN" altLang="en-US"/>
          </a:p>
        </p:txBody>
      </p:sp>
      <p:grpSp>
        <p:nvGrpSpPr>
          <p:cNvPr id="516" name="组合 515">
            <a:extLst>
              <a:ext uri="{FF2B5EF4-FFF2-40B4-BE49-F238E27FC236}">
                <a16:creationId xmlns:a16="http://schemas.microsoft.com/office/drawing/2014/main" id="{05198082-13E3-4BFB-B03E-01F0EB09B47B}"/>
              </a:ext>
            </a:extLst>
          </p:cNvPr>
          <p:cNvGrpSpPr/>
          <p:nvPr/>
        </p:nvGrpSpPr>
        <p:grpSpPr>
          <a:xfrm>
            <a:off x="838200" y="1741228"/>
            <a:ext cx="10515600" cy="4482714"/>
            <a:chOff x="838200" y="1741228"/>
            <a:chExt cx="10515600" cy="4482714"/>
          </a:xfrm>
        </p:grpSpPr>
        <p:sp>
          <p:nvSpPr>
            <p:cNvPr id="174" name="流程图: 磁盘 173">
              <a:extLst>
                <a:ext uri="{FF2B5EF4-FFF2-40B4-BE49-F238E27FC236}">
                  <a16:creationId xmlns:a16="http://schemas.microsoft.com/office/drawing/2014/main" id="{95EFEA96-A72D-4530-ABFA-D95B8ED9EF4B}"/>
                </a:ext>
              </a:extLst>
            </p:cNvPr>
            <p:cNvSpPr/>
            <p:nvPr/>
          </p:nvSpPr>
          <p:spPr>
            <a:xfrm>
              <a:off x="838200" y="1741228"/>
              <a:ext cx="10515600" cy="4482714"/>
            </a:xfrm>
            <a:prstGeom prst="flowChartMagneticDisk">
              <a:avLst/>
            </a:prstGeom>
            <a:noFill/>
            <a:ln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80" name="直接箭头连接符 79">
              <a:extLst>
                <a:ext uri="{FF2B5EF4-FFF2-40B4-BE49-F238E27FC236}">
                  <a16:creationId xmlns:a16="http://schemas.microsoft.com/office/drawing/2014/main" id="{0ECA8458-E2BB-44F9-9DA9-20A10EFFA173}"/>
                </a:ext>
              </a:extLst>
            </p:cNvPr>
            <p:cNvCxnSpPr>
              <a:cxnSpLocks/>
              <a:stCxn id="419" idx="2"/>
              <a:endCxn id="397" idx="0"/>
            </p:cNvCxnSpPr>
            <p:nvPr/>
          </p:nvCxnSpPr>
          <p:spPr>
            <a:xfrm rot="16200000" flipH="1">
              <a:off x="3167842" y="4449283"/>
              <a:ext cx="493153" cy="656800"/>
            </a:xfrm>
            <a:prstGeom prst="curvedConnector3">
              <a:avLst>
                <a:gd name="adj1" fmla="val 50000"/>
              </a:avLst>
            </a:prstGeom>
            <a:ln w="12700">
              <a:solidFill>
                <a:srgbClr val="FF0000"/>
              </a:solidFill>
              <a:prstDash val="dash"/>
              <a:headEnd type="oval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" name="直接箭头连接符 79">
              <a:extLst>
                <a:ext uri="{FF2B5EF4-FFF2-40B4-BE49-F238E27FC236}">
                  <a16:creationId xmlns:a16="http://schemas.microsoft.com/office/drawing/2014/main" id="{95A090B1-7C64-4BCE-A627-E3E22E39EF31}"/>
                </a:ext>
              </a:extLst>
            </p:cNvPr>
            <p:cNvCxnSpPr>
              <a:cxnSpLocks/>
              <a:stCxn id="421" idx="2"/>
              <a:endCxn id="399" idx="0"/>
            </p:cNvCxnSpPr>
            <p:nvPr/>
          </p:nvCxnSpPr>
          <p:spPr>
            <a:xfrm rot="5400000">
              <a:off x="5345218" y="4502641"/>
              <a:ext cx="493153" cy="550084"/>
            </a:xfrm>
            <a:prstGeom prst="curvedConnector3">
              <a:avLst>
                <a:gd name="adj1" fmla="val 50000"/>
              </a:avLst>
            </a:prstGeom>
            <a:ln w="12700">
              <a:solidFill>
                <a:srgbClr val="FF0000"/>
              </a:solidFill>
              <a:prstDash val="dash"/>
              <a:headEnd type="oval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" name="直接箭头连接符 79">
              <a:extLst>
                <a:ext uri="{FF2B5EF4-FFF2-40B4-BE49-F238E27FC236}">
                  <a16:creationId xmlns:a16="http://schemas.microsoft.com/office/drawing/2014/main" id="{3389DD4A-2871-4D6B-B0D0-9E4740158C47}"/>
                </a:ext>
              </a:extLst>
            </p:cNvPr>
            <p:cNvCxnSpPr>
              <a:cxnSpLocks/>
              <a:stCxn id="422" idx="2"/>
              <a:endCxn id="400" idx="0"/>
            </p:cNvCxnSpPr>
            <p:nvPr/>
          </p:nvCxnSpPr>
          <p:spPr>
            <a:xfrm rot="5400000">
              <a:off x="6433906" y="4200920"/>
              <a:ext cx="493153" cy="1153526"/>
            </a:xfrm>
            <a:prstGeom prst="curvedConnector3">
              <a:avLst>
                <a:gd name="adj1" fmla="val 50000"/>
              </a:avLst>
            </a:prstGeom>
            <a:ln w="12700">
              <a:solidFill>
                <a:srgbClr val="FF0000"/>
              </a:solidFill>
              <a:prstDash val="dash"/>
              <a:headEnd type="oval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直接箭头连接符 79">
              <a:extLst>
                <a:ext uri="{FF2B5EF4-FFF2-40B4-BE49-F238E27FC236}">
                  <a16:creationId xmlns:a16="http://schemas.microsoft.com/office/drawing/2014/main" id="{B12AC6A9-1FF3-4D0F-9DA1-AFC0E285839E}"/>
                </a:ext>
              </a:extLst>
            </p:cNvPr>
            <p:cNvCxnSpPr>
              <a:cxnSpLocks/>
              <a:stCxn id="419" idx="2"/>
              <a:endCxn id="394" idx="0"/>
            </p:cNvCxnSpPr>
            <p:nvPr/>
          </p:nvCxnSpPr>
          <p:spPr>
            <a:xfrm rot="5400000">
              <a:off x="1987392" y="3925633"/>
              <a:ext cx="493153" cy="1704101"/>
            </a:xfrm>
            <a:prstGeom prst="curvedConnector3">
              <a:avLst>
                <a:gd name="adj1" fmla="val 50000"/>
              </a:avLst>
            </a:prstGeom>
            <a:ln w="12700">
              <a:solidFill>
                <a:srgbClr val="FF0000"/>
              </a:solidFill>
              <a:prstDash val="dash"/>
              <a:headEnd type="oval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直接箭头连接符 79">
              <a:extLst>
                <a:ext uri="{FF2B5EF4-FFF2-40B4-BE49-F238E27FC236}">
                  <a16:creationId xmlns:a16="http://schemas.microsoft.com/office/drawing/2014/main" id="{CD98351C-20A7-4B02-816D-4ACC6B6094F2}"/>
                </a:ext>
              </a:extLst>
            </p:cNvPr>
            <p:cNvCxnSpPr>
              <a:cxnSpLocks/>
              <a:stCxn id="423" idx="2"/>
              <a:endCxn id="403" idx="0"/>
            </p:cNvCxnSpPr>
            <p:nvPr/>
          </p:nvCxnSpPr>
          <p:spPr>
            <a:xfrm rot="5400000">
              <a:off x="8309561" y="4686166"/>
              <a:ext cx="493153" cy="183034"/>
            </a:xfrm>
            <a:prstGeom prst="curvedConnector3">
              <a:avLst>
                <a:gd name="adj1" fmla="val 50000"/>
              </a:avLst>
            </a:prstGeom>
            <a:ln w="12700">
              <a:solidFill>
                <a:srgbClr val="FF0000"/>
              </a:solidFill>
              <a:prstDash val="dash"/>
              <a:headEnd type="oval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直接箭头连接符 79">
              <a:extLst>
                <a:ext uri="{FF2B5EF4-FFF2-40B4-BE49-F238E27FC236}">
                  <a16:creationId xmlns:a16="http://schemas.microsoft.com/office/drawing/2014/main" id="{21F915F5-CD0F-4226-B8CA-0909861A1EE5}"/>
                </a:ext>
              </a:extLst>
            </p:cNvPr>
            <p:cNvCxnSpPr>
              <a:cxnSpLocks/>
              <a:stCxn id="420" idx="2"/>
              <a:endCxn id="396" idx="0"/>
            </p:cNvCxnSpPr>
            <p:nvPr/>
          </p:nvCxnSpPr>
          <p:spPr>
            <a:xfrm rot="5400000">
              <a:off x="3469563" y="4017395"/>
              <a:ext cx="493153" cy="1520576"/>
            </a:xfrm>
            <a:prstGeom prst="curvedConnector3">
              <a:avLst>
                <a:gd name="adj1" fmla="val 50000"/>
              </a:avLst>
            </a:prstGeom>
            <a:ln w="12700">
              <a:solidFill>
                <a:srgbClr val="FF0000"/>
              </a:solidFill>
              <a:prstDash val="dash"/>
              <a:headEnd type="oval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94" name="图片 393">
              <a:extLst>
                <a:ext uri="{FF2B5EF4-FFF2-40B4-BE49-F238E27FC236}">
                  <a16:creationId xmlns:a16="http://schemas.microsoft.com/office/drawing/2014/main" id="{0CA35482-5F60-411E-8FDE-3E25FC06168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95438" y="5024260"/>
              <a:ext cx="572958" cy="483932"/>
            </a:xfrm>
            <a:prstGeom prst="rect">
              <a:avLst/>
            </a:prstGeom>
          </p:spPr>
        </p:pic>
        <p:pic>
          <p:nvPicPr>
            <p:cNvPr id="395" name="图片 394">
              <a:extLst>
                <a:ext uri="{FF2B5EF4-FFF2-40B4-BE49-F238E27FC236}">
                  <a16:creationId xmlns:a16="http://schemas.microsoft.com/office/drawing/2014/main" id="{8094FCFA-E61F-4191-A318-6219C610EF1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882405" y="5024260"/>
              <a:ext cx="572958" cy="483932"/>
            </a:xfrm>
            <a:prstGeom prst="rect">
              <a:avLst/>
            </a:prstGeom>
          </p:spPr>
        </p:pic>
        <p:pic>
          <p:nvPicPr>
            <p:cNvPr id="396" name="图片 395">
              <a:extLst>
                <a:ext uri="{FF2B5EF4-FFF2-40B4-BE49-F238E27FC236}">
                  <a16:creationId xmlns:a16="http://schemas.microsoft.com/office/drawing/2014/main" id="{1E0E78F3-3563-4D7C-ABDF-102B0F88603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669372" y="5024260"/>
              <a:ext cx="572958" cy="483932"/>
            </a:xfrm>
            <a:prstGeom prst="rect">
              <a:avLst/>
            </a:prstGeom>
          </p:spPr>
        </p:pic>
        <p:pic>
          <p:nvPicPr>
            <p:cNvPr id="397" name="图片 396">
              <a:extLst>
                <a:ext uri="{FF2B5EF4-FFF2-40B4-BE49-F238E27FC236}">
                  <a16:creationId xmlns:a16="http://schemas.microsoft.com/office/drawing/2014/main" id="{27DD5818-0EEA-443D-A643-129E57C3F11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456339" y="5024260"/>
              <a:ext cx="572958" cy="483932"/>
            </a:xfrm>
            <a:prstGeom prst="rect">
              <a:avLst/>
            </a:prstGeom>
          </p:spPr>
        </p:pic>
        <p:pic>
          <p:nvPicPr>
            <p:cNvPr id="398" name="图片 397">
              <a:extLst>
                <a:ext uri="{FF2B5EF4-FFF2-40B4-BE49-F238E27FC236}">
                  <a16:creationId xmlns:a16="http://schemas.microsoft.com/office/drawing/2014/main" id="{06588CD4-3734-4B9D-9919-4B2978424A6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243306" y="5024260"/>
              <a:ext cx="572958" cy="483932"/>
            </a:xfrm>
            <a:prstGeom prst="rect">
              <a:avLst/>
            </a:prstGeom>
          </p:spPr>
        </p:pic>
        <p:pic>
          <p:nvPicPr>
            <p:cNvPr id="399" name="图片 398">
              <a:extLst>
                <a:ext uri="{FF2B5EF4-FFF2-40B4-BE49-F238E27FC236}">
                  <a16:creationId xmlns:a16="http://schemas.microsoft.com/office/drawing/2014/main" id="{07B6A649-18B6-41FC-A438-DA529C0F9B0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030273" y="5024260"/>
              <a:ext cx="572958" cy="483932"/>
            </a:xfrm>
            <a:prstGeom prst="rect">
              <a:avLst/>
            </a:prstGeom>
          </p:spPr>
        </p:pic>
        <p:pic>
          <p:nvPicPr>
            <p:cNvPr id="400" name="图片 399">
              <a:extLst>
                <a:ext uri="{FF2B5EF4-FFF2-40B4-BE49-F238E27FC236}">
                  <a16:creationId xmlns:a16="http://schemas.microsoft.com/office/drawing/2014/main" id="{6BBFAA15-62CC-4D52-81E3-C2A6F1B6D86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817240" y="5024260"/>
              <a:ext cx="572958" cy="483932"/>
            </a:xfrm>
            <a:prstGeom prst="rect">
              <a:avLst/>
            </a:prstGeom>
          </p:spPr>
        </p:pic>
        <p:pic>
          <p:nvPicPr>
            <p:cNvPr id="401" name="图片 400">
              <a:extLst>
                <a:ext uri="{FF2B5EF4-FFF2-40B4-BE49-F238E27FC236}">
                  <a16:creationId xmlns:a16="http://schemas.microsoft.com/office/drawing/2014/main" id="{FE00407F-98B0-4E1E-956F-8112DFB0810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604207" y="5024260"/>
              <a:ext cx="572958" cy="483932"/>
            </a:xfrm>
            <a:prstGeom prst="rect">
              <a:avLst/>
            </a:prstGeom>
          </p:spPr>
        </p:pic>
        <p:pic>
          <p:nvPicPr>
            <p:cNvPr id="402" name="图片 401">
              <a:extLst>
                <a:ext uri="{FF2B5EF4-FFF2-40B4-BE49-F238E27FC236}">
                  <a16:creationId xmlns:a16="http://schemas.microsoft.com/office/drawing/2014/main" id="{816C0774-6524-453F-AF4C-A6603BE42B4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391174" y="5024260"/>
              <a:ext cx="572958" cy="483932"/>
            </a:xfrm>
            <a:prstGeom prst="rect">
              <a:avLst/>
            </a:prstGeom>
          </p:spPr>
        </p:pic>
        <p:pic>
          <p:nvPicPr>
            <p:cNvPr id="403" name="图片 402">
              <a:extLst>
                <a:ext uri="{FF2B5EF4-FFF2-40B4-BE49-F238E27FC236}">
                  <a16:creationId xmlns:a16="http://schemas.microsoft.com/office/drawing/2014/main" id="{BB046044-500D-4CAD-9A0D-98072E314C1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178141" y="5024260"/>
              <a:ext cx="572958" cy="483932"/>
            </a:xfrm>
            <a:prstGeom prst="rect">
              <a:avLst/>
            </a:prstGeom>
          </p:spPr>
        </p:pic>
        <p:pic>
          <p:nvPicPr>
            <p:cNvPr id="404" name="图片 403">
              <a:extLst>
                <a:ext uri="{FF2B5EF4-FFF2-40B4-BE49-F238E27FC236}">
                  <a16:creationId xmlns:a16="http://schemas.microsoft.com/office/drawing/2014/main" id="{5E488FF6-9B65-42EA-B7A5-5C78F506AC0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965108" y="5024260"/>
              <a:ext cx="572958" cy="483932"/>
            </a:xfrm>
            <a:prstGeom prst="rect">
              <a:avLst/>
            </a:prstGeom>
          </p:spPr>
        </p:pic>
        <p:pic>
          <p:nvPicPr>
            <p:cNvPr id="405" name="图片 404">
              <a:extLst>
                <a:ext uri="{FF2B5EF4-FFF2-40B4-BE49-F238E27FC236}">
                  <a16:creationId xmlns:a16="http://schemas.microsoft.com/office/drawing/2014/main" id="{5CB7F114-1345-4188-B1D5-CBB90990753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752075" y="5024260"/>
              <a:ext cx="572958" cy="483932"/>
            </a:xfrm>
            <a:prstGeom prst="rect">
              <a:avLst/>
            </a:prstGeom>
          </p:spPr>
        </p:pic>
        <p:pic>
          <p:nvPicPr>
            <p:cNvPr id="406" name="图片 405">
              <a:extLst>
                <a:ext uri="{FF2B5EF4-FFF2-40B4-BE49-F238E27FC236}">
                  <a16:creationId xmlns:a16="http://schemas.microsoft.com/office/drawing/2014/main" id="{688720D1-A133-4A3A-A34F-96DAE1D7412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539044" y="5024260"/>
              <a:ext cx="572958" cy="483932"/>
            </a:xfrm>
            <a:prstGeom prst="rect">
              <a:avLst/>
            </a:prstGeom>
          </p:spPr>
        </p:pic>
        <p:pic>
          <p:nvPicPr>
            <p:cNvPr id="419" name="图片 418">
              <a:extLst>
                <a:ext uri="{FF2B5EF4-FFF2-40B4-BE49-F238E27FC236}">
                  <a16:creationId xmlns:a16="http://schemas.microsoft.com/office/drawing/2014/main" id="{2286D15D-2B74-46D0-A3ED-5D330D21D60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768564" y="4085913"/>
              <a:ext cx="634908" cy="445194"/>
            </a:xfrm>
            <a:prstGeom prst="rect">
              <a:avLst/>
            </a:prstGeom>
          </p:spPr>
        </p:pic>
        <p:pic>
          <p:nvPicPr>
            <p:cNvPr id="420" name="图片 419">
              <a:extLst>
                <a:ext uri="{FF2B5EF4-FFF2-40B4-BE49-F238E27FC236}">
                  <a16:creationId xmlns:a16="http://schemas.microsoft.com/office/drawing/2014/main" id="{89D01A84-4CEC-460A-98FF-13C7093F988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158973" y="4085913"/>
              <a:ext cx="634908" cy="445194"/>
            </a:xfrm>
            <a:prstGeom prst="rect">
              <a:avLst/>
            </a:prstGeom>
          </p:spPr>
        </p:pic>
        <p:pic>
          <p:nvPicPr>
            <p:cNvPr id="421" name="图片 420">
              <a:extLst>
                <a:ext uri="{FF2B5EF4-FFF2-40B4-BE49-F238E27FC236}">
                  <a16:creationId xmlns:a16="http://schemas.microsoft.com/office/drawing/2014/main" id="{FFE561A8-8DF5-40F0-A8A9-1E0E09D8C15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549382" y="4085913"/>
              <a:ext cx="634908" cy="445194"/>
            </a:xfrm>
            <a:prstGeom prst="rect">
              <a:avLst/>
            </a:prstGeom>
          </p:spPr>
        </p:pic>
        <p:pic>
          <p:nvPicPr>
            <p:cNvPr id="422" name="图片 421">
              <a:extLst>
                <a:ext uri="{FF2B5EF4-FFF2-40B4-BE49-F238E27FC236}">
                  <a16:creationId xmlns:a16="http://schemas.microsoft.com/office/drawing/2014/main" id="{3C6C4D01-0F7E-40AA-B429-5785AA353B6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939791" y="4085913"/>
              <a:ext cx="634908" cy="445194"/>
            </a:xfrm>
            <a:prstGeom prst="rect">
              <a:avLst/>
            </a:prstGeom>
          </p:spPr>
        </p:pic>
        <p:pic>
          <p:nvPicPr>
            <p:cNvPr id="423" name="图片 422">
              <a:extLst>
                <a:ext uri="{FF2B5EF4-FFF2-40B4-BE49-F238E27FC236}">
                  <a16:creationId xmlns:a16="http://schemas.microsoft.com/office/drawing/2014/main" id="{EBBBE9BD-1F90-4A63-A580-CE6224CDC98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330200" y="4085913"/>
              <a:ext cx="634908" cy="445194"/>
            </a:xfrm>
            <a:prstGeom prst="rect">
              <a:avLst/>
            </a:prstGeom>
          </p:spPr>
        </p:pic>
        <p:cxnSp>
          <p:nvCxnSpPr>
            <p:cNvPr id="448" name="直接箭头连接符 79">
              <a:extLst>
                <a:ext uri="{FF2B5EF4-FFF2-40B4-BE49-F238E27FC236}">
                  <a16:creationId xmlns:a16="http://schemas.microsoft.com/office/drawing/2014/main" id="{47029AB9-C110-414E-B6D9-C3BE2964604B}"/>
                </a:ext>
              </a:extLst>
            </p:cNvPr>
            <p:cNvCxnSpPr>
              <a:cxnSpLocks/>
              <a:stCxn id="422" idx="2"/>
              <a:endCxn id="401" idx="0"/>
            </p:cNvCxnSpPr>
            <p:nvPr/>
          </p:nvCxnSpPr>
          <p:spPr>
            <a:xfrm rot="5400000">
              <a:off x="6827390" y="4594404"/>
              <a:ext cx="493153" cy="366559"/>
            </a:xfrm>
            <a:prstGeom prst="curvedConnector3">
              <a:avLst>
                <a:gd name="adj1" fmla="val 50000"/>
              </a:avLst>
            </a:prstGeom>
            <a:ln w="12700">
              <a:solidFill>
                <a:srgbClr val="FF0000"/>
              </a:solidFill>
              <a:prstDash val="dash"/>
              <a:headEnd type="oval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1" name="直接箭头连接符 79">
              <a:extLst>
                <a:ext uri="{FF2B5EF4-FFF2-40B4-BE49-F238E27FC236}">
                  <a16:creationId xmlns:a16="http://schemas.microsoft.com/office/drawing/2014/main" id="{47842EB5-5A00-4770-896B-CF8E04F07A12}"/>
                </a:ext>
              </a:extLst>
            </p:cNvPr>
            <p:cNvCxnSpPr>
              <a:cxnSpLocks/>
              <a:stCxn id="420" idx="2"/>
              <a:endCxn id="398" idx="0"/>
            </p:cNvCxnSpPr>
            <p:nvPr/>
          </p:nvCxnSpPr>
          <p:spPr>
            <a:xfrm rot="16200000" flipH="1">
              <a:off x="4256530" y="4751004"/>
              <a:ext cx="493153" cy="53358"/>
            </a:xfrm>
            <a:prstGeom prst="curvedConnector3">
              <a:avLst>
                <a:gd name="adj1" fmla="val 50000"/>
              </a:avLst>
            </a:prstGeom>
            <a:ln w="12700">
              <a:solidFill>
                <a:srgbClr val="FF0000"/>
              </a:solidFill>
              <a:prstDash val="dash"/>
              <a:headEnd type="oval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2" name="直接箭头连接符 79">
              <a:extLst>
                <a:ext uri="{FF2B5EF4-FFF2-40B4-BE49-F238E27FC236}">
                  <a16:creationId xmlns:a16="http://schemas.microsoft.com/office/drawing/2014/main" id="{F0C81B98-E98A-450A-9238-905F4155DBD1}"/>
                </a:ext>
              </a:extLst>
            </p:cNvPr>
            <p:cNvCxnSpPr>
              <a:cxnSpLocks/>
              <a:stCxn id="422" idx="2"/>
              <a:endCxn id="395" idx="0"/>
            </p:cNvCxnSpPr>
            <p:nvPr/>
          </p:nvCxnSpPr>
          <p:spPr>
            <a:xfrm rot="5400000">
              <a:off x="4466489" y="2233503"/>
              <a:ext cx="493153" cy="5088361"/>
            </a:xfrm>
            <a:prstGeom prst="curvedConnector3">
              <a:avLst>
                <a:gd name="adj1" fmla="val 50000"/>
              </a:avLst>
            </a:prstGeom>
            <a:ln w="12700">
              <a:solidFill>
                <a:srgbClr val="FF0000"/>
              </a:solidFill>
              <a:prstDash val="dash"/>
              <a:headEnd type="oval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3" name="直接箭头连接符 79">
              <a:extLst>
                <a:ext uri="{FF2B5EF4-FFF2-40B4-BE49-F238E27FC236}">
                  <a16:creationId xmlns:a16="http://schemas.microsoft.com/office/drawing/2014/main" id="{0748413E-166C-4A9E-A67A-BD33BF2E8828}"/>
                </a:ext>
              </a:extLst>
            </p:cNvPr>
            <p:cNvCxnSpPr>
              <a:cxnSpLocks/>
              <a:stCxn id="423" idx="2"/>
              <a:endCxn id="402" idx="0"/>
            </p:cNvCxnSpPr>
            <p:nvPr/>
          </p:nvCxnSpPr>
          <p:spPr>
            <a:xfrm rot="5400000">
              <a:off x="7916078" y="4292683"/>
              <a:ext cx="493153" cy="970001"/>
            </a:xfrm>
            <a:prstGeom prst="curvedConnector3">
              <a:avLst>
                <a:gd name="adj1" fmla="val 50000"/>
              </a:avLst>
            </a:prstGeom>
            <a:ln w="12700">
              <a:solidFill>
                <a:srgbClr val="FF0000"/>
              </a:solidFill>
              <a:prstDash val="dash"/>
              <a:headEnd type="oval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4" name="直接箭头连接符 79">
              <a:extLst>
                <a:ext uri="{FF2B5EF4-FFF2-40B4-BE49-F238E27FC236}">
                  <a16:creationId xmlns:a16="http://schemas.microsoft.com/office/drawing/2014/main" id="{DC49AFD8-9D26-45A8-AE8A-EF00F5A4091E}"/>
                </a:ext>
              </a:extLst>
            </p:cNvPr>
            <p:cNvCxnSpPr>
              <a:cxnSpLocks/>
              <a:stCxn id="423" idx="2"/>
              <a:endCxn id="398" idx="0"/>
            </p:cNvCxnSpPr>
            <p:nvPr/>
          </p:nvCxnSpPr>
          <p:spPr>
            <a:xfrm rot="5400000">
              <a:off x="6342144" y="2718749"/>
              <a:ext cx="493153" cy="4117869"/>
            </a:xfrm>
            <a:prstGeom prst="curvedConnector3">
              <a:avLst>
                <a:gd name="adj1" fmla="val 50000"/>
              </a:avLst>
            </a:prstGeom>
            <a:ln w="12700">
              <a:solidFill>
                <a:srgbClr val="FF0000"/>
              </a:solidFill>
              <a:prstDash val="dash"/>
              <a:headEnd type="oval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5" name="直接箭头连接符 79">
              <a:extLst>
                <a:ext uri="{FF2B5EF4-FFF2-40B4-BE49-F238E27FC236}">
                  <a16:creationId xmlns:a16="http://schemas.microsoft.com/office/drawing/2014/main" id="{3896DF4D-1497-49C6-8C22-3D22D97DAF4A}"/>
                </a:ext>
              </a:extLst>
            </p:cNvPr>
            <p:cNvCxnSpPr>
              <a:cxnSpLocks/>
              <a:stCxn id="423" idx="2"/>
              <a:endCxn id="406" idx="0"/>
            </p:cNvCxnSpPr>
            <p:nvPr/>
          </p:nvCxnSpPr>
          <p:spPr>
            <a:xfrm rot="16200000" flipH="1">
              <a:off x="9490012" y="3688748"/>
              <a:ext cx="493153" cy="2177869"/>
            </a:xfrm>
            <a:prstGeom prst="curvedConnector3">
              <a:avLst>
                <a:gd name="adj1" fmla="val 50000"/>
              </a:avLst>
            </a:prstGeom>
            <a:ln w="12700">
              <a:solidFill>
                <a:srgbClr val="FF0000"/>
              </a:solidFill>
              <a:prstDash val="dash"/>
              <a:headEnd type="oval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7" name="直接箭头连接符 79">
              <a:extLst>
                <a:ext uri="{FF2B5EF4-FFF2-40B4-BE49-F238E27FC236}">
                  <a16:creationId xmlns:a16="http://schemas.microsoft.com/office/drawing/2014/main" id="{F979BCD5-6234-43F1-B069-9FEC1D15476D}"/>
                </a:ext>
              </a:extLst>
            </p:cNvPr>
            <p:cNvCxnSpPr>
              <a:cxnSpLocks/>
              <a:stCxn id="421" idx="2"/>
              <a:endCxn id="394" idx="0"/>
            </p:cNvCxnSpPr>
            <p:nvPr/>
          </p:nvCxnSpPr>
          <p:spPr>
            <a:xfrm rot="5400000">
              <a:off x="3377801" y="2535224"/>
              <a:ext cx="493153" cy="4484919"/>
            </a:xfrm>
            <a:prstGeom prst="curvedConnector3">
              <a:avLst>
                <a:gd name="adj1" fmla="val 50000"/>
              </a:avLst>
            </a:prstGeom>
            <a:ln w="12700">
              <a:solidFill>
                <a:srgbClr val="FF0000"/>
              </a:solidFill>
              <a:prstDash val="dash"/>
              <a:headEnd type="oval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8" name="直接箭头连接符 79">
              <a:extLst>
                <a:ext uri="{FF2B5EF4-FFF2-40B4-BE49-F238E27FC236}">
                  <a16:creationId xmlns:a16="http://schemas.microsoft.com/office/drawing/2014/main" id="{B4C9B541-3737-4987-992C-DD9EB7298389}"/>
                </a:ext>
              </a:extLst>
            </p:cNvPr>
            <p:cNvCxnSpPr>
              <a:cxnSpLocks/>
              <a:stCxn id="419" idx="2"/>
              <a:endCxn id="404" idx="0"/>
            </p:cNvCxnSpPr>
            <p:nvPr/>
          </p:nvCxnSpPr>
          <p:spPr>
            <a:xfrm rot="16200000" flipH="1">
              <a:off x="5922226" y="1694898"/>
              <a:ext cx="493153" cy="6165569"/>
            </a:xfrm>
            <a:prstGeom prst="curvedConnector3">
              <a:avLst>
                <a:gd name="adj1" fmla="val 50000"/>
              </a:avLst>
            </a:prstGeom>
            <a:ln w="12700">
              <a:solidFill>
                <a:srgbClr val="FF0000"/>
              </a:solidFill>
              <a:prstDash val="dash"/>
              <a:headEnd type="oval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9" name="直接箭头连接符 79">
              <a:extLst>
                <a:ext uri="{FF2B5EF4-FFF2-40B4-BE49-F238E27FC236}">
                  <a16:creationId xmlns:a16="http://schemas.microsoft.com/office/drawing/2014/main" id="{91182C5C-A8B5-4369-A356-06D2D2A3E6DE}"/>
                </a:ext>
              </a:extLst>
            </p:cNvPr>
            <p:cNvCxnSpPr>
              <a:cxnSpLocks/>
              <a:stCxn id="420" idx="2"/>
              <a:endCxn id="404" idx="0"/>
            </p:cNvCxnSpPr>
            <p:nvPr/>
          </p:nvCxnSpPr>
          <p:spPr>
            <a:xfrm rot="16200000" flipH="1">
              <a:off x="6617431" y="2390103"/>
              <a:ext cx="493153" cy="4775160"/>
            </a:xfrm>
            <a:prstGeom prst="curvedConnector3">
              <a:avLst>
                <a:gd name="adj1" fmla="val 50000"/>
              </a:avLst>
            </a:prstGeom>
            <a:ln w="12700">
              <a:solidFill>
                <a:srgbClr val="FF0000"/>
              </a:solidFill>
              <a:prstDash val="dash"/>
              <a:headEnd type="oval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0" name="直接箭头连接符 79">
              <a:extLst>
                <a:ext uri="{FF2B5EF4-FFF2-40B4-BE49-F238E27FC236}">
                  <a16:creationId xmlns:a16="http://schemas.microsoft.com/office/drawing/2014/main" id="{70DF54DC-F861-4F36-AB53-D3F9A1ABEC38}"/>
                </a:ext>
              </a:extLst>
            </p:cNvPr>
            <p:cNvCxnSpPr>
              <a:cxnSpLocks/>
              <a:stCxn id="422" idx="2"/>
              <a:endCxn id="403" idx="0"/>
            </p:cNvCxnSpPr>
            <p:nvPr/>
          </p:nvCxnSpPr>
          <p:spPr>
            <a:xfrm rot="16200000" flipH="1">
              <a:off x="7614356" y="4173995"/>
              <a:ext cx="493153" cy="1207375"/>
            </a:xfrm>
            <a:prstGeom prst="curvedConnector3">
              <a:avLst>
                <a:gd name="adj1" fmla="val 50000"/>
              </a:avLst>
            </a:prstGeom>
            <a:ln w="12700">
              <a:solidFill>
                <a:srgbClr val="FF0000"/>
              </a:solidFill>
              <a:prstDash val="dash"/>
              <a:headEnd type="oval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1" name="直接箭头连接符 79">
              <a:extLst>
                <a:ext uri="{FF2B5EF4-FFF2-40B4-BE49-F238E27FC236}">
                  <a16:creationId xmlns:a16="http://schemas.microsoft.com/office/drawing/2014/main" id="{E47495D4-6E56-4287-A08A-274EC592E7EA}"/>
                </a:ext>
              </a:extLst>
            </p:cNvPr>
            <p:cNvCxnSpPr>
              <a:cxnSpLocks/>
              <a:stCxn id="421" idx="2"/>
              <a:endCxn id="405" idx="0"/>
            </p:cNvCxnSpPr>
            <p:nvPr/>
          </p:nvCxnSpPr>
          <p:spPr>
            <a:xfrm rot="16200000" flipH="1">
              <a:off x="7706119" y="2691824"/>
              <a:ext cx="493153" cy="4171718"/>
            </a:xfrm>
            <a:prstGeom prst="curvedConnector3">
              <a:avLst>
                <a:gd name="adj1" fmla="val 50000"/>
              </a:avLst>
            </a:prstGeom>
            <a:ln w="12700">
              <a:solidFill>
                <a:srgbClr val="FF0000"/>
              </a:solidFill>
              <a:prstDash val="dash"/>
              <a:headEnd type="oval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2" name="直接箭头连接符 79">
              <a:extLst>
                <a:ext uri="{FF2B5EF4-FFF2-40B4-BE49-F238E27FC236}">
                  <a16:creationId xmlns:a16="http://schemas.microsoft.com/office/drawing/2014/main" id="{FEEE2FE2-83F7-4C4D-9C37-B763F8726F4C}"/>
                </a:ext>
              </a:extLst>
            </p:cNvPr>
            <p:cNvCxnSpPr>
              <a:cxnSpLocks/>
              <a:stCxn id="421" idx="2"/>
              <a:endCxn id="402" idx="0"/>
            </p:cNvCxnSpPr>
            <p:nvPr/>
          </p:nvCxnSpPr>
          <p:spPr>
            <a:xfrm rot="16200000" flipH="1">
              <a:off x="6525668" y="3872274"/>
              <a:ext cx="493153" cy="1810817"/>
            </a:xfrm>
            <a:prstGeom prst="curvedConnector3">
              <a:avLst>
                <a:gd name="adj1" fmla="val 50000"/>
              </a:avLst>
            </a:prstGeom>
            <a:ln w="12700">
              <a:solidFill>
                <a:srgbClr val="FF0000"/>
              </a:solidFill>
              <a:prstDash val="dash"/>
              <a:headEnd type="oval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3" name="直接箭头连接符 79">
              <a:extLst>
                <a:ext uri="{FF2B5EF4-FFF2-40B4-BE49-F238E27FC236}">
                  <a16:creationId xmlns:a16="http://schemas.microsoft.com/office/drawing/2014/main" id="{998BA8E6-B7BF-4B46-BED3-5F11D81EF1B8}"/>
                </a:ext>
              </a:extLst>
            </p:cNvPr>
            <p:cNvCxnSpPr>
              <a:cxnSpLocks/>
              <a:stCxn id="420" idx="2"/>
              <a:endCxn id="400" idx="0"/>
            </p:cNvCxnSpPr>
            <p:nvPr/>
          </p:nvCxnSpPr>
          <p:spPr>
            <a:xfrm rot="16200000" flipH="1">
              <a:off x="5043497" y="3964037"/>
              <a:ext cx="493153" cy="1627292"/>
            </a:xfrm>
            <a:prstGeom prst="curvedConnector3">
              <a:avLst>
                <a:gd name="adj1" fmla="val 50000"/>
              </a:avLst>
            </a:prstGeom>
            <a:ln w="12700">
              <a:solidFill>
                <a:srgbClr val="FF0000"/>
              </a:solidFill>
              <a:prstDash val="dash"/>
              <a:headEnd type="oval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4" name="直接箭头连接符 79">
              <a:extLst>
                <a:ext uri="{FF2B5EF4-FFF2-40B4-BE49-F238E27FC236}">
                  <a16:creationId xmlns:a16="http://schemas.microsoft.com/office/drawing/2014/main" id="{8699DE0C-27FF-45E9-B654-5BBF7B0B35BE}"/>
                </a:ext>
              </a:extLst>
            </p:cNvPr>
            <p:cNvCxnSpPr>
              <a:cxnSpLocks/>
              <a:stCxn id="419" idx="2"/>
              <a:endCxn id="399" idx="0"/>
            </p:cNvCxnSpPr>
            <p:nvPr/>
          </p:nvCxnSpPr>
          <p:spPr>
            <a:xfrm rot="16200000" flipH="1">
              <a:off x="3954809" y="3662316"/>
              <a:ext cx="493153" cy="2230734"/>
            </a:xfrm>
            <a:prstGeom prst="curvedConnector3">
              <a:avLst>
                <a:gd name="adj1" fmla="val 50000"/>
              </a:avLst>
            </a:prstGeom>
            <a:ln w="12700">
              <a:solidFill>
                <a:srgbClr val="FF0000"/>
              </a:solidFill>
              <a:prstDash val="dash"/>
              <a:headEnd type="oval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491" name="图片 490">
              <a:extLst>
                <a:ext uri="{FF2B5EF4-FFF2-40B4-BE49-F238E27FC236}">
                  <a16:creationId xmlns:a16="http://schemas.microsoft.com/office/drawing/2014/main" id="{12E9D6F7-0092-48EC-8610-73209B5D88F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252690" y="2949651"/>
              <a:ext cx="634908" cy="445194"/>
            </a:xfrm>
            <a:prstGeom prst="rect">
              <a:avLst/>
            </a:prstGeom>
          </p:spPr>
        </p:pic>
        <p:pic>
          <p:nvPicPr>
            <p:cNvPr id="492" name="图片 491">
              <a:extLst>
                <a:ext uri="{FF2B5EF4-FFF2-40B4-BE49-F238E27FC236}">
                  <a16:creationId xmlns:a16="http://schemas.microsoft.com/office/drawing/2014/main" id="{A97BD46A-1E8C-4569-9F29-2CA42B3D807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159257" y="2949651"/>
              <a:ext cx="634908" cy="445194"/>
            </a:xfrm>
            <a:prstGeom prst="rect">
              <a:avLst/>
            </a:prstGeom>
          </p:spPr>
        </p:pic>
        <p:pic>
          <p:nvPicPr>
            <p:cNvPr id="493" name="图片 492">
              <a:extLst>
                <a:ext uri="{FF2B5EF4-FFF2-40B4-BE49-F238E27FC236}">
                  <a16:creationId xmlns:a16="http://schemas.microsoft.com/office/drawing/2014/main" id="{B28B70E0-5323-4672-8017-0EE367D0FBD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778546" y="2031588"/>
              <a:ext cx="634908" cy="445194"/>
            </a:xfrm>
            <a:prstGeom prst="rect">
              <a:avLst/>
            </a:prstGeom>
          </p:spPr>
        </p:pic>
        <p:cxnSp>
          <p:nvCxnSpPr>
            <p:cNvPr id="495" name="直接箭头连接符 79">
              <a:extLst>
                <a:ext uri="{FF2B5EF4-FFF2-40B4-BE49-F238E27FC236}">
                  <a16:creationId xmlns:a16="http://schemas.microsoft.com/office/drawing/2014/main" id="{CC24AEEC-716C-45C0-AEC7-7BE823B3A6D2}"/>
                </a:ext>
              </a:extLst>
            </p:cNvPr>
            <p:cNvCxnSpPr>
              <a:cxnSpLocks/>
              <a:stCxn id="493" idx="2"/>
              <a:endCxn id="491" idx="0"/>
            </p:cNvCxnSpPr>
            <p:nvPr/>
          </p:nvCxnSpPr>
          <p:spPr>
            <a:xfrm rot="5400000">
              <a:off x="5096638" y="1950288"/>
              <a:ext cx="472869" cy="1525856"/>
            </a:xfrm>
            <a:prstGeom prst="curvedConnector3">
              <a:avLst>
                <a:gd name="adj1" fmla="val 50000"/>
              </a:avLst>
            </a:prstGeom>
            <a:ln w="12700">
              <a:solidFill>
                <a:srgbClr val="FF0000"/>
              </a:solidFill>
              <a:prstDash val="dash"/>
              <a:headEnd type="oval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8" name="直接箭头连接符 79">
              <a:extLst>
                <a:ext uri="{FF2B5EF4-FFF2-40B4-BE49-F238E27FC236}">
                  <a16:creationId xmlns:a16="http://schemas.microsoft.com/office/drawing/2014/main" id="{577319CD-82E4-4C52-8F94-582340D396EF}"/>
                </a:ext>
              </a:extLst>
            </p:cNvPr>
            <p:cNvCxnSpPr>
              <a:cxnSpLocks/>
              <a:stCxn id="493" idx="2"/>
              <a:endCxn id="492" idx="0"/>
            </p:cNvCxnSpPr>
            <p:nvPr/>
          </p:nvCxnSpPr>
          <p:spPr>
            <a:xfrm rot="16200000" flipH="1">
              <a:off x="6549921" y="2022860"/>
              <a:ext cx="472869" cy="1380711"/>
            </a:xfrm>
            <a:prstGeom prst="curvedConnector3">
              <a:avLst>
                <a:gd name="adj1" fmla="val 50000"/>
              </a:avLst>
            </a:prstGeom>
            <a:ln w="12700">
              <a:solidFill>
                <a:srgbClr val="FF0000"/>
              </a:solidFill>
              <a:prstDash val="dash"/>
              <a:headEnd type="oval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1" name="直接箭头连接符 79">
              <a:extLst>
                <a:ext uri="{FF2B5EF4-FFF2-40B4-BE49-F238E27FC236}">
                  <a16:creationId xmlns:a16="http://schemas.microsoft.com/office/drawing/2014/main" id="{305F4EDB-35C5-4321-A2C7-40431DAF2A98}"/>
                </a:ext>
              </a:extLst>
            </p:cNvPr>
            <p:cNvCxnSpPr>
              <a:cxnSpLocks/>
              <a:stCxn id="491" idx="2"/>
              <a:endCxn id="419" idx="0"/>
            </p:cNvCxnSpPr>
            <p:nvPr/>
          </p:nvCxnSpPr>
          <p:spPr>
            <a:xfrm rot="5400000">
              <a:off x="3482547" y="2998316"/>
              <a:ext cx="691068" cy="1484126"/>
            </a:xfrm>
            <a:prstGeom prst="curvedConnector3">
              <a:avLst>
                <a:gd name="adj1" fmla="val 50000"/>
              </a:avLst>
            </a:prstGeom>
            <a:ln w="12700">
              <a:solidFill>
                <a:srgbClr val="FF0000"/>
              </a:solidFill>
              <a:prstDash val="dash"/>
              <a:headEnd type="oval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4" name="直接箭头连接符 79">
              <a:extLst>
                <a:ext uri="{FF2B5EF4-FFF2-40B4-BE49-F238E27FC236}">
                  <a16:creationId xmlns:a16="http://schemas.microsoft.com/office/drawing/2014/main" id="{B5152598-E248-4FDC-89DF-94CA06B07FBC}"/>
                </a:ext>
              </a:extLst>
            </p:cNvPr>
            <p:cNvCxnSpPr>
              <a:cxnSpLocks/>
              <a:stCxn id="492" idx="2"/>
              <a:endCxn id="423" idx="0"/>
            </p:cNvCxnSpPr>
            <p:nvPr/>
          </p:nvCxnSpPr>
          <p:spPr>
            <a:xfrm rot="16200000" flipH="1">
              <a:off x="7716648" y="3154907"/>
              <a:ext cx="691068" cy="1170943"/>
            </a:xfrm>
            <a:prstGeom prst="curvedConnector3">
              <a:avLst>
                <a:gd name="adj1" fmla="val 50000"/>
              </a:avLst>
            </a:prstGeom>
            <a:ln w="12700">
              <a:solidFill>
                <a:srgbClr val="FF0000"/>
              </a:solidFill>
              <a:prstDash val="dash"/>
              <a:headEnd type="oval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7" name="直接箭头连接符 79">
              <a:extLst>
                <a:ext uri="{FF2B5EF4-FFF2-40B4-BE49-F238E27FC236}">
                  <a16:creationId xmlns:a16="http://schemas.microsoft.com/office/drawing/2014/main" id="{8749B396-1AD1-4177-B583-F4DAEA0560D5}"/>
                </a:ext>
              </a:extLst>
            </p:cNvPr>
            <p:cNvCxnSpPr>
              <a:cxnSpLocks/>
              <a:stCxn id="492" idx="2"/>
              <a:endCxn id="422" idx="0"/>
            </p:cNvCxnSpPr>
            <p:nvPr/>
          </p:nvCxnSpPr>
          <p:spPr>
            <a:xfrm rot="5400000">
              <a:off x="7021444" y="3630646"/>
              <a:ext cx="691068" cy="219466"/>
            </a:xfrm>
            <a:prstGeom prst="curvedConnector3">
              <a:avLst>
                <a:gd name="adj1" fmla="val 50000"/>
              </a:avLst>
            </a:prstGeom>
            <a:ln w="12700">
              <a:solidFill>
                <a:srgbClr val="FF0000"/>
              </a:solidFill>
              <a:prstDash val="dash"/>
              <a:headEnd type="oval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0" name="直接箭头连接符 79">
              <a:extLst>
                <a:ext uri="{FF2B5EF4-FFF2-40B4-BE49-F238E27FC236}">
                  <a16:creationId xmlns:a16="http://schemas.microsoft.com/office/drawing/2014/main" id="{E50E884F-B0BC-4E09-9996-013D8570A311}"/>
                </a:ext>
              </a:extLst>
            </p:cNvPr>
            <p:cNvCxnSpPr>
              <a:cxnSpLocks/>
              <a:stCxn id="491" idx="2"/>
              <a:endCxn id="420" idx="0"/>
            </p:cNvCxnSpPr>
            <p:nvPr/>
          </p:nvCxnSpPr>
          <p:spPr>
            <a:xfrm rot="5400000">
              <a:off x="4177752" y="3693521"/>
              <a:ext cx="691068" cy="93717"/>
            </a:xfrm>
            <a:prstGeom prst="curvedConnector3">
              <a:avLst>
                <a:gd name="adj1" fmla="val 50000"/>
              </a:avLst>
            </a:prstGeom>
            <a:ln w="12700">
              <a:solidFill>
                <a:srgbClr val="FF0000"/>
              </a:solidFill>
              <a:prstDash val="dash"/>
              <a:headEnd type="oval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3" name="直接箭头连接符 79">
              <a:extLst>
                <a:ext uri="{FF2B5EF4-FFF2-40B4-BE49-F238E27FC236}">
                  <a16:creationId xmlns:a16="http://schemas.microsoft.com/office/drawing/2014/main" id="{E81279EE-4CB3-4774-9783-2C34A08A3E67}"/>
                </a:ext>
              </a:extLst>
            </p:cNvPr>
            <p:cNvCxnSpPr>
              <a:cxnSpLocks/>
              <a:stCxn id="491" idx="2"/>
              <a:endCxn id="421" idx="0"/>
            </p:cNvCxnSpPr>
            <p:nvPr/>
          </p:nvCxnSpPr>
          <p:spPr>
            <a:xfrm rot="16200000" flipH="1">
              <a:off x="4872956" y="3092033"/>
              <a:ext cx="691068" cy="1296692"/>
            </a:xfrm>
            <a:prstGeom prst="curvedConnector3">
              <a:avLst>
                <a:gd name="adj1" fmla="val 50000"/>
              </a:avLst>
            </a:prstGeom>
            <a:ln w="12700">
              <a:solidFill>
                <a:srgbClr val="FF0000"/>
              </a:solidFill>
              <a:prstDash val="dash"/>
              <a:headEnd type="oval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17" name="文本框 516">
            <a:extLst>
              <a:ext uri="{FF2B5EF4-FFF2-40B4-BE49-F238E27FC236}">
                <a16:creationId xmlns:a16="http://schemas.microsoft.com/office/drawing/2014/main" id="{0219A651-979F-4151-A1CD-39F510C4BAA9}"/>
              </a:ext>
            </a:extLst>
          </p:cNvPr>
          <p:cNvSpPr txBox="1"/>
          <p:nvPr/>
        </p:nvSpPr>
        <p:spPr>
          <a:xfrm>
            <a:off x="5434251" y="5554863"/>
            <a:ext cx="15055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Data Blocks</a:t>
            </a:r>
            <a:endParaRPr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18" name="文本框 517">
            <a:extLst>
              <a:ext uri="{FF2B5EF4-FFF2-40B4-BE49-F238E27FC236}">
                <a16:creationId xmlns:a16="http://schemas.microsoft.com/office/drawing/2014/main" id="{931256AE-1D38-47F9-8FF3-C989BAE01C77}"/>
              </a:ext>
            </a:extLst>
          </p:cNvPr>
          <p:cNvSpPr txBox="1"/>
          <p:nvPr/>
        </p:nvSpPr>
        <p:spPr>
          <a:xfrm>
            <a:off x="9265164" y="4085913"/>
            <a:ext cx="14285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Leaf Nodes</a:t>
            </a:r>
            <a:endParaRPr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19" name="文本框 518">
            <a:extLst>
              <a:ext uri="{FF2B5EF4-FFF2-40B4-BE49-F238E27FC236}">
                <a16:creationId xmlns:a16="http://schemas.microsoft.com/office/drawing/2014/main" id="{9411168A-ED88-452D-B132-12E39099D7F5}"/>
              </a:ext>
            </a:extLst>
          </p:cNvPr>
          <p:cNvSpPr txBox="1"/>
          <p:nvPr/>
        </p:nvSpPr>
        <p:spPr>
          <a:xfrm>
            <a:off x="9261665" y="3013412"/>
            <a:ext cx="17876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Internal Nodes</a:t>
            </a:r>
            <a:endParaRPr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20" name="文本框 519">
            <a:extLst>
              <a:ext uri="{FF2B5EF4-FFF2-40B4-BE49-F238E27FC236}">
                <a16:creationId xmlns:a16="http://schemas.microsoft.com/office/drawing/2014/main" id="{59E07C93-4745-4678-8A75-F9B55EFBEE59}"/>
              </a:ext>
            </a:extLst>
          </p:cNvPr>
          <p:cNvSpPr txBox="1"/>
          <p:nvPr/>
        </p:nvSpPr>
        <p:spPr>
          <a:xfrm>
            <a:off x="9251587" y="2102682"/>
            <a:ext cx="1479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Root Nodes</a:t>
            </a:r>
            <a:endParaRPr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21" name="直接箭头连接符 79">
            <a:extLst>
              <a:ext uri="{FF2B5EF4-FFF2-40B4-BE49-F238E27FC236}">
                <a16:creationId xmlns:a16="http://schemas.microsoft.com/office/drawing/2014/main" id="{6F58C42B-A11D-42AE-91FB-45046F690D5A}"/>
              </a:ext>
            </a:extLst>
          </p:cNvPr>
          <p:cNvCxnSpPr>
            <a:cxnSpLocks/>
            <a:stCxn id="419" idx="3"/>
            <a:endCxn id="420" idx="1"/>
          </p:cNvCxnSpPr>
          <p:nvPr/>
        </p:nvCxnSpPr>
        <p:spPr>
          <a:xfrm>
            <a:off x="3403472" y="4308510"/>
            <a:ext cx="755501" cy="0"/>
          </a:xfrm>
          <a:prstGeom prst="straightConnector1">
            <a:avLst/>
          </a:prstGeom>
          <a:ln w="12700">
            <a:solidFill>
              <a:srgbClr val="FF0000"/>
            </a:solidFill>
            <a:prstDash val="dash"/>
            <a:headEnd type="oval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5" name="直接箭头连接符 79">
            <a:extLst>
              <a:ext uri="{FF2B5EF4-FFF2-40B4-BE49-F238E27FC236}">
                <a16:creationId xmlns:a16="http://schemas.microsoft.com/office/drawing/2014/main" id="{29D8FF91-4A41-49F1-87BF-CDF3B4977D35}"/>
              </a:ext>
            </a:extLst>
          </p:cNvPr>
          <p:cNvCxnSpPr>
            <a:cxnSpLocks/>
            <a:stCxn id="420" idx="3"/>
            <a:endCxn id="421" idx="1"/>
          </p:cNvCxnSpPr>
          <p:nvPr/>
        </p:nvCxnSpPr>
        <p:spPr>
          <a:xfrm>
            <a:off x="4793881" y="4308510"/>
            <a:ext cx="755501" cy="0"/>
          </a:xfrm>
          <a:prstGeom prst="straightConnector1">
            <a:avLst/>
          </a:prstGeom>
          <a:ln w="12700">
            <a:solidFill>
              <a:srgbClr val="FF0000"/>
            </a:solidFill>
            <a:prstDash val="dash"/>
            <a:headEnd type="oval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8" name="直接箭头连接符 79">
            <a:extLst>
              <a:ext uri="{FF2B5EF4-FFF2-40B4-BE49-F238E27FC236}">
                <a16:creationId xmlns:a16="http://schemas.microsoft.com/office/drawing/2014/main" id="{FBAA040F-E82E-4117-AA23-A98CAA25DC8E}"/>
              </a:ext>
            </a:extLst>
          </p:cNvPr>
          <p:cNvCxnSpPr>
            <a:cxnSpLocks/>
            <a:stCxn id="421" idx="3"/>
            <a:endCxn id="422" idx="1"/>
          </p:cNvCxnSpPr>
          <p:nvPr/>
        </p:nvCxnSpPr>
        <p:spPr>
          <a:xfrm>
            <a:off x="6184290" y="4308510"/>
            <a:ext cx="755501" cy="0"/>
          </a:xfrm>
          <a:prstGeom prst="straightConnector1">
            <a:avLst/>
          </a:prstGeom>
          <a:ln w="12700">
            <a:solidFill>
              <a:srgbClr val="FF0000"/>
            </a:solidFill>
            <a:prstDash val="dash"/>
            <a:headEnd type="oval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1" name="直接箭头连接符 79">
            <a:extLst>
              <a:ext uri="{FF2B5EF4-FFF2-40B4-BE49-F238E27FC236}">
                <a16:creationId xmlns:a16="http://schemas.microsoft.com/office/drawing/2014/main" id="{F2AEFD8E-988A-4331-A235-A5C96BA24259}"/>
              </a:ext>
            </a:extLst>
          </p:cNvPr>
          <p:cNvCxnSpPr>
            <a:cxnSpLocks/>
            <a:stCxn id="422" idx="3"/>
            <a:endCxn id="423" idx="1"/>
          </p:cNvCxnSpPr>
          <p:nvPr/>
        </p:nvCxnSpPr>
        <p:spPr>
          <a:xfrm>
            <a:off x="7574699" y="4308510"/>
            <a:ext cx="755501" cy="0"/>
          </a:xfrm>
          <a:prstGeom prst="straightConnector1">
            <a:avLst/>
          </a:prstGeom>
          <a:ln w="12700">
            <a:solidFill>
              <a:srgbClr val="FF0000"/>
            </a:solidFill>
            <a:prstDash val="dash"/>
            <a:headEnd type="oval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495791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63A6BA-E7A8-4199-A9F7-13D20F493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Example of B</a:t>
            </a:r>
            <a:r>
              <a:rPr lang="en-US" altLang="zh-CN" baseline="30000" dirty="0"/>
              <a:t>+</a:t>
            </a:r>
            <a:r>
              <a:rPr lang="en-US" altLang="zh-CN" dirty="0"/>
              <a:t>-Tree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C82B485-330C-4F7C-AD75-86FB6EFA3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D51E0B-7CDF-49C8-BBF1-D0BD435D098B}" type="datetime1">
              <a:rPr lang="zh-CN" altLang="en-US" smtClean="0"/>
              <a:t>2024/5/8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9398CB-94F3-4CE3-9880-9F79A418A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Tree Indices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98061EF-E67D-4B6D-B836-FE67DC6C8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5A79-C12E-4282-8451-1BC984B858F9}" type="slidenum">
              <a:rPr lang="zh-CN" altLang="en-US" smtClean="0"/>
              <a:t>15</a:t>
            </a:fld>
            <a:endParaRPr lang="zh-CN" altLang="en-US"/>
          </a:p>
        </p:txBody>
      </p:sp>
      <p:pic>
        <p:nvPicPr>
          <p:cNvPr id="7" name="Picture 5">
            <a:extLst>
              <a:ext uri="{FF2B5EF4-FFF2-40B4-BE49-F238E27FC236}">
                <a16:creationId xmlns:a16="http://schemas.microsoft.com/office/drawing/2014/main" id="{BC759CE8-44FB-48B3-8F81-23770A35696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5743" y="1784044"/>
            <a:ext cx="8080513" cy="45723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36721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63A6BA-E7A8-4199-A9F7-13D20F493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B</a:t>
            </a:r>
            <a:r>
              <a:rPr lang="en-US" altLang="zh-CN" baseline="30000" dirty="0"/>
              <a:t>+</a:t>
            </a:r>
            <a:r>
              <a:rPr lang="en-US" altLang="zh-CN" dirty="0"/>
              <a:t>-Tree Index 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41D338E-6007-4685-B707-13D151D5BE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665662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1800"/>
              </a:spcBef>
            </a:pPr>
            <a:r>
              <a:rPr lang="en-US" altLang="en-US" dirty="0"/>
              <a:t>A B</a:t>
            </a:r>
            <a:r>
              <a:rPr lang="en-US" altLang="en-US" baseline="30000" dirty="0"/>
              <a:t>+</a:t>
            </a:r>
            <a:r>
              <a:rPr lang="en-US" altLang="en-US" dirty="0"/>
              <a:t>-tree is a rooted tree satisfying the following properties:</a:t>
            </a:r>
          </a:p>
          <a:p>
            <a:pPr lvl="1">
              <a:lnSpc>
                <a:spcPct val="100000"/>
              </a:lnSpc>
              <a:spcBef>
                <a:spcPts val="1800"/>
              </a:spcBef>
            </a:pPr>
            <a:r>
              <a:rPr lang="en-US" altLang="en-US" dirty="0"/>
              <a:t>All paths from root to leaf are of the </a:t>
            </a:r>
            <a:r>
              <a:rPr lang="en-US" altLang="en-US" b="1" dirty="0">
                <a:solidFill>
                  <a:srgbClr val="00B050"/>
                </a:solidFill>
              </a:rPr>
              <a:t>same length</a:t>
            </a:r>
          </a:p>
          <a:p>
            <a:pPr lvl="1">
              <a:lnSpc>
                <a:spcPct val="100000"/>
              </a:lnSpc>
              <a:spcBef>
                <a:spcPts val="1800"/>
              </a:spcBef>
            </a:pPr>
            <a:r>
              <a:rPr lang="en-US" altLang="en-US" dirty="0"/>
              <a:t>Each internal node has             children.</a:t>
            </a:r>
          </a:p>
          <a:p>
            <a:pPr lvl="1">
              <a:lnSpc>
                <a:spcPct val="100000"/>
              </a:lnSpc>
              <a:spcBef>
                <a:spcPts val="1800"/>
              </a:spcBef>
            </a:pPr>
            <a:r>
              <a:rPr lang="en-US" altLang="en-US" dirty="0"/>
              <a:t>A leaf node has between                      values</a:t>
            </a:r>
          </a:p>
          <a:p>
            <a:pPr lvl="1">
              <a:lnSpc>
                <a:spcPct val="100000"/>
              </a:lnSpc>
              <a:spcBef>
                <a:spcPts val="1800"/>
              </a:spcBef>
            </a:pPr>
            <a:r>
              <a:rPr lang="en-US" altLang="en-US" dirty="0"/>
              <a:t>Special cases: </a:t>
            </a:r>
          </a:p>
          <a:p>
            <a:pPr lvl="2">
              <a:lnSpc>
                <a:spcPct val="100000"/>
              </a:lnSpc>
              <a:spcBef>
                <a:spcPts val="1800"/>
              </a:spcBef>
            </a:pPr>
            <a:r>
              <a:rPr lang="en-US" altLang="en-US" sz="2400" dirty="0"/>
              <a:t>If the root is not a leaf, it has at least </a:t>
            </a:r>
            <a:r>
              <a:rPr lang="en-US" altLang="en-US" sz="2400" b="1" dirty="0">
                <a:solidFill>
                  <a:srgbClr val="FF0000"/>
                </a:solidFill>
              </a:rPr>
              <a:t>2</a:t>
            </a:r>
            <a:r>
              <a:rPr lang="en-US" altLang="en-US" sz="2400" dirty="0"/>
              <a:t> children.</a:t>
            </a:r>
          </a:p>
          <a:p>
            <a:pPr lvl="2">
              <a:lnSpc>
                <a:spcPct val="100000"/>
              </a:lnSpc>
              <a:spcBef>
                <a:spcPts val="1800"/>
              </a:spcBef>
            </a:pPr>
            <a:r>
              <a:rPr lang="en-US" altLang="en-US" sz="2400" dirty="0"/>
              <a:t>If the root is a leaf, it can have                 values.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C82B485-330C-4F7C-AD75-86FB6EFA3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DFBE3-0D54-4D21-B48C-B5594BCFB256}" type="datetime1">
              <a:rPr lang="zh-CN" altLang="en-US" smtClean="0"/>
              <a:t>2024/5/8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9398CB-94F3-4CE3-9880-9F79A418A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Tree Indices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98061EF-E67D-4B6D-B836-FE67DC6C8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5A79-C12E-4282-8451-1BC984B858F9}" type="slidenum">
              <a:rPr lang="zh-CN" altLang="en-US" smtClean="0"/>
              <a:t>16</a:t>
            </a:fld>
            <a:endParaRPr lang="zh-CN" altLang="en-US"/>
          </a:p>
        </p:txBody>
      </p:sp>
      <p:pic>
        <p:nvPicPr>
          <p:cNvPr id="1028" name="Picture 4" descr="http://www.sciweavers.org/upload/Tex2Img_1618646854/eqn.png">
            <a:extLst>
              <a:ext uri="{FF2B5EF4-FFF2-40B4-BE49-F238E27FC236}">
                <a16:creationId xmlns:a16="http://schemas.microsoft.com/office/drawing/2014/main" id="{5DA9C1A9-BF6D-41DD-992B-9424E7EE55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15729" y="3004380"/>
            <a:ext cx="1027872" cy="3686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ttp://www.sciweavers.org/upload/Tex2Img_1618646928/eqn.png">
            <a:extLst>
              <a:ext uri="{FF2B5EF4-FFF2-40B4-BE49-F238E27FC236}">
                <a16:creationId xmlns:a16="http://schemas.microsoft.com/office/drawing/2014/main" id="{7B88E82F-72AE-4FD1-85B7-63387711D2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6426" y="3586198"/>
            <a:ext cx="1780366" cy="3894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http://www.sciweavers.org/upload/Tex2Img_1618647064/eqn.png">
            <a:extLst>
              <a:ext uri="{FF2B5EF4-FFF2-40B4-BE49-F238E27FC236}">
                <a16:creationId xmlns:a16="http://schemas.microsoft.com/office/drawing/2014/main" id="{E198F238-924B-438B-A707-674BD3DA1F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37024" y="5372307"/>
            <a:ext cx="1284182" cy="3923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076184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63A6BA-E7A8-4199-A9F7-13D20F493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B+-Tree Node Structure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C82B485-330C-4F7C-AD75-86FB6EFA3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BA5BB-47FF-4F4E-8E4C-E1B62A4D3210}" type="datetime1">
              <a:rPr lang="zh-CN" altLang="en-US" smtClean="0"/>
              <a:t>2024/5/8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9398CB-94F3-4CE3-9880-9F79A418A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Tree Indices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98061EF-E67D-4B6D-B836-FE67DC6C8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5A79-C12E-4282-8451-1BC984B858F9}" type="slidenum">
              <a:rPr lang="zh-CN" altLang="en-US" smtClean="0"/>
              <a:t>17</a:t>
            </a:fld>
            <a:endParaRPr lang="zh-CN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7DB3513-53B4-4503-A859-52C3BB6C78F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6846" y="2071005"/>
            <a:ext cx="7918307" cy="5971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B7F1546C-77F0-43ED-B1F5-BE092ADDF37C}"/>
              </a:ext>
            </a:extLst>
          </p:cNvPr>
          <p:cNvSpPr/>
          <p:nvPr/>
        </p:nvSpPr>
        <p:spPr>
          <a:xfrm>
            <a:off x="3230867" y="3534821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Search-key values </a:t>
            </a:r>
            <a:endParaRPr lang="zh-CN" alt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5FB9780-5F97-4179-9097-C24A7FA10D23}"/>
              </a:ext>
            </a:extLst>
          </p:cNvPr>
          <p:cNvSpPr/>
          <p:nvPr/>
        </p:nvSpPr>
        <p:spPr>
          <a:xfrm>
            <a:off x="7268682" y="3532584"/>
            <a:ext cx="119616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sz="20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pointers</a:t>
            </a:r>
            <a:endParaRPr lang="zh-CN" altLang="en-US" sz="2000" b="1" dirty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42B907B0-ABEA-43BA-86CA-004437B2373B}"/>
              </a:ext>
            </a:extLst>
          </p:cNvPr>
          <p:cNvCxnSpPr>
            <a:stCxn id="8" idx="0"/>
          </p:cNvCxnSpPr>
          <p:nvPr/>
        </p:nvCxnSpPr>
        <p:spPr>
          <a:xfrm flipH="1" flipV="1">
            <a:off x="3882887" y="2716696"/>
            <a:ext cx="594475" cy="818125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3BFB24D0-21E1-4228-8911-FBC91945CFC9}"/>
              </a:ext>
            </a:extLst>
          </p:cNvPr>
          <p:cNvCxnSpPr>
            <a:cxnSpLocks/>
            <a:stCxn id="8" idx="0"/>
          </p:cNvCxnSpPr>
          <p:nvPr/>
        </p:nvCxnSpPr>
        <p:spPr>
          <a:xfrm flipV="1">
            <a:off x="4477362" y="2668196"/>
            <a:ext cx="3738986" cy="866625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7935235F-6E1E-4CC6-AC25-C54E974A87DD}"/>
              </a:ext>
            </a:extLst>
          </p:cNvPr>
          <p:cNvCxnSpPr>
            <a:cxnSpLocks/>
            <a:stCxn id="9" idx="0"/>
          </p:cNvCxnSpPr>
          <p:nvPr/>
        </p:nvCxnSpPr>
        <p:spPr>
          <a:xfrm flipH="1" flipV="1">
            <a:off x="2709784" y="2668196"/>
            <a:ext cx="5156979" cy="864388"/>
          </a:xfrm>
          <a:prstGeom prst="straightConnector1">
            <a:avLst/>
          </a:prstGeom>
          <a:ln w="25400">
            <a:solidFill>
              <a:srgbClr val="00B05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55216A12-E69F-4A18-B0F4-93B4A30B3137}"/>
              </a:ext>
            </a:extLst>
          </p:cNvPr>
          <p:cNvCxnSpPr>
            <a:cxnSpLocks/>
            <a:stCxn id="9" idx="0"/>
          </p:cNvCxnSpPr>
          <p:nvPr/>
        </p:nvCxnSpPr>
        <p:spPr>
          <a:xfrm flipH="1" flipV="1">
            <a:off x="4923183" y="2665959"/>
            <a:ext cx="2943580" cy="866625"/>
          </a:xfrm>
          <a:prstGeom prst="straightConnector1">
            <a:avLst/>
          </a:prstGeom>
          <a:ln w="25400">
            <a:solidFill>
              <a:srgbClr val="00B05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2D732324-398A-4A23-AE5C-91AAC855ECB1}"/>
              </a:ext>
            </a:extLst>
          </p:cNvPr>
          <p:cNvCxnSpPr>
            <a:cxnSpLocks/>
            <a:stCxn id="9" idx="0"/>
          </p:cNvCxnSpPr>
          <p:nvPr/>
        </p:nvCxnSpPr>
        <p:spPr>
          <a:xfrm flipH="1" flipV="1">
            <a:off x="7268682" y="2670433"/>
            <a:ext cx="598081" cy="862151"/>
          </a:xfrm>
          <a:prstGeom prst="straightConnector1">
            <a:avLst/>
          </a:prstGeom>
          <a:ln w="25400">
            <a:solidFill>
              <a:srgbClr val="00B05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8CB24F58-20B7-4ECD-834C-B28C59C27BB7}"/>
              </a:ext>
            </a:extLst>
          </p:cNvPr>
          <p:cNvCxnSpPr>
            <a:cxnSpLocks/>
            <a:stCxn id="9" idx="0"/>
          </p:cNvCxnSpPr>
          <p:nvPr/>
        </p:nvCxnSpPr>
        <p:spPr>
          <a:xfrm flipV="1">
            <a:off x="7866763" y="2663722"/>
            <a:ext cx="1615453" cy="868862"/>
          </a:xfrm>
          <a:prstGeom prst="straightConnector1">
            <a:avLst/>
          </a:prstGeom>
          <a:ln w="25400">
            <a:solidFill>
              <a:srgbClr val="00B05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矩形 26">
            <a:extLst>
              <a:ext uri="{FF2B5EF4-FFF2-40B4-BE49-F238E27FC236}">
                <a16:creationId xmlns:a16="http://schemas.microsoft.com/office/drawing/2014/main" id="{44065110-9C27-40E7-8AF4-5C8BC3B52805}"/>
              </a:ext>
            </a:extLst>
          </p:cNvPr>
          <p:cNvSpPr/>
          <p:nvPr/>
        </p:nvSpPr>
        <p:spPr>
          <a:xfrm>
            <a:off x="7268682" y="3994625"/>
            <a:ext cx="335861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sz="20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Parameter n: # of pointers</a:t>
            </a:r>
            <a:endParaRPr lang="zh-CN" altLang="en-US" sz="2000" b="1" dirty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35CA2918-2C3B-4F7F-99FD-82E86127C3E0}"/>
              </a:ext>
            </a:extLst>
          </p:cNvPr>
          <p:cNvSpPr/>
          <p:nvPr/>
        </p:nvSpPr>
        <p:spPr>
          <a:xfrm>
            <a:off x="3230867" y="3994625"/>
            <a:ext cx="299953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ts val="1200"/>
              </a:spcBef>
              <a:buFont typeface="Monotype Sorts" pitchFamily="-65" charset="2"/>
              <a:buNone/>
              <a:tabLst>
                <a:tab pos="1655763" algn="l"/>
              </a:tabLst>
            </a:pPr>
            <a:r>
              <a:rPr lang="en-US" alt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000" b="1" i="1" dirty="0">
                <a:latin typeface="Arial" panose="020B0604020202020204" pitchFamily="34" charset="0"/>
                <a:cs typeface="Arial" panose="020B0604020202020204" pitchFamily="34" charset="0"/>
              </a:rPr>
              <a:t>K</a:t>
            </a:r>
            <a:r>
              <a:rPr lang="en-US" altLang="en-US" sz="2000" b="1" baseline="-25000" dirty="0">
                <a:latin typeface="Arial" panose="020B0604020202020204" pitchFamily="34" charset="0"/>
                <a:cs typeface="Arial" panose="020B0604020202020204" pitchFamily="34" charset="0"/>
              </a:rPr>
              <a:t>1 </a:t>
            </a:r>
            <a:r>
              <a:rPr lang="en-US" altLang="en-US" sz="2000" b="1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&lt;</a:t>
            </a:r>
            <a:r>
              <a:rPr lang="en-US" alt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000" b="1" i="1" dirty="0">
                <a:latin typeface="Arial" panose="020B0604020202020204" pitchFamily="34" charset="0"/>
                <a:cs typeface="Arial" panose="020B0604020202020204" pitchFamily="34" charset="0"/>
              </a:rPr>
              <a:t>K</a:t>
            </a:r>
            <a:r>
              <a:rPr lang="en-US" altLang="en-US" sz="2000" b="1" baseline="-25000" dirty="0">
                <a:latin typeface="Arial" panose="020B0604020202020204" pitchFamily="34" charset="0"/>
                <a:cs typeface="Arial" panose="020B0604020202020204" pitchFamily="34" charset="0"/>
              </a:rPr>
              <a:t>2 </a:t>
            </a:r>
            <a:r>
              <a:rPr lang="en-US" altLang="en-US" sz="2000" b="1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&lt;</a:t>
            </a:r>
            <a:r>
              <a:rPr lang="en-US" alt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000" b="1" i="1" dirty="0">
                <a:latin typeface="Arial" panose="020B0604020202020204" pitchFamily="34" charset="0"/>
                <a:cs typeface="Arial" panose="020B0604020202020204" pitchFamily="34" charset="0"/>
              </a:rPr>
              <a:t>K</a:t>
            </a:r>
            <a:r>
              <a:rPr lang="en-US" altLang="en-US" sz="2000" b="1" baseline="-25000" dirty="0">
                <a:latin typeface="Arial" panose="020B0604020202020204" pitchFamily="34" charset="0"/>
                <a:cs typeface="Arial" panose="020B0604020202020204" pitchFamily="34" charset="0"/>
              </a:rPr>
              <a:t>3 </a:t>
            </a:r>
            <a:r>
              <a:rPr lang="en-US" altLang="en-US" sz="2000" b="1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&lt;</a:t>
            </a:r>
            <a:r>
              <a:rPr lang="en-US" alt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000" b="1" i="1" dirty="0">
                <a:latin typeface="Arial" panose="020B0604020202020204" pitchFamily="34" charset="0"/>
                <a:cs typeface="Arial" panose="020B0604020202020204" pitchFamily="34" charset="0"/>
              </a:rPr>
              <a:t>. . .</a:t>
            </a:r>
            <a:r>
              <a:rPr lang="en-US" altLang="en-US" sz="2000" b="1" baseline="-25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000" b="1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&lt;</a:t>
            </a:r>
            <a:r>
              <a:rPr lang="en-US" alt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000" b="1" i="1" dirty="0" err="1">
                <a:latin typeface="Arial" panose="020B0604020202020204" pitchFamily="34" charset="0"/>
                <a:cs typeface="Arial" panose="020B0604020202020204" pitchFamily="34" charset="0"/>
              </a:rPr>
              <a:t>K</a:t>
            </a:r>
            <a:r>
              <a:rPr lang="en-US" altLang="en-US" sz="2000" b="1" i="1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n-US" altLang="en-US" sz="2000" b="1" i="1" baseline="-25000" dirty="0">
                <a:latin typeface="Arial" panose="020B0604020202020204" pitchFamily="34" charset="0"/>
                <a:cs typeface="Arial" panose="020B0604020202020204" pitchFamily="34" charset="0"/>
              </a:rPr>
              <a:t>–</a:t>
            </a:r>
            <a:r>
              <a:rPr lang="en-US" altLang="en-US" sz="2000" b="1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EE5DBBAD-F4F7-41B6-8260-B708EDF6D304}"/>
              </a:ext>
            </a:extLst>
          </p:cNvPr>
          <p:cNvGrpSpPr/>
          <p:nvPr/>
        </p:nvGrpSpPr>
        <p:grpSpPr>
          <a:xfrm>
            <a:off x="1088410" y="4394735"/>
            <a:ext cx="9940405" cy="2080827"/>
            <a:chOff x="1088410" y="4394735"/>
            <a:chExt cx="9940405" cy="2080827"/>
          </a:xfrm>
        </p:grpSpPr>
        <p:sp>
          <p:nvSpPr>
            <p:cNvPr id="29" name="矩形 28">
              <a:extLst>
                <a:ext uri="{FF2B5EF4-FFF2-40B4-BE49-F238E27FC236}">
                  <a16:creationId xmlns:a16="http://schemas.microsoft.com/office/drawing/2014/main" id="{D90C6BF3-4B58-4BD2-8EEF-E39190FE5785}"/>
                </a:ext>
              </a:extLst>
            </p:cNvPr>
            <p:cNvSpPr/>
            <p:nvPr/>
          </p:nvSpPr>
          <p:spPr>
            <a:xfrm>
              <a:off x="1088410" y="4394735"/>
              <a:ext cx="1415772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en-US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Given n=6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30" name="图片 29">
              <a:extLst>
                <a:ext uri="{FF2B5EF4-FFF2-40B4-BE49-F238E27FC236}">
                  <a16:creationId xmlns:a16="http://schemas.microsoft.com/office/drawing/2014/main" id="{EA0E96E0-202C-4995-B9C2-B126447CE94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947988" y="4394735"/>
              <a:ext cx="2080827" cy="2080827"/>
            </a:xfrm>
            <a:prstGeom prst="rect">
              <a:avLst/>
            </a:prstGeom>
          </p:spPr>
        </p:pic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7ACD01F8-81DC-4E8E-A559-EF2C6B5944CA}"/>
                </a:ext>
              </a:extLst>
            </p:cNvPr>
            <p:cNvSpPr/>
            <p:nvPr/>
          </p:nvSpPr>
          <p:spPr>
            <a:xfrm>
              <a:off x="1088410" y="4900574"/>
              <a:ext cx="6096000" cy="1323439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marL="285750" indent="-285750">
                <a:spcBef>
                  <a:spcPts val="1200"/>
                </a:spcBef>
                <a:buFont typeface="Wingdings" panose="05000000000000000000" pitchFamily="2" charset="2"/>
                <a:buChar char="l"/>
              </a:pPr>
              <a:r>
                <a:rPr lang="en-US" altLang="en-US" sz="2000" dirty="0">
                  <a:latin typeface="Arial" panose="020B0604020202020204" pitchFamily="34" charset="0"/>
                  <a:cs typeface="Arial" panose="020B0604020202020204" pitchFamily="34" charset="0"/>
                </a:rPr>
                <a:t>Leaf nodes must have     ?      values </a:t>
              </a:r>
            </a:p>
            <a:p>
              <a:pPr marL="285750" indent="-285750">
                <a:spcBef>
                  <a:spcPts val="1200"/>
                </a:spcBef>
                <a:buFont typeface="Wingdings" panose="05000000000000000000" pitchFamily="2" charset="2"/>
                <a:buChar char="l"/>
              </a:pPr>
              <a:r>
                <a:rPr lang="en-US" altLang="en-US" sz="2000" dirty="0">
                  <a:latin typeface="Arial" panose="020B0604020202020204" pitchFamily="34" charset="0"/>
                  <a:cs typeface="Arial" panose="020B0604020202020204" pitchFamily="34" charset="0"/>
                  <a:sym typeface="Symbol" panose="05050102010706020507" pitchFamily="18" charset="2"/>
                </a:rPr>
                <a:t>Internal nodes must have     ?      children</a:t>
              </a:r>
            </a:p>
            <a:p>
              <a:pPr marL="285750" indent="-285750">
                <a:spcBef>
                  <a:spcPts val="1200"/>
                </a:spcBef>
                <a:buFont typeface="Wingdings" panose="05000000000000000000" pitchFamily="2" charset="2"/>
                <a:buChar char="l"/>
              </a:pPr>
              <a:r>
                <a:rPr lang="en-US" altLang="en-US" sz="2000" dirty="0">
                  <a:latin typeface="Arial" panose="020B0604020202020204" pitchFamily="34" charset="0"/>
                  <a:cs typeface="Arial" panose="020B0604020202020204" pitchFamily="34" charset="0"/>
                  <a:sym typeface="Symbol" panose="05050102010706020507" pitchFamily="18" charset="2"/>
                </a:rPr>
                <a:t>Root must have         ?          children</a:t>
              </a:r>
            </a:p>
          </p:txBody>
        </p:sp>
      </p:grp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FAC26462-8F94-493E-A2B6-A1845975DBCE}"/>
              </a:ext>
            </a:extLst>
          </p:cNvPr>
          <p:cNvGrpSpPr/>
          <p:nvPr/>
        </p:nvGrpSpPr>
        <p:grpSpPr>
          <a:xfrm>
            <a:off x="3298362" y="4891797"/>
            <a:ext cx="1891698" cy="1321429"/>
            <a:chOff x="3298362" y="4891797"/>
            <a:chExt cx="1891698" cy="1321429"/>
          </a:xfrm>
        </p:grpSpPr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D2C7F120-DD66-47C6-A5D2-F0C98E1E57BB}"/>
                </a:ext>
              </a:extLst>
            </p:cNvPr>
            <p:cNvSpPr/>
            <p:nvPr/>
          </p:nvSpPr>
          <p:spPr>
            <a:xfrm>
              <a:off x="4018586" y="4891797"/>
              <a:ext cx="780983" cy="400110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>
              <a:spAutoFit/>
            </a:bodyPr>
            <a:lstStyle/>
            <a:p>
              <a:pPr algn="ctr"/>
              <a:r>
                <a:rPr lang="en-US" altLang="en-US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[3, 5]</a:t>
              </a:r>
              <a:endParaRPr lang="zh-CN" altLang="en-US" sz="2000" b="1" dirty="0"/>
            </a:p>
          </p:txBody>
        </p:sp>
        <p:sp>
          <p:nvSpPr>
            <p:cNvPr id="33" name="矩形 32">
              <a:extLst>
                <a:ext uri="{FF2B5EF4-FFF2-40B4-BE49-F238E27FC236}">
                  <a16:creationId xmlns:a16="http://schemas.microsoft.com/office/drawing/2014/main" id="{6F7B7C57-9890-48F7-8388-D3DC11B9890A}"/>
                </a:ext>
              </a:extLst>
            </p:cNvPr>
            <p:cNvSpPr/>
            <p:nvPr/>
          </p:nvSpPr>
          <p:spPr>
            <a:xfrm>
              <a:off x="4409077" y="5351521"/>
              <a:ext cx="780983" cy="400110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>
              <a:spAutoFit/>
            </a:bodyPr>
            <a:lstStyle/>
            <a:p>
              <a:pPr algn="ctr"/>
              <a:r>
                <a:rPr lang="en-US" altLang="en-US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[3, 6]</a:t>
              </a:r>
              <a:endParaRPr lang="zh-CN" altLang="en-US" sz="2000" b="1" dirty="0"/>
            </a:p>
          </p:txBody>
        </p:sp>
        <p:sp>
          <p:nvSpPr>
            <p:cNvPr id="34" name="矩形 33">
              <a:extLst>
                <a:ext uri="{FF2B5EF4-FFF2-40B4-BE49-F238E27FC236}">
                  <a16:creationId xmlns:a16="http://schemas.microsoft.com/office/drawing/2014/main" id="{FBDB9475-725F-4D3E-8604-6FE4BD4EF726}"/>
                </a:ext>
              </a:extLst>
            </p:cNvPr>
            <p:cNvSpPr/>
            <p:nvPr/>
          </p:nvSpPr>
          <p:spPr>
            <a:xfrm>
              <a:off x="3298362" y="5813116"/>
              <a:ext cx="1321196" cy="400110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>
              <a:spAutoFit/>
            </a:bodyPr>
            <a:lstStyle/>
            <a:p>
              <a:pPr algn="ctr"/>
              <a:r>
                <a:rPr lang="en-US" altLang="en-US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0 or [2, 6]</a:t>
              </a:r>
              <a:endParaRPr lang="zh-CN" altLang="en-US" sz="20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40251743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63A6BA-E7A8-4199-A9F7-13D20F493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B+-Tree Node Structure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C82B485-330C-4F7C-AD75-86FB6EFA3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7AF3E-3459-454A-9FE0-52F568AD5B1C}" type="datetime1">
              <a:rPr lang="zh-CN" altLang="en-US" smtClean="0"/>
              <a:t>2024/5/8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9398CB-94F3-4CE3-9880-9F79A418A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Tree Indices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98061EF-E67D-4B6D-B836-FE67DC6C8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5A79-C12E-4282-8451-1BC984B858F9}" type="slidenum">
              <a:rPr lang="zh-CN" altLang="en-US" smtClean="0"/>
              <a:t>18</a:t>
            </a:fld>
            <a:endParaRPr lang="zh-CN" altLang="en-US"/>
          </a:p>
        </p:txBody>
      </p:sp>
      <p:grpSp>
        <p:nvGrpSpPr>
          <p:cNvPr id="7" name="Group 7">
            <a:extLst>
              <a:ext uri="{FF2B5EF4-FFF2-40B4-BE49-F238E27FC236}">
                <a16:creationId xmlns:a16="http://schemas.microsoft.com/office/drawing/2014/main" id="{D72A5E21-C949-4173-8E98-25E401904069}"/>
              </a:ext>
            </a:extLst>
          </p:cNvPr>
          <p:cNvGrpSpPr>
            <a:grpSpLocks/>
          </p:cNvGrpSpPr>
          <p:nvPr/>
        </p:nvGrpSpPr>
        <p:grpSpPr bwMode="auto">
          <a:xfrm>
            <a:off x="3192081" y="1772512"/>
            <a:ext cx="5807837" cy="2537034"/>
            <a:chOff x="961" y="2239"/>
            <a:chExt cx="4527" cy="1961"/>
          </a:xfrm>
        </p:grpSpPr>
        <p:pic>
          <p:nvPicPr>
            <p:cNvPr id="8" name="Picture 8">
              <a:extLst>
                <a:ext uri="{FF2B5EF4-FFF2-40B4-BE49-F238E27FC236}">
                  <a16:creationId xmlns:a16="http://schemas.microsoft.com/office/drawing/2014/main" id="{632FA0E2-CB4B-4641-8B31-BD5CF1A16AA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8848" b="9171"/>
            <a:stretch>
              <a:fillRect/>
            </a:stretch>
          </p:blipFill>
          <p:spPr bwMode="auto">
            <a:xfrm>
              <a:off x="961" y="2537"/>
              <a:ext cx="4521" cy="16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3371A0BF-A565-4C5D-922C-8E35C06A5AB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88744"/>
            <a:stretch>
              <a:fillRect/>
            </a:stretch>
          </p:blipFill>
          <p:spPr bwMode="auto">
            <a:xfrm>
              <a:off x="967" y="2239"/>
              <a:ext cx="4521" cy="3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10" name="Picture 6">
            <a:extLst>
              <a:ext uri="{FF2B5EF4-FFF2-40B4-BE49-F238E27FC236}">
                <a16:creationId xmlns:a16="http://schemas.microsoft.com/office/drawing/2014/main" id="{DF2F39AD-4E46-47EE-8A05-4C2B88B00A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9473" y="4776905"/>
            <a:ext cx="8540750" cy="1160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60235215-D152-4F54-94D3-817CD4C41B10}"/>
              </a:ext>
            </a:extLst>
          </p:cNvPr>
          <p:cNvSpPr/>
          <p:nvPr/>
        </p:nvSpPr>
        <p:spPr>
          <a:xfrm>
            <a:off x="2481419" y="5064775"/>
            <a:ext cx="109998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b="1" dirty="0">
                <a:solidFill>
                  <a:srgbClr val="00B050"/>
                </a:solidFill>
                <a:sym typeface="Symbol" panose="05050102010706020507" pitchFamily="18" charset="2"/>
              </a:rPr>
              <a:t>&lt; </a:t>
            </a:r>
            <a:r>
              <a:rPr lang="en-US" altLang="en-US" b="1" dirty="0" err="1">
                <a:solidFill>
                  <a:srgbClr val="00B050"/>
                </a:solidFill>
                <a:sym typeface="Symbol" panose="05050102010706020507" pitchFamily="18" charset="2"/>
              </a:rPr>
              <a:t>Ei</a:t>
            </a:r>
            <a:r>
              <a:rPr lang="en-US" altLang="en-US" b="1" dirty="0">
                <a:solidFill>
                  <a:srgbClr val="00B050"/>
                </a:solidFill>
                <a:sym typeface="Symbol" panose="05050102010706020507" pitchFamily="18" charset="2"/>
              </a:rPr>
              <a:t> Said</a:t>
            </a:r>
            <a:endParaRPr lang="zh-CN" altLang="en-US" dirty="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96EC3D84-F17A-4822-B851-657C012C41E8}"/>
              </a:ext>
            </a:extLst>
          </p:cNvPr>
          <p:cNvSpPr/>
          <p:nvPr/>
        </p:nvSpPr>
        <p:spPr>
          <a:xfrm>
            <a:off x="3759642" y="5249441"/>
            <a:ext cx="25490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b="1" dirty="0">
                <a:solidFill>
                  <a:srgbClr val="00B050"/>
                </a:solidFill>
                <a:sym typeface="Symbol" panose="05050102010706020507" pitchFamily="18" charset="2"/>
              </a:rPr>
              <a:t>&gt;=</a:t>
            </a:r>
            <a:r>
              <a:rPr lang="en-US" altLang="en-US" b="1" dirty="0" err="1">
                <a:solidFill>
                  <a:srgbClr val="00B050"/>
                </a:solidFill>
                <a:sym typeface="Symbol" panose="05050102010706020507" pitchFamily="18" charset="2"/>
              </a:rPr>
              <a:t>Ei</a:t>
            </a:r>
            <a:r>
              <a:rPr lang="en-US" altLang="en-US" b="1" dirty="0">
                <a:solidFill>
                  <a:srgbClr val="00B050"/>
                </a:solidFill>
                <a:sym typeface="Symbol" panose="05050102010706020507" pitchFamily="18" charset="2"/>
              </a:rPr>
              <a:t> Said &amp; &lt; Mozart </a:t>
            </a:r>
            <a:endParaRPr lang="zh-CN" altLang="en-US" dirty="0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A8386D3-3E1E-4FE6-BD83-9D44B6F93277}"/>
              </a:ext>
            </a:extLst>
          </p:cNvPr>
          <p:cNvSpPr/>
          <p:nvPr/>
        </p:nvSpPr>
        <p:spPr>
          <a:xfrm>
            <a:off x="6922531" y="5172471"/>
            <a:ext cx="13805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b="1" dirty="0">
                <a:solidFill>
                  <a:srgbClr val="00B050"/>
                </a:solidFill>
                <a:sym typeface="Symbol" panose="05050102010706020507" pitchFamily="18" charset="2"/>
              </a:rPr>
              <a:t>&gt;= Mozart </a:t>
            </a:r>
            <a:endParaRPr lang="zh-CN" altLang="en-US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023BD74-3310-4371-92CB-9C815DFE7060}"/>
              </a:ext>
            </a:extLst>
          </p:cNvPr>
          <p:cNvSpPr/>
          <p:nvPr/>
        </p:nvSpPr>
        <p:spPr>
          <a:xfrm>
            <a:off x="7958178" y="4695443"/>
            <a:ext cx="175240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Non-Leaf Node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422655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63A6BA-E7A8-4199-A9F7-13D20F493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Queries on B+-Trees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C82B485-330C-4F7C-AD75-86FB6EFA3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B3C4F4-DF53-41D7-9052-EB0CF2912886}" type="datetime1">
              <a:rPr lang="zh-CN" altLang="en-US" smtClean="0"/>
              <a:t>2024/5/8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9398CB-94F3-4CE3-9880-9F79A418A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Tree Indices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98061EF-E67D-4B6D-B836-FE67DC6C8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5A79-C12E-4282-8451-1BC984B858F9}" type="slidenum">
              <a:rPr lang="zh-CN" altLang="en-US" smtClean="0"/>
              <a:t>19</a:t>
            </a:fld>
            <a:endParaRPr lang="zh-CN" altLang="en-US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DFF31FFE-2911-4DE2-B1AC-3B59FA660A31}"/>
              </a:ext>
            </a:extLst>
          </p:cNvPr>
          <p:cNvSpPr txBox="1">
            <a:spLocks noChangeArrowheads="1"/>
          </p:cNvSpPr>
          <p:nvPr/>
        </p:nvSpPr>
        <p:spPr>
          <a:xfrm>
            <a:off x="706161" y="1690688"/>
            <a:ext cx="10187125" cy="4743241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447675" indent="-447675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FF0000"/>
              </a:buClr>
              <a:buFont typeface="Wingdings" panose="05000000000000000000" pitchFamily="2" charset="2"/>
              <a:buChar char="p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808038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6FF"/>
              </a:buClr>
              <a:buFont typeface="Wingdings" panose="05000000000000000000" pitchFamily="2" charset="2"/>
              <a:buChar char="l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254125" indent="-33972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SzPct val="60000"/>
              <a:buFont typeface="Wingdings" panose="05000000000000000000" pitchFamily="2" charset="2"/>
              <a:buChar char="u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16075" indent="-2444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7030A0"/>
              </a:buClr>
              <a:buSzPct val="80000"/>
              <a:buFont typeface="Wingdings" panose="05000000000000000000" pitchFamily="2" charset="2"/>
              <a:buChar char="n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154238" indent="-3254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lnSpc>
                <a:spcPct val="120000"/>
              </a:lnSpc>
              <a:spcBef>
                <a:spcPts val="1200"/>
              </a:spcBef>
              <a:buFont typeface="+mj-lt"/>
              <a:buAutoNum type="arabicPeriod"/>
            </a:pPr>
            <a:r>
              <a:rPr lang="en-US" altLang="en-US" b="1" dirty="0"/>
              <a:t>function</a:t>
            </a:r>
            <a:r>
              <a:rPr lang="en-US" altLang="en-US" dirty="0"/>
              <a:t> </a:t>
            </a:r>
            <a:r>
              <a:rPr lang="en-US" altLang="en-US" i="1" dirty="0"/>
              <a:t>find</a:t>
            </a:r>
            <a:r>
              <a:rPr lang="en-US" altLang="en-US" dirty="0"/>
              <a:t>(</a:t>
            </a:r>
            <a:r>
              <a:rPr lang="en-US" altLang="en-US" i="1" dirty="0"/>
              <a:t>v)</a:t>
            </a:r>
          </a:p>
          <a:p>
            <a:pPr marL="514350" indent="-514350">
              <a:lnSpc>
                <a:spcPct val="120000"/>
              </a:lnSpc>
              <a:spcBef>
                <a:spcPts val="1200"/>
              </a:spcBef>
              <a:buFont typeface="+mj-lt"/>
              <a:buAutoNum type="arabicPeriod"/>
            </a:pPr>
            <a:r>
              <a:rPr lang="en-US" altLang="en-US" i="1" dirty="0"/>
              <a:t>C = root</a:t>
            </a:r>
          </a:p>
          <a:p>
            <a:pPr marL="514350" indent="-514350">
              <a:lnSpc>
                <a:spcPct val="120000"/>
              </a:lnSpc>
              <a:spcBef>
                <a:spcPts val="1200"/>
              </a:spcBef>
              <a:buFont typeface="+mj-lt"/>
              <a:buAutoNum type="arabicPeriod"/>
            </a:pPr>
            <a:r>
              <a:rPr lang="en-US" altLang="en-US" b="1" dirty="0"/>
              <a:t>while</a:t>
            </a:r>
            <a:r>
              <a:rPr lang="en-US" altLang="en-US" dirty="0"/>
              <a:t> (C is not a leaf node)</a:t>
            </a:r>
          </a:p>
          <a:p>
            <a:pPr marL="514350" indent="-514350">
              <a:lnSpc>
                <a:spcPct val="120000"/>
              </a:lnSpc>
              <a:spcBef>
                <a:spcPts val="1200"/>
              </a:spcBef>
              <a:buFont typeface="+mj-lt"/>
              <a:buAutoNum type="arabicPeriod"/>
            </a:pPr>
            <a:r>
              <a:rPr lang="en-US" altLang="en-US" dirty="0"/>
              <a:t>          Let </a:t>
            </a:r>
            <a:r>
              <a:rPr lang="en-US" altLang="en-US" i="1" dirty="0" err="1"/>
              <a:t>i</a:t>
            </a:r>
            <a:r>
              <a:rPr lang="en-US" altLang="en-US" i="1" dirty="0"/>
              <a:t> </a:t>
            </a:r>
            <a:r>
              <a:rPr lang="en-US" altLang="en-US" dirty="0"/>
              <a:t>be least number </a:t>
            </a:r>
            <a:r>
              <a:rPr lang="en-US" altLang="en-US" dirty="0" err="1"/>
              <a:t>s.t.</a:t>
            </a:r>
            <a:r>
              <a:rPr lang="en-US" altLang="en-US" dirty="0"/>
              <a:t> </a:t>
            </a:r>
            <a:r>
              <a:rPr lang="en-US" altLang="en-US" i="1" dirty="0"/>
              <a:t>v </a:t>
            </a:r>
            <a:r>
              <a:rPr lang="en-US" altLang="en-US" i="1" dirty="0">
                <a:sym typeface="Symbol" panose="05050102010706020507" pitchFamily="18" charset="2"/>
              </a:rPr>
              <a:t>  </a:t>
            </a:r>
            <a:r>
              <a:rPr lang="en-US" altLang="en-US" i="1" dirty="0"/>
              <a:t>K</a:t>
            </a:r>
            <a:r>
              <a:rPr lang="en-US" altLang="en-US" i="1" baseline="-25000" dirty="0"/>
              <a:t>i</a:t>
            </a:r>
            <a:r>
              <a:rPr lang="en-US" altLang="en-US" i="1" dirty="0"/>
              <a:t>  </a:t>
            </a:r>
            <a:endParaRPr lang="en-US" altLang="en-US" i="1" dirty="0">
              <a:solidFill>
                <a:schemeClr val="bg1">
                  <a:lumMod val="50000"/>
                </a:schemeClr>
              </a:solidFill>
            </a:endParaRPr>
          </a:p>
          <a:p>
            <a:pPr marL="514350" indent="-514350">
              <a:lnSpc>
                <a:spcPct val="120000"/>
              </a:lnSpc>
              <a:spcBef>
                <a:spcPts val="1200"/>
              </a:spcBef>
              <a:buFont typeface="+mj-lt"/>
              <a:buAutoNum type="arabicPeriod"/>
            </a:pPr>
            <a:r>
              <a:rPr lang="en-US" altLang="en-US" b="1" dirty="0"/>
              <a:t>          if</a:t>
            </a:r>
            <a:r>
              <a:rPr lang="en-US" altLang="en-US" dirty="0"/>
              <a:t> there is no such number </a:t>
            </a:r>
            <a:r>
              <a:rPr lang="en-US" altLang="en-US" i="1" dirty="0" err="1"/>
              <a:t>i</a:t>
            </a:r>
            <a:r>
              <a:rPr lang="en-US" altLang="en-US" i="1" dirty="0"/>
              <a:t> then </a:t>
            </a:r>
          </a:p>
          <a:p>
            <a:pPr marL="514350" indent="-514350">
              <a:lnSpc>
                <a:spcPct val="120000"/>
              </a:lnSpc>
              <a:spcBef>
                <a:spcPts val="1200"/>
              </a:spcBef>
              <a:buFont typeface="+mj-lt"/>
              <a:buAutoNum type="arabicPeriod"/>
            </a:pPr>
            <a:r>
              <a:rPr lang="en-US" altLang="en-US" i="1" dirty="0"/>
              <a:t>                      s</a:t>
            </a:r>
            <a:r>
              <a:rPr lang="en-US" altLang="en-US" dirty="0"/>
              <a:t>et </a:t>
            </a:r>
            <a:r>
              <a:rPr lang="en-US" altLang="en-US" i="1" dirty="0"/>
              <a:t>C</a:t>
            </a:r>
            <a:r>
              <a:rPr lang="en-US" altLang="en-US" dirty="0"/>
              <a:t> = </a:t>
            </a:r>
            <a:r>
              <a:rPr lang="en-US" altLang="en-US" i="1" dirty="0">
                <a:sym typeface="Symbol" panose="05050102010706020507" pitchFamily="18" charset="2"/>
              </a:rPr>
              <a:t>last non-null pointer in C</a:t>
            </a:r>
            <a:r>
              <a:rPr lang="en-US" altLang="en-US" dirty="0">
                <a:sym typeface="Symbol" panose="05050102010706020507" pitchFamily="18" charset="2"/>
              </a:rPr>
              <a:t> </a:t>
            </a:r>
          </a:p>
          <a:p>
            <a:pPr marL="514350" indent="-514350">
              <a:lnSpc>
                <a:spcPct val="120000"/>
              </a:lnSpc>
              <a:spcBef>
                <a:spcPts val="1200"/>
              </a:spcBef>
              <a:buFont typeface="+mj-lt"/>
              <a:buAutoNum type="arabicPeriod"/>
            </a:pPr>
            <a:r>
              <a:rPr lang="en-US" altLang="en-US" b="1" dirty="0"/>
              <a:t>          else</a:t>
            </a:r>
            <a:r>
              <a:rPr lang="en-US" altLang="en-US" dirty="0"/>
              <a:t> </a:t>
            </a:r>
            <a:r>
              <a:rPr lang="en-US" altLang="en-US" b="1" dirty="0"/>
              <a:t>if</a:t>
            </a:r>
            <a:r>
              <a:rPr lang="en-US" altLang="en-US" dirty="0"/>
              <a:t> (</a:t>
            </a:r>
            <a:r>
              <a:rPr lang="en-US" altLang="en-US" i="1" dirty="0"/>
              <a:t>v</a:t>
            </a:r>
            <a:r>
              <a:rPr lang="en-US" altLang="en-US" dirty="0"/>
              <a:t> = </a:t>
            </a:r>
            <a:r>
              <a:rPr lang="en-US" altLang="en-US" dirty="0" err="1"/>
              <a:t>C.</a:t>
            </a:r>
            <a:r>
              <a:rPr lang="en-US" altLang="en-US" i="1" dirty="0" err="1"/>
              <a:t>K</a:t>
            </a:r>
            <a:r>
              <a:rPr lang="en-US" altLang="en-US" i="1" baseline="-25000" dirty="0" err="1"/>
              <a:t>i</a:t>
            </a:r>
            <a:r>
              <a:rPr lang="en-US" altLang="en-US" dirty="0"/>
              <a:t> )  </a:t>
            </a:r>
            <a:r>
              <a:rPr lang="en-US" altLang="en-US" b="1" dirty="0"/>
              <a:t>then</a:t>
            </a:r>
            <a:r>
              <a:rPr lang="en-US" altLang="en-US" dirty="0"/>
              <a:t> set </a:t>
            </a:r>
            <a:r>
              <a:rPr lang="en-US" altLang="en-US" i="1" dirty="0"/>
              <a:t>C = P</a:t>
            </a:r>
            <a:r>
              <a:rPr lang="en-US" altLang="en-US" i="1" baseline="-25000" dirty="0"/>
              <a:t>i +1  </a:t>
            </a:r>
          </a:p>
          <a:p>
            <a:pPr marL="514350" indent="-514350">
              <a:lnSpc>
                <a:spcPct val="120000"/>
              </a:lnSpc>
              <a:spcBef>
                <a:spcPts val="1200"/>
              </a:spcBef>
              <a:buFont typeface="+mj-lt"/>
              <a:buAutoNum type="arabicPeriod"/>
            </a:pPr>
            <a:r>
              <a:rPr lang="en-US" altLang="en-US" b="1" dirty="0"/>
              <a:t>          else</a:t>
            </a:r>
            <a:r>
              <a:rPr lang="en-US" altLang="en-US" dirty="0"/>
              <a:t> </a:t>
            </a:r>
            <a:r>
              <a:rPr lang="en-US" altLang="en-US" dirty="0">
                <a:sym typeface="Symbol" panose="05050102010706020507" pitchFamily="18" charset="2"/>
              </a:rPr>
              <a:t>set </a:t>
            </a:r>
            <a:r>
              <a:rPr lang="en-US" altLang="en-US" i="1" dirty="0">
                <a:sym typeface="Symbol" panose="05050102010706020507" pitchFamily="18" charset="2"/>
              </a:rPr>
              <a:t>C</a:t>
            </a:r>
            <a:r>
              <a:rPr lang="en-US" altLang="en-US" dirty="0">
                <a:sym typeface="Symbol" panose="05050102010706020507" pitchFamily="18" charset="2"/>
              </a:rPr>
              <a:t> = </a:t>
            </a:r>
            <a:r>
              <a:rPr lang="en-US" altLang="en-US" dirty="0" err="1">
                <a:sym typeface="Symbol" panose="05050102010706020507" pitchFamily="18" charset="2"/>
              </a:rPr>
              <a:t>C.</a:t>
            </a:r>
            <a:r>
              <a:rPr lang="en-US" altLang="en-US" i="1" dirty="0" err="1"/>
              <a:t>P</a:t>
            </a:r>
            <a:r>
              <a:rPr lang="en-US" altLang="en-US" i="1" baseline="-25000" dirty="0" err="1"/>
              <a:t>i</a:t>
            </a:r>
            <a:r>
              <a:rPr lang="en-US" altLang="en-US" i="1" baseline="-25000" dirty="0"/>
              <a:t>         </a:t>
            </a:r>
            <a:r>
              <a:rPr lang="en-US" altLang="zh-CN" dirty="0">
                <a:solidFill>
                  <a:schemeClr val="bg1">
                    <a:lumMod val="50000"/>
                  </a:schemeClr>
                </a:solidFill>
              </a:rPr>
              <a:t>/* </a:t>
            </a:r>
            <a:r>
              <a:rPr lang="en-US" altLang="zh-CN" i="1" dirty="0">
                <a:solidFill>
                  <a:schemeClr val="bg1">
                    <a:lumMod val="50000"/>
                  </a:schemeClr>
                </a:solidFill>
              </a:rPr>
              <a:t>v &lt; </a:t>
            </a:r>
            <a:r>
              <a:rPr lang="en-US" altLang="zh-CN" i="1" dirty="0" err="1">
                <a:solidFill>
                  <a:schemeClr val="bg1">
                    <a:lumMod val="50000"/>
                  </a:schemeClr>
                </a:solidFill>
              </a:rPr>
              <a:t>C.K</a:t>
            </a:r>
            <a:r>
              <a:rPr lang="en-US" altLang="zh-CN" i="1" baseline="-25000" dirty="0" err="1">
                <a:solidFill>
                  <a:schemeClr val="bg1">
                    <a:lumMod val="50000"/>
                  </a:schemeClr>
                </a:solidFill>
              </a:rPr>
              <a:t>i</a:t>
            </a:r>
            <a:r>
              <a:rPr lang="en-US" altLang="zh-CN" i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altLang="zh-CN" dirty="0">
                <a:solidFill>
                  <a:schemeClr val="bg1">
                    <a:lumMod val="50000"/>
                  </a:schemeClr>
                </a:solidFill>
              </a:rPr>
              <a:t>*/</a:t>
            </a:r>
            <a:endParaRPr lang="en-US" altLang="en-US" dirty="0">
              <a:solidFill>
                <a:schemeClr val="bg1">
                  <a:lumMod val="50000"/>
                </a:schemeClr>
              </a:solidFill>
            </a:endParaRPr>
          </a:p>
          <a:p>
            <a:pPr marL="514350" indent="-514350">
              <a:lnSpc>
                <a:spcPct val="120000"/>
              </a:lnSpc>
              <a:spcBef>
                <a:spcPts val="1200"/>
              </a:spcBef>
              <a:buFont typeface="+mj-lt"/>
              <a:buAutoNum type="arabicPeriod"/>
            </a:pPr>
            <a:r>
              <a:rPr lang="en-US" altLang="en-US" b="1" dirty="0"/>
              <a:t>if</a:t>
            </a:r>
            <a:r>
              <a:rPr lang="en-US" altLang="en-US" dirty="0"/>
              <a:t> for some </a:t>
            </a:r>
            <a:r>
              <a:rPr lang="en-US" altLang="en-US" i="1" dirty="0" err="1"/>
              <a:t>i</a:t>
            </a:r>
            <a:r>
              <a:rPr lang="en-US" altLang="en-US" i="1" dirty="0"/>
              <a:t>, K</a:t>
            </a:r>
            <a:r>
              <a:rPr lang="en-US" altLang="en-US" i="1" baseline="-25000" dirty="0"/>
              <a:t>i</a:t>
            </a:r>
            <a:r>
              <a:rPr lang="en-US" altLang="en-US" i="1" dirty="0"/>
              <a:t> = v  </a:t>
            </a:r>
            <a:r>
              <a:rPr lang="en-US" altLang="en-US" b="1" dirty="0"/>
              <a:t>then </a:t>
            </a:r>
            <a:r>
              <a:rPr lang="en-US" altLang="en-US" dirty="0"/>
              <a:t>return </a:t>
            </a:r>
            <a:r>
              <a:rPr lang="en-US" altLang="en-US" dirty="0" err="1">
                <a:sym typeface="Symbol" panose="05050102010706020507" pitchFamily="18" charset="2"/>
              </a:rPr>
              <a:t>C.</a:t>
            </a:r>
            <a:r>
              <a:rPr lang="en-US" altLang="en-US" i="1" dirty="0" err="1"/>
              <a:t>P</a:t>
            </a:r>
            <a:r>
              <a:rPr lang="en-US" altLang="en-US" i="1" baseline="-25000" dirty="0" err="1"/>
              <a:t>i</a:t>
            </a:r>
            <a:r>
              <a:rPr lang="en-US" altLang="en-US" i="1" baseline="-25000" dirty="0"/>
              <a:t>     </a:t>
            </a:r>
            <a:r>
              <a:rPr lang="en-US" altLang="zh-CN" dirty="0">
                <a:solidFill>
                  <a:schemeClr val="bg1">
                    <a:lumMod val="50000"/>
                  </a:schemeClr>
                </a:solidFill>
              </a:rPr>
              <a:t>/* </a:t>
            </a:r>
            <a:r>
              <a:rPr lang="en-US" altLang="zh-CN" i="1" dirty="0">
                <a:solidFill>
                  <a:schemeClr val="bg1">
                    <a:lumMod val="50000"/>
                  </a:schemeClr>
                </a:solidFill>
              </a:rPr>
              <a:t>C </a:t>
            </a:r>
            <a:r>
              <a:rPr lang="en-US" altLang="zh-CN" dirty="0">
                <a:solidFill>
                  <a:schemeClr val="bg1">
                    <a:lumMod val="50000"/>
                  </a:schemeClr>
                </a:solidFill>
              </a:rPr>
              <a:t>is a leaf node */</a:t>
            </a:r>
            <a:endParaRPr lang="en-US" altLang="en-US" dirty="0">
              <a:solidFill>
                <a:schemeClr val="bg1">
                  <a:lumMod val="50000"/>
                </a:schemeClr>
              </a:solidFill>
            </a:endParaRPr>
          </a:p>
          <a:p>
            <a:pPr marL="514350" indent="-514350">
              <a:lnSpc>
                <a:spcPct val="120000"/>
              </a:lnSpc>
              <a:spcBef>
                <a:spcPts val="1200"/>
              </a:spcBef>
              <a:buFont typeface="+mj-lt"/>
              <a:buAutoNum type="arabicPeriod"/>
            </a:pPr>
            <a:r>
              <a:rPr lang="en-US" altLang="en-US" b="1" dirty="0"/>
              <a:t>else</a:t>
            </a:r>
            <a:r>
              <a:rPr lang="en-US" altLang="en-US" dirty="0"/>
              <a:t> return null         </a:t>
            </a:r>
            <a:r>
              <a:rPr lang="en-US" altLang="en-US" dirty="0">
                <a:solidFill>
                  <a:schemeClr val="bg1">
                    <a:lumMod val="50000"/>
                  </a:schemeClr>
                </a:solidFill>
              </a:rPr>
              <a:t>/* no record with search-key value </a:t>
            </a:r>
            <a:r>
              <a:rPr lang="en-US" altLang="en-US" i="1" dirty="0">
                <a:solidFill>
                  <a:schemeClr val="bg1">
                    <a:lumMod val="50000"/>
                  </a:schemeClr>
                </a:solidFill>
              </a:rPr>
              <a:t>v</a:t>
            </a:r>
            <a:r>
              <a:rPr lang="en-US" altLang="en-US" dirty="0">
                <a:solidFill>
                  <a:schemeClr val="bg1">
                    <a:lumMod val="50000"/>
                  </a:schemeClr>
                </a:solidFill>
              </a:rPr>
              <a:t> exists. */</a:t>
            </a:r>
          </a:p>
        </p:txBody>
      </p:sp>
      <p:pic>
        <p:nvPicPr>
          <p:cNvPr id="8" name="Picture 6">
            <a:extLst>
              <a:ext uri="{FF2B5EF4-FFF2-40B4-BE49-F238E27FC236}">
                <a16:creationId xmlns:a16="http://schemas.microsoft.com/office/drawing/2014/main" id="{8D5C1911-B652-4416-9E70-D73FD3810EE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5989" y="1865598"/>
            <a:ext cx="5837811" cy="4402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7869142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A973D669-99FB-4597-B407-6F138B193AD6}"/>
              </a:ext>
            </a:extLst>
          </p:cNvPr>
          <p:cNvSpPr/>
          <p:nvPr/>
        </p:nvSpPr>
        <p:spPr>
          <a:xfrm>
            <a:off x="0" y="136525"/>
            <a:ext cx="11893826" cy="63863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spcBef>
                <a:spcPts val="200"/>
              </a:spcBef>
              <a:buFont typeface="+mj-lt"/>
              <a:buAutoNum type="arabicPeriod"/>
            </a:pPr>
            <a:r>
              <a:rPr lang="en-US" altLang="zh-CN" sz="2400" b="1" dirty="0">
                <a:latin typeface="NimbusRomDOT-Reg"/>
                <a:cs typeface="Arial" panose="020B0604020202020204" pitchFamily="34" charset="0"/>
              </a:rPr>
              <a:t>procedure</a:t>
            </a:r>
            <a:r>
              <a:rPr lang="en-US" altLang="zh-CN" sz="2400" dirty="0">
                <a:latin typeface="NimbusRomDOT-Reg"/>
                <a:cs typeface="Arial" panose="020B0604020202020204" pitchFamily="34" charset="0"/>
              </a:rPr>
              <a:t> </a:t>
            </a:r>
            <a:r>
              <a:rPr lang="en-US" altLang="zh-CN" sz="2400" i="1" dirty="0">
                <a:latin typeface="NimbusRomDOT-Reg"/>
                <a:cs typeface="Arial" panose="020B0604020202020204" pitchFamily="34" charset="0"/>
              </a:rPr>
              <a:t>insert</a:t>
            </a:r>
            <a:r>
              <a:rPr lang="en-US" altLang="zh-CN" sz="2400" dirty="0">
                <a:latin typeface="NimbusRomDOT-Reg"/>
                <a:cs typeface="Arial" panose="020B0604020202020204" pitchFamily="34" charset="0"/>
              </a:rPr>
              <a:t>(</a:t>
            </a:r>
            <a:r>
              <a:rPr lang="en-US" altLang="zh-CN" sz="2400" i="1" dirty="0">
                <a:latin typeface="NimbusRomDOT-Reg"/>
                <a:cs typeface="Arial" panose="020B0604020202020204" pitchFamily="34" charset="0"/>
              </a:rPr>
              <a:t>value </a:t>
            </a:r>
            <a:r>
              <a:rPr lang="en-US" altLang="zh-CN" sz="2400" b="1" i="1" dirty="0">
                <a:solidFill>
                  <a:srgbClr val="FF0000"/>
                </a:solidFill>
                <a:latin typeface="NimbusRomDOT-Reg"/>
                <a:cs typeface="Arial" panose="020B0604020202020204" pitchFamily="34" charset="0"/>
              </a:rPr>
              <a:t>K</a:t>
            </a:r>
            <a:r>
              <a:rPr lang="en-US" altLang="zh-CN" sz="2400" dirty="0">
                <a:latin typeface="NimbusRomDOT-Reg"/>
                <a:cs typeface="Arial" panose="020B0604020202020204" pitchFamily="34" charset="0"/>
              </a:rPr>
              <a:t>, </a:t>
            </a:r>
            <a:r>
              <a:rPr lang="en-US" altLang="zh-CN" sz="2400" i="1" dirty="0">
                <a:latin typeface="NimbusRomDOT-Reg"/>
                <a:cs typeface="Arial" panose="020B0604020202020204" pitchFamily="34" charset="0"/>
              </a:rPr>
              <a:t>pointer </a:t>
            </a:r>
            <a:r>
              <a:rPr lang="en-US" altLang="zh-CN" sz="2400" b="1" i="1" dirty="0">
                <a:solidFill>
                  <a:srgbClr val="FF0000"/>
                </a:solidFill>
                <a:latin typeface="NimbusRomDOT-Reg"/>
                <a:cs typeface="Arial" panose="020B0604020202020204" pitchFamily="34" charset="0"/>
              </a:rPr>
              <a:t>P</a:t>
            </a:r>
            <a:r>
              <a:rPr lang="en-US" altLang="zh-CN" sz="2400" dirty="0">
                <a:latin typeface="NimbusRomDOT-Reg"/>
                <a:cs typeface="Arial" panose="020B0604020202020204" pitchFamily="34" charset="0"/>
              </a:rPr>
              <a:t>)</a:t>
            </a:r>
          </a:p>
          <a:p>
            <a:pPr marL="457200" indent="-457200">
              <a:spcBef>
                <a:spcPts val="200"/>
              </a:spcBef>
              <a:buFont typeface="+mj-lt"/>
              <a:buAutoNum type="arabicPeriod"/>
            </a:pPr>
            <a:r>
              <a:rPr lang="en-US" altLang="zh-CN" sz="2400" b="1" dirty="0">
                <a:latin typeface="NimbusRomDOT-Reg"/>
                <a:cs typeface="Arial" panose="020B0604020202020204" pitchFamily="34" charset="0"/>
              </a:rPr>
              <a:t>        if</a:t>
            </a:r>
            <a:r>
              <a:rPr lang="en-US" altLang="zh-CN" sz="2400" dirty="0">
                <a:latin typeface="NimbusRomDOT-Reg"/>
                <a:cs typeface="Arial" panose="020B0604020202020204" pitchFamily="34" charset="0"/>
              </a:rPr>
              <a:t> (tree is empty) </a:t>
            </a:r>
            <a:r>
              <a:rPr lang="en-US" altLang="zh-CN" sz="2400" b="1" dirty="0">
                <a:latin typeface="NimbusRomDOT-Reg"/>
                <a:cs typeface="Arial" panose="020B0604020202020204" pitchFamily="34" charset="0"/>
              </a:rPr>
              <a:t>then</a:t>
            </a:r>
            <a:r>
              <a:rPr lang="en-US" altLang="zh-CN" sz="2400" dirty="0">
                <a:latin typeface="NimbusRomDOT-Reg"/>
                <a:cs typeface="Arial" panose="020B0604020202020204" pitchFamily="34" charset="0"/>
              </a:rPr>
              <a:t> create an empty leaf node </a:t>
            </a:r>
            <a:r>
              <a:rPr lang="en-US" altLang="zh-CN" sz="2400" b="1" i="1" dirty="0">
                <a:solidFill>
                  <a:srgbClr val="FF0000"/>
                </a:solidFill>
                <a:latin typeface="NimbusRomDOT-Reg"/>
                <a:cs typeface="Arial" panose="020B0604020202020204" pitchFamily="34" charset="0"/>
              </a:rPr>
              <a:t>L</a:t>
            </a:r>
            <a:r>
              <a:rPr lang="en-US" altLang="zh-CN" sz="2400" dirty="0">
                <a:latin typeface="NimbusRomDOT-Reg"/>
                <a:cs typeface="Arial" panose="020B0604020202020204" pitchFamily="34" charset="0"/>
              </a:rPr>
              <a:t>, which is also the root</a:t>
            </a:r>
          </a:p>
          <a:p>
            <a:pPr marL="457200" indent="-457200">
              <a:spcBef>
                <a:spcPts val="200"/>
              </a:spcBef>
              <a:buFont typeface="+mj-lt"/>
              <a:buAutoNum type="arabicPeriod"/>
            </a:pPr>
            <a:r>
              <a:rPr lang="en-US" altLang="zh-CN" sz="2400" b="1" dirty="0">
                <a:latin typeface="NimbusRomDOT-Reg"/>
                <a:cs typeface="Arial" panose="020B0604020202020204" pitchFamily="34" charset="0"/>
              </a:rPr>
              <a:t>        else</a:t>
            </a:r>
            <a:r>
              <a:rPr lang="en-US" altLang="zh-CN" sz="2400" dirty="0">
                <a:latin typeface="NimbusRomDOT-Reg"/>
                <a:cs typeface="Arial" panose="020B0604020202020204" pitchFamily="34" charset="0"/>
              </a:rPr>
              <a:t>  </a:t>
            </a:r>
            <a:r>
              <a:rPr lang="en-US" altLang="zh-CN" sz="2400" b="1" i="1" dirty="0">
                <a:solidFill>
                  <a:srgbClr val="00B050"/>
                </a:solidFill>
                <a:latin typeface="NimbusRomDOT-Reg"/>
                <a:cs typeface="Arial" panose="020B0604020202020204" pitchFamily="34" charset="0"/>
              </a:rPr>
              <a:t>find(K)</a:t>
            </a:r>
            <a:r>
              <a:rPr lang="en-US" altLang="zh-CN" sz="2400" i="1" dirty="0">
                <a:latin typeface="NimbusRomDOT-Reg"/>
                <a:cs typeface="Arial" panose="020B0604020202020204" pitchFamily="34" charset="0"/>
              </a:rPr>
              <a:t> </a:t>
            </a:r>
            <a:r>
              <a:rPr lang="en-US" altLang="zh-CN" sz="2400" dirty="0">
                <a:latin typeface="NimbusRomDOT-Reg"/>
                <a:cs typeface="Arial" panose="020B0604020202020204" pitchFamily="34" charset="0"/>
              </a:rPr>
              <a:t> </a:t>
            </a:r>
            <a:r>
              <a:rPr lang="en-US" altLang="zh-CN" sz="2400" dirty="0">
                <a:solidFill>
                  <a:schemeClr val="bg1">
                    <a:lumMod val="85000"/>
                  </a:schemeClr>
                </a:solidFill>
                <a:latin typeface="NimbusRomDOT-Reg"/>
                <a:cs typeface="Arial" panose="020B0604020202020204" pitchFamily="34" charset="0"/>
              </a:rPr>
              <a:t>/* Find the leaf node </a:t>
            </a:r>
            <a:r>
              <a:rPr lang="en-US" altLang="zh-CN" sz="2400" i="1" dirty="0">
                <a:solidFill>
                  <a:schemeClr val="bg1">
                    <a:lumMod val="85000"/>
                  </a:schemeClr>
                </a:solidFill>
                <a:latin typeface="NimbusRomDOT-Reg"/>
                <a:cs typeface="Arial" panose="020B0604020202020204" pitchFamily="34" charset="0"/>
              </a:rPr>
              <a:t>L </a:t>
            </a:r>
            <a:r>
              <a:rPr lang="en-US" altLang="zh-CN" sz="2400" dirty="0">
                <a:solidFill>
                  <a:schemeClr val="bg1">
                    <a:lumMod val="85000"/>
                  </a:schemeClr>
                </a:solidFill>
                <a:latin typeface="NimbusRomDOT-Reg"/>
                <a:cs typeface="Arial" panose="020B0604020202020204" pitchFamily="34" charset="0"/>
              </a:rPr>
              <a:t>that should contain key value </a:t>
            </a:r>
            <a:r>
              <a:rPr lang="en-US" altLang="zh-CN" sz="2400" i="1" dirty="0">
                <a:solidFill>
                  <a:schemeClr val="bg1">
                    <a:lumMod val="85000"/>
                  </a:schemeClr>
                </a:solidFill>
                <a:latin typeface="NimbusRomDOT-Reg"/>
                <a:cs typeface="Arial" panose="020B0604020202020204" pitchFamily="34" charset="0"/>
              </a:rPr>
              <a:t>K */</a:t>
            </a:r>
          </a:p>
          <a:p>
            <a:pPr marL="457200" indent="-457200">
              <a:spcBef>
                <a:spcPts val="200"/>
              </a:spcBef>
              <a:buFont typeface="+mj-lt"/>
              <a:buAutoNum type="arabicPeriod"/>
            </a:pPr>
            <a:r>
              <a:rPr lang="en-US" altLang="zh-CN" sz="2400" b="1" dirty="0">
                <a:latin typeface="NimbusRomDOT-Reg"/>
                <a:cs typeface="Arial" panose="020B0604020202020204" pitchFamily="34" charset="0"/>
              </a:rPr>
              <a:t>        if</a:t>
            </a:r>
            <a:r>
              <a:rPr lang="en-US" altLang="zh-CN" sz="2400" dirty="0">
                <a:latin typeface="NimbusRomDOT-Reg"/>
                <a:cs typeface="Arial" panose="020B0604020202020204" pitchFamily="34" charset="0"/>
              </a:rPr>
              <a:t> (</a:t>
            </a:r>
            <a:r>
              <a:rPr lang="en-US" altLang="zh-CN" sz="2400" i="1" dirty="0">
                <a:latin typeface="NimbusRomDOT-Reg"/>
                <a:cs typeface="Arial" panose="020B0604020202020204" pitchFamily="34" charset="0"/>
              </a:rPr>
              <a:t>L </a:t>
            </a:r>
            <a:r>
              <a:rPr lang="en-US" altLang="zh-CN" sz="2400" dirty="0">
                <a:latin typeface="NimbusRomDOT-Reg"/>
                <a:cs typeface="Arial" panose="020B0604020202020204" pitchFamily="34" charset="0"/>
              </a:rPr>
              <a:t>has less than </a:t>
            </a:r>
            <a:r>
              <a:rPr lang="en-US" altLang="zh-CN" sz="2400" i="1" dirty="0">
                <a:latin typeface="NimbusRomDOT-Reg"/>
                <a:cs typeface="Arial" panose="020B0604020202020204" pitchFamily="34" charset="0"/>
              </a:rPr>
              <a:t>n </a:t>
            </a:r>
            <a:r>
              <a:rPr lang="en-US" altLang="zh-CN" sz="2400" dirty="0">
                <a:latin typeface="NimbusRomDOT-Reg"/>
                <a:cs typeface="Arial" panose="020B0604020202020204" pitchFamily="34" charset="0"/>
              </a:rPr>
              <a:t>− 1 key values) </a:t>
            </a:r>
            <a:r>
              <a:rPr lang="en-US" altLang="zh-CN" sz="2400" b="1" dirty="0">
                <a:latin typeface="NimbusRomDOT-Reg"/>
                <a:cs typeface="Arial" panose="020B0604020202020204" pitchFamily="34" charset="0"/>
              </a:rPr>
              <a:t>then</a:t>
            </a:r>
            <a:r>
              <a:rPr lang="en-US" altLang="zh-CN" sz="2400" dirty="0">
                <a:latin typeface="NimbusRomDOT-Reg"/>
                <a:cs typeface="Arial" panose="020B0604020202020204" pitchFamily="34" charset="0"/>
              </a:rPr>
              <a:t> </a:t>
            </a:r>
            <a:r>
              <a:rPr lang="en-US" altLang="zh-CN" sz="2400" b="1" i="1" dirty="0" err="1">
                <a:solidFill>
                  <a:srgbClr val="00B050"/>
                </a:solidFill>
                <a:latin typeface="NimbusRomDOT-Reg"/>
                <a:cs typeface="Arial" panose="020B0604020202020204" pitchFamily="34" charset="0"/>
              </a:rPr>
              <a:t>insert_in_leaf</a:t>
            </a:r>
            <a:r>
              <a:rPr lang="en-US" altLang="zh-CN" sz="2400" b="1" i="1" dirty="0">
                <a:solidFill>
                  <a:srgbClr val="00B050"/>
                </a:solidFill>
                <a:latin typeface="NimbusRomDOT-Reg"/>
                <a:cs typeface="Arial" panose="020B0604020202020204" pitchFamily="34" charset="0"/>
              </a:rPr>
              <a:t> (L, K, P)</a:t>
            </a:r>
          </a:p>
          <a:p>
            <a:pPr marL="457200" indent="-457200">
              <a:spcBef>
                <a:spcPts val="200"/>
              </a:spcBef>
              <a:buFont typeface="+mj-lt"/>
              <a:buAutoNum type="arabicPeriod"/>
            </a:pPr>
            <a:r>
              <a:rPr lang="en-US" altLang="zh-CN" sz="2400" b="1" dirty="0">
                <a:latin typeface="NimbusRomDOT-Reg"/>
                <a:cs typeface="Arial" panose="020B0604020202020204" pitchFamily="34" charset="0"/>
              </a:rPr>
              <a:t>        else</a:t>
            </a:r>
            <a:r>
              <a:rPr lang="en-US" altLang="zh-CN" sz="2400" dirty="0">
                <a:latin typeface="NimbusRomDOT-Reg"/>
                <a:cs typeface="Arial" panose="020B0604020202020204" pitchFamily="34" charset="0"/>
              </a:rPr>
              <a:t> </a:t>
            </a:r>
            <a:r>
              <a:rPr lang="en-US" altLang="zh-CN" sz="2400" b="1" dirty="0">
                <a:latin typeface="NimbusRomDOT-Reg"/>
                <a:cs typeface="Arial" panose="020B0604020202020204" pitchFamily="34" charset="0"/>
              </a:rPr>
              <a:t>begin </a:t>
            </a:r>
            <a:r>
              <a:rPr lang="en-US" altLang="zh-CN" sz="2400" dirty="0">
                <a:latin typeface="NimbusRomDOT-Reg"/>
                <a:cs typeface="Arial" panose="020B0604020202020204" pitchFamily="34" charset="0"/>
              </a:rPr>
              <a:t> </a:t>
            </a:r>
            <a:r>
              <a:rPr lang="en-US" altLang="zh-CN" sz="2400" dirty="0">
                <a:solidFill>
                  <a:schemeClr val="bg1">
                    <a:lumMod val="85000"/>
                  </a:schemeClr>
                </a:solidFill>
                <a:latin typeface="NimbusRomDOT-Reg"/>
                <a:cs typeface="Arial" panose="020B0604020202020204" pitchFamily="34" charset="0"/>
              </a:rPr>
              <a:t>/* </a:t>
            </a:r>
            <a:r>
              <a:rPr lang="en-US" altLang="zh-CN" sz="2400" i="1" dirty="0">
                <a:solidFill>
                  <a:schemeClr val="bg1">
                    <a:lumMod val="85000"/>
                  </a:schemeClr>
                </a:solidFill>
                <a:latin typeface="NimbusRomDOT-Reg"/>
                <a:cs typeface="Arial" panose="020B0604020202020204" pitchFamily="34" charset="0"/>
              </a:rPr>
              <a:t>L </a:t>
            </a:r>
            <a:r>
              <a:rPr lang="en-US" altLang="zh-CN" sz="2400" dirty="0">
                <a:solidFill>
                  <a:schemeClr val="bg1">
                    <a:lumMod val="85000"/>
                  </a:schemeClr>
                </a:solidFill>
                <a:latin typeface="NimbusRomDOT-Reg"/>
                <a:cs typeface="Arial" panose="020B0604020202020204" pitchFamily="34" charset="0"/>
              </a:rPr>
              <a:t>has </a:t>
            </a:r>
            <a:r>
              <a:rPr lang="en-US" altLang="zh-CN" sz="2400" i="1" dirty="0">
                <a:solidFill>
                  <a:schemeClr val="bg1">
                    <a:lumMod val="85000"/>
                  </a:schemeClr>
                </a:solidFill>
                <a:latin typeface="NimbusRomDOT-Reg"/>
                <a:cs typeface="Arial" panose="020B0604020202020204" pitchFamily="34" charset="0"/>
              </a:rPr>
              <a:t>n </a:t>
            </a:r>
            <a:r>
              <a:rPr lang="en-US" altLang="zh-CN" sz="2400" dirty="0">
                <a:solidFill>
                  <a:schemeClr val="bg1">
                    <a:lumMod val="85000"/>
                  </a:schemeClr>
                </a:solidFill>
                <a:latin typeface="NimbusRomDOT-Reg"/>
                <a:cs typeface="Arial" panose="020B0604020202020204" pitchFamily="34" charset="0"/>
              </a:rPr>
              <a:t>− 1 key values already, split it */</a:t>
            </a:r>
          </a:p>
          <a:p>
            <a:pPr marL="457200" indent="-457200">
              <a:spcBef>
                <a:spcPts val="200"/>
              </a:spcBef>
              <a:buFont typeface="+mj-lt"/>
              <a:buAutoNum type="arabicPeriod"/>
            </a:pPr>
            <a:r>
              <a:rPr lang="en-US" altLang="zh-CN" sz="2400" dirty="0">
                <a:latin typeface="NimbusRomDOT-Reg"/>
                <a:cs typeface="Arial" panose="020B0604020202020204" pitchFamily="34" charset="0"/>
              </a:rPr>
              <a:t>                Create node </a:t>
            </a:r>
            <a:r>
              <a:rPr lang="en-US" altLang="zh-CN" sz="2400" b="1" i="1" dirty="0">
                <a:solidFill>
                  <a:srgbClr val="FF0000"/>
                </a:solidFill>
                <a:latin typeface="NimbusRomDOT-Reg"/>
                <a:cs typeface="Arial" panose="020B0604020202020204" pitchFamily="34" charset="0"/>
              </a:rPr>
              <a:t>L’</a:t>
            </a:r>
            <a:endParaRPr lang="en-US" altLang="zh-CN" sz="2400" b="1" dirty="0">
              <a:solidFill>
                <a:srgbClr val="FF0000"/>
              </a:solidFill>
              <a:latin typeface="NimbusRomDOT-Reg"/>
              <a:cs typeface="Arial" panose="020B0604020202020204" pitchFamily="34" charset="0"/>
            </a:endParaRPr>
          </a:p>
          <a:p>
            <a:pPr marL="457200" indent="-457200">
              <a:spcBef>
                <a:spcPts val="200"/>
              </a:spcBef>
              <a:buFont typeface="+mj-lt"/>
              <a:buAutoNum type="arabicPeriod"/>
            </a:pPr>
            <a:r>
              <a:rPr lang="en-US" altLang="zh-CN" sz="2400" dirty="0">
                <a:latin typeface="NimbusRomDOT-Reg"/>
                <a:cs typeface="Arial" panose="020B0604020202020204" pitchFamily="34" charset="0"/>
              </a:rPr>
              <a:t>                Copy </a:t>
            </a:r>
            <a:r>
              <a:rPr lang="en-US" altLang="zh-CN" sz="2400" i="1" dirty="0">
                <a:latin typeface="NimbusRomDOT-Reg"/>
                <a:cs typeface="Arial" panose="020B0604020202020204" pitchFamily="34" charset="0"/>
              </a:rPr>
              <a:t>L.P</a:t>
            </a:r>
            <a:r>
              <a:rPr lang="en-US" altLang="zh-CN" sz="2400" i="1" baseline="-25000" dirty="0">
                <a:latin typeface="NimbusRomDOT-Reg"/>
                <a:cs typeface="Arial" panose="020B0604020202020204" pitchFamily="34" charset="0"/>
              </a:rPr>
              <a:t>1 </a:t>
            </a:r>
            <a:r>
              <a:rPr lang="en-US" altLang="zh-CN" sz="2400" i="1" dirty="0">
                <a:latin typeface="NimbusRomDOT-Reg"/>
                <a:cs typeface="Arial" panose="020B0604020202020204" pitchFamily="34" charset="0"/>
              </a:rPr>
              <a:t>… L.K</a:t>
            </a:r>
            <a:r>
              <a:rPr lang="en-US" altLang="zh-CN" sz="2400" i="1" baseline="-25000" dirty="0">
                <a:latin typeface="NimbusRomDOT-Reg"/>
                <a:cs typeface="Arial" panose="020B0604020202020204" pitchFamily="34" charset="0"/>
              </a:rPr>
              <a:t>n-1 </a:t>
            </a:r>
            <a:r>
              <a:rPr lang="en-US" altLang="zh-CN" sz="2400" dirty="0">
                <a:latin typeface="NimbusRomDOT-Reg"/>
                <a:cs typeface="Arial" panose="020B0604020202020204" pitchFamily="34" charset="0"/>
              </a:rPr>
              <a:t> to a block of memory </a:t>
            </a:r>
            <a:r>
              <a:rPr lang="en-US" altLang="zh-CN" sz="2400" b="1" i="1" dirty="0">
                <a:solidFill>
                  <a:srgbClr val="FF0000"/>
                </a:solidFill>
                <a:latin typeface="NimbusRomDOT-Reg"/>
                <a:cs typeface="Arial" panose="020B0604020202020204" pitchFamily="34" charset="0"/>
              </a:rPr>
              <a:t>T</a:t>
            </a:r>
            <a:r>
              <a:rPr lang="en-US" altLang="zh-CN" sz="2400" i="1" dirty="0">
                <a:latin typeface="NimbusRomDOT-Reg"/>
                <a:cs typeface="Arial" panose="020B0604020202020204" pitchFamily="34" charset="0"/>
              </a:rPr>
              <a:t> </a:t>
            </a:r>
            <a:r>
              <a:rPr lang="en-US" altLang="zh-CN" sz="2400" dirty="0">
                <a:latin typeface="NimbusRomDOT-Reg"/>
                <a:cs typeface="Arial" panose="020B0604020202020204" pitchFamily="34" charset="0"/>
              </a:rPr>
              <a:t>that can hold </a:t>
            </a:r>
            <a:r>
              <a:rPr lang="en-US" altLang="zh-CN" sz="2400" i="1" dirty="0">
                <a:latin typeface="NimbusRomDOT-Reg"/>
                <a:cs typeface="Arial" panose="020B0604020202020204" pitchFamily="34" charset="0"/>
              </a:rPr>
              <a:t>n </a:t>
            </a:r>
            <a:r>
              <a:rPr lang="en-US" altLang="zh-CN" sz="2400" dirty="0">
                <a:latin typeface="NimbusRomDOT-Reg"/>
                <a:cs typeface="Arial" panose="020B0604020202020204" pitchFamily="34" charset="0"/>
              </a:rPr>
              <a:t>(pointer, key-value) pairs</a:t>
            </a:r>
          </a:p>
          <a:p>
            <a:pPr marL="457200" indent="-457200">
              <a:spcBef>
                <a:spcPts val="200"/>
              </a:spcBef>
              <a:buFont typeface="+mj-lt"/>
              <a:buAutoNum type="arabicPeriod"/>
            </a:pPr>
            <a:r>
              <a:rPr lang="de-DE" altLang="zh-CN" sz="2400" dirty="0">
                <a:latin typeface="NimbusRomDOT-Reg"/>
                <a:cs typeface="Arial" panose="020B0604020202020204" pitchFamily="34" charset="0"/>
              </a:rPr>
              <a:t>                </a:t>
            </a:r>
            <a:r>
              <a:rPr lang="de-DE" altLang="zh-CN" sz="2400" b="1" i="1" dirty="0">
                <a:solidFill>
                  <a:srgbClr val="00B050"/>
                </a:solidFill>
                <a:latin typeface="NimbusRomDOT-Reg"/>
                <a:cs typeface="Arial" panose="020B0604020202020204" pitchFamily="34" charset="0"/>
              </a:rPr>
              <a:t>insert_in_leaf (T, K, P)</a:t>
            </a:r>
          </a:p>
          <a:p>
            <a:pPr marL="457200" indent="-457200">
              <a:spcBef>
                <a:spcPts val="200"/>
              </a:spcBef>
              <a:buFont typeface="+mj-lt"/>
              <a:buAutoNum type="arabicPeriod"/>
            </a:pPr>
            <a:r>
              <a:rPr lang="da-DK" altLang="zh-CN" sz="2400" dirty="0">
                <a:latin typeface="NimbusRomDOT-Reg"/>
                <a:cs typeface="Arial" panose="020B0604020202020204" pitchFamily="34" charset="0"/>
              </a:rPr>
              <a:t>                Set </a:t>
            </a:r>
            <a:r>
              <a:rPr lang="da-DK" altLang="zh-CN" sz="2400" i="1" dirty="0">
                <a:latin typeface="NimbusRomDOT-Reg"/>
                <a:cs typeface="Arial" panose="020B0604020202020204" pitchFamily="34" charset="0"/>
              </a:rPr>
              <a:t>L’.P</a:t>
            </a:r>
            <a:r>
              <a:rPr lang="da-DK" altLang="zh-CN" sz="2400" i="1" baseline="-25000" dirty="0">
                <a:latin typeface="NimbusRomDOT-Reg"/>
                <a:cs typeface="Arial" panose="020B0604020202020204" pitchFamily="34" charset="0"/>
              </a:rPr>
              <a:t>n</a:t>
            </a:r>
            <a:r>
              <a:rPr lang="da-DK" altLang="zh-CN" sz="2400" i="1" dirty="0">
                <a:latin typeface="NimbusRomDOT-Reg"/>
                <a:cs typeface="Arial" panose="020B0604020202020204" pitchFamily="34" charset="0"/>
              </a:rPr>
              <a:t> </a:t>
            </a:r>
            <a:r>
              <a:rPr lang="da-DK" altLang="zh-CN" sz="2400" dirty="0">
                <a:latin typeface="NimbusRomDOT-Reg"/>
                <a:cs typeface="Arial" panose="020B0604020202020204" pitchFamily="34" charset="0"/>
              </a:rPr>
              <a:t>= </a:t>
            </a:r>
            <a:r>
              <a:rPr lang="da-DK" altLang="zh-CN" sz="2400" i="1" dirty="0">
                <a:latin typeface="NimbusRomDOT-Reg"/>
                <a:cs typeface="Arial" panose="020B0604020202020204" pitchFamily="34" charset="0"/>
              </a:rPr>
              <a:t>L.P</a:t>
            </a:r>
            <a:r>
              <a:rPr lang="da-DK" altLang="zh-CN" sz="2400" i="1" baseline="-25000" dirty="0">
                <a:latin typeface="NimbusRomDOT-Reg"/>
                <a:cs typeface="Arial" panose="020B0604020202020204" pitchFamily="34" charset="0"/>
              </a:rPr>
              <a:t>n</a:t>
            </a:r>
            <a:endParaRPr lang="da-DK" altLang="zh-CN" sz="2400" dirty="0">
              <a:latin typeface="NimbusRomDOT-Reg"/>
              <a:cs typeface="Arial" panose="020B0604020202020204" pitchFamily="34" charset="0"/>
            </a:endParaRPr>
          </a:p>
          <a:p>
            <a:pPr marL="457200" indent="-457200">
              <a:spcBef>
                <a:spcPts val="200"/>
              </a:spcBef>
              <a:buFont typeface="+mj-lt"/>
              <a:buAutoNum type="arabicPeriod"/>
            </a:pPr>
            <a:r>
              <a:rPr lang="da-DK" altLang="zh-CN" sz="2400" dirty="0">
                <a:latin typeface="NimbusRomDOT-Reg"/>
                <a:cs typeface="Arial" panose="020B0604020202020204" pitchFamily="34" charset="0"/>
              </a:rPr>
              <a:t>                Set </a:t>
            </a:r>
            <a:r>
              <a:rPr lang="da-DK" altLang="zh-CN" sz="2400" i="1" dirty="0">
                <a:latin typeface="NimbusRomDOT-Reg"/>
                <a:cs typeface="Arial" panose="020B0604020202020204" pitchFamily="34" charset="0"/>
              </a:rPr>
              <a:t>L.P</a:t>
            </a:r>
            <a:r>
              <a:rPr lang="da-DK" altLang="zh-CN" sz="2400" i="1" baseline="-25000" dirty="0">
                <a:latin typeface="NimbusRomDOT-Reg"/>
                <a:cs typeface="Arial" panose="020B0604020202020204" pitchFamily="34" charset="0"/>
              </a:rPr>
              <a:t>n</a:t>
            </a:r>
            <a:r>
              <a:rPr lang="da-DK" altLang="zh-CN" sz="2400" i="1" dirty="0">
                <a:latin typeface="NimbusRomDOT-Reg"/>
                <a:cs typeface="Arial" panose="020B0604020202020204" pitchFamily="34" charset="0"/>
              </a:rPr>
              <a:t> </a:t>
            </a:r>
            <a:r>
              <a:rPr lang="da-DK" altLang="zh-CN" sz="2400" dirty="0">
                <a:latin typeface="NimbusRomDOT-Reg"/>
                <a:cs typeface="Arial" panose="020B0604020202020204" pitchFamily="34" charset="0"/>
              </a:rPr>
              <a:t>= </a:t>
            </a:r>
            <a:r>
              <a:rPr lang="da-DK" altLang="zh-CN" sz="2400" i="1" dirty="0">
                <a:latin typeface="NimbusRomDOT-Reg"/>
                <a:cs typeface="Arial" panose="020B0604020202020204" pitchFamily="34" charset="0"/>
              </a:rPr>
              <a:t>L’</a:t>
            </a:r>
            <a:endParaRPr lang="da-DK" altLang="zh-CN" sz="2400" dirty="0">
              <a:latin typeface="NimbusRomDOT-Reg"/>
              <a:cs typeface="Arial" panose="020B0604020202020204" pitchFamily="34" charset="0"/>
            </a:endParaRPr>
          </a:p>
          <a:p>
            <a:pPr marL="457200" indent="-457200">
              <a:spcBef>
                <a:spcPts val="200"/>
              </a:spcBef>
              <a:buFont typeface="+mj-lt"/>
              <a:buAutoNum type="arabicPeriod"/>
            </a:pPr>
            <a:r>
              <a:rPr lang="en-US" altLang="zh-CN" sz="2400" dirty="0">
                <a:latin typeface="NimbusRomDOT-Reg"/>
                <a:cs typeface="Arial" panose="020B0604020202020204" pitchFamily="34" charset="0"/>
              </a:rPr>
              <a:t>                Erase </a:t>
            </a:r>
            <a:r>
              <a:rPr lang="en-US" altLang="zh-CN" sz="2400" i="1" dirty="0">
                <a:latin typeface="NimbusRomDOT-Reg"/>
                <a:cs typeface="Arial" panose="020B0604020202020204" pitchFamily="34" charset="0"/>
              </a:rPr>
              <a:t>L.P</a:t>
            </a:r>
            <a:r>
              <a:rPr lang="en-US" altLang="zh-CN" sz="2400" i="1" baseline="-25000" dirty="0">
                <a:latin typeface="NimbusRomDOT-Reg"/>
                <a:cs typeface="Arial" panose="020B0604020202020204" pitchFamily="34" charset="0"/>
              </a:rPr>
              <a:t>1</a:t>
            </a:r>
            <a:r>
              <a:rPr lang="en-US" altLang="zh-CN" sz="2400" dirty="0">
                <a:latin typeface="NimbusRomDOT-Reg"/>
                <a:cs typeface="Arial" panose="020B0604020202020204" pitchFamily="34" charset="0"/>
              </a:rPr>
              <a:t> through </a:t>
            </a:r>
            <a:r>
              <a:rPr lang="en-US" altLang="zh-CN" sz="2400" i="1" dirty="0">
                <a:latin typeface="NimbusRomDOT-Reg"/>
                <a:cs typeface="Arial" panose="020B0604020202020204" pitchFamily="34" charset="0"/>
              </a:rPr>
              <a:t>L.K</a:t>
            </a:r>
            <a:r>
              <a:rPr lang="en-US" altLang="zh-CN" sz="2400" i="1" baseline="-25000" dirty="0">
                <a:latin typeface="NimbusRomDOT-Reg"/>
                <a:cs typeface="Arial" panose="020B0604020202020204" pitchFamily="34" charset="0"/>
              </a:rPr>
              <a:t>n-1</a:t>
            </a:r>
            <a:r>
              <a:rPr lang="en-US" altLang="zh-CN" sz="2400" dirty="0">
                <a:latin typeface="NimbusRomDOT-Reg"/>
                <a:cs typeface="Arial" panose="020B0604020202020204" pitchFamily="34" charset="0"/>
              </a:rPr>
              <a:t> from </a:t>
            </a:r>
            <a:r>
              <a:rPr lang="en-US" altLang="zh-CN" sz="2400" i="1" dirty="0">
                <a:latin typeface="NimbusRomDOT-Reg"/>
                <a:cs typeface="Arial" panose="020B0604020202020204" pitchFamily="34" charset="0"/>
              </a:rPr>
              <a:t>L</a:t>
            </a:r>
          </a:p>
          <a:p>
            <a:pPr marL="457200" indent="-457200">
              <a:spcBef>
                <a:spcPts val="200"/>
              </a:spcBef>
              <a:buFont typeface="+mj-lt"/>
              <a:buAutoNum type="arabicPeriod"/>
            </a:pPr>
            <a:r>
              <a:rPr lang="en-US" altLang="zh-CN" sz="2400" dirty="0">
                <a:latin typeface="NimbusRomDOT-Reg"/>
                <a:cs typeface="Arial" panose="020B0604020202020204" pitchFamily="34" charset="0"/>
              </a:rPr>
              <a:t>                Copy </a:t>
            </a:r>
            <a:r>
              <a:rPr lang="en-US" altLang="zh-CN" sz="2400" i="1" dirty="0">
                <a:latin typeface="NimbusRomDOT-Reg"/>
                <a:cs typeface="Arial" panose="020B0604020202020204" pitchFamily="34" charset="0"/>
              </a:rPr>
              <a:t>T.P</a:t>
            </a:r>
            <a:r>
              <a:rPr lang="en-US" altLang="zh-CN" sz="2400" i="1" baseline="-25000" dirty="0">
                <a:latin typeface="NimbusRomDOT-Reg"/>
                <a:cs typeface="Arial" panose="020B0604020202020204" pitchFamily="34" charset="0"/>
              </a:rPr>
              <a:t>1</a:t>
            </a:r>
            <a:r>
              <a:rPr lang="en-US" altLang="zh-CN" sz="2400" dirty="0">
                <a:latin typeface="NimbusRomDOT-Reg"/>
                <a:cs typeface="Arial" panose="020B0604020202020204" pitchFamily="34" charset="0"/>
              </a:rPr>
              <a:t> through </a:t>
            </a:r>
            <a:r>
              <a:rPr lang="en-US" altLang="zh-CN" sz="2400" i="1" dirty="0">
                <a:latin typeface="NimbusRomDOT-Reg"/>
                <a:cs typeface="Arial" panose="020B0604020202020204" pitchFamily="34" charset="0"/>
              </a:rPr>
              <a:t>T.K</a:t>
            </a:r>
            <a:r>
              <a:rPr lang="en-US" altLang="zh-CN" sz="2400" baseline="-25000" dirty="0">
                <a:latin typeface="NimbusRomDOT-Reg"/>
                <a:cs typeface="Arial" panose="020B0604020202020204" pitchFamily="34" charset="0"/>
              </a:rPr>
              <a:t>⌈</a:t>
            </a:r>
            <a:r>
              <a:rPr lang="en-US" altLang="zh-CN" sz="2400" i="1" baseline="-25000" dirty="0">
                <a:latin typeface="NimbusRomDOT-Reg"/>
                <a:cs typeface="Arial" panose="020B0604020202020204" pitchFamily="34" charset="0"/>
              </a:rPr>
              <a:t>n</a:t>
            </a:r>
            <a:r>
              <a:rPr lang="en-US" altLang="zh-CN" sz="2400" baseline="-25000" dirty="0">
                <a:latin typeface="NimbusRomDOT-Reg"/>
                <a:cs typeface="Arial" panose="020B0604020202020204" pitchFamily="34" charset="0"/>
              </a:rPr>
              <a:t>∕2⌉</a:t>
            </a:r>
            <a:r>
              <a:rPr lang="en-US" altLang="zh-CN" sz="2400" dirty="0">
                <a:latin typeface="NimbusRomDOT-Reg"/>
                <a:cs typeface="Arial" panose="020B0604020202020204" pitchFamily="34" charset="0"/>
              </a:rPr>
              <a:t> from </a:t>
            </a:r>
            <a:r>
              <a:rPr lang="en-US" altLang="zh-CN" sz="2400" i="1" dirty="0">
                <a:latin typeface="NimbusRomDOT-Reg"/>
                <a:cs typeface="Arial" panose="020B0604020202020204" pitchFamily="34" charset="0"/>
              </a:rPr>
              <a:t>T </a:t>
            </a:r>
            <a:r>
              <a:rPr lang="en-US" altLang="zh-CN" sz="2400" dirty="0">
                <a:latin typeface="NimbusRomDOT-Reg"/>
                <a:cs typeface="Arial" panose="020B0604020202020204" pitchFamily="34" charset="0"/>
              </a:rPr>
              <a:t>into </a:t>
            </a:r>
            <a:r>
              <a:rPr lang="en-US" altLang="zh-CN" sz="2400" i="1" dirty="0">
                <a:latin typeface="NimbusRomDOT-Reg"/>
                <a:cs typeface="Arial" panose="020B0604020202020204" pitchFamily="34" charset="0"/>
              </a:rPr>
              <a:t>L </a:t>
            </a:r>
            <a:r>
              <a:rPr lang="en-US" altLang="zh-CN" sz="2400" dirty="0">
                <a:latin typeface="NimbusRomDOT-Reg"/>
                <a:cs typeface="Arial" panose="020B0604020202020204" pitchFamily="34" charset="0"/>
              </a:rPr>
              <a:t>starting at </a:t>
            </a:r>
            <a:r>
              <a:rPr lang="en-US" altLang="zh-CN" sz="2400" i="1" dirty="0">
                <a:latin typeface="NimbusRomDOT-Reg"/>
                <a:cs typeface="Arial" panose="020B0604020202020204" pitchFamily="34" charset="0"/>
              </a:rPr>
              <a:t>L.P</a:t>
            </a:r>
            <a:r>
              <a:rPr lang="en-US" altLang="zh-CN" sz="2400" baseline="-25000" dirty="0">
                <a:latin typeface="NimbusRomDOT-Reg"/>
                <a:cs typeface="Arial" panose="020B0604020202020204" pitchFamily="34" charset="0"/>
              </a:rPr>
              <a:t>1</a:t>
            </a:r>
          </a:p>
          <a:p>
            <a:pPr marL="457200" indent="-457200">
              <a:spcBef>
                <a:spcPts val="200"/>
              </a:spcBef>
              <a:buFont typeface="+mj-lt"/>
              <a:buAutoNum type="arabicPeriod"/>
            </a:pPr>
            <a:r>
              <a:rPr lang="en-US" altLang="zh-CN" sz="2400" dirty="0">
                <a:latin typeface="NimbusRomDOT-Reg"/>
                <a:cs typeface="Arial" panose="020B0604020202020204" pitchFamily="34" charset="0"/>
              </a:rPr>
              <a:t>                Copy </a:t>
            </a:r>
            <a:r>
              <a:rPr lang="en-US" altLang="zh-CN" sz="2400" i="1" dirty="0">
                <a:latin typeface="NimbusRomDOT-Reg"/>
                <a:cs typeface="Arial" panose="020B0604020202020204" pitchFamily="34" charset="0"/>
              </a:rPr>
              <a:t>T.P</a:t>
            </a:r>
            <a:r>
              <a:rPr lang="en-US" altLang="zh-CN" sz="2400" baseline="-25000" dirty="0">
                <a:latin typeface="NimbusRomDOT-Reg"/>
                <a:cs typeface="Arial" panose="020B0604020202020204" pitchFamily="34" charset="0"/>
              </a:rPr>
              <a:t>⌈</a:t>
            </a:r>
            <a:r>
              <a:rPr lang="en-US" altLang="zh-CN" sz="2400" i="1" baseline="-25000" dirty="0">
                <a:latin typeface="NimbusRomDOT-Reg"/>
                <a:cs typeface="Arial" panose="020B0604020202020204" pitchFamily="34" charset="0"/>
              </a:rPr>
              <a:t>n</a:t>
            </a:r>
            <a:r>
              <a:rPr lang="en-US" altLang="zh-CN" sz="2400" baseline="-25000" dirty="0">
                <a:latin typeface="NimbusRomDOT-Reg"/>
                <a:cs typeface="Arial" panose="020B0604020202020204" pitchFamily="34" charset="0"/>
              </a:rPr>
              <a:t>∕2⌉+1 </a:t>
            </a:r>
            <a:r>
              <a:rPr lang="en-US" altLang="zh-CN" sz="2400" dirty="0">
                <a:latin typeface="NimbusRomDOT-Reg"/>
                <a:cs typeface="Arial" panose="020B0604020202020204" pitchFamily="34" charset="0"/>
              </a:rPr>
              <a:t>through </a:t>
            </a:r>
            <a:r>
              <a:rPr lang="en-US" altLang="zh-CN" sz="2400" i="1" dirty="0" err="1">
                <a:latin typeface="NimbusRomDOT-Reg"/>
                <a:cs typeface="Arial" panose="020B0604020202020204" pitchFamily="34" charset="0"/>
              </a:rPr>
              <a:t>T.K</a:t>
            </a:r>
            <a:r>
              <a:rPr lang="en-US" altLang="zh-CN" sz="2400" i="1" baseline="-25000" dirty="0" err="1">
                <a:latin typeface="NimbusRomDOT-Reg"/>
                <a:cs typeface="Arial" panose="020B0604020202020204" pitchFamily="34" charset="0"/>
              </a:rPr>
              <a:t>n</a:t>
            </a:r>
            <a:r>
              <a:rPr lang="en-US" altLang="zh-CN" sz="2400" i="1" dirty="0">
                <a:latin typeface="NimbusRomDOT-Reg"/>
                <a:cs typeface="Arial" panose="020B0604020202020204" pitchFamily="34" charset="0"/>
              </a:rPr>
              <a:t> </a:t>
            </a:r>
            <a:r>
              <a:rPr lang="en-US" altLang="zh-CN" sz="2400" dirty="0">
                <a:latin typeface="NimbusRomDOT-Reg"/>
                <a:cs typeface="Arial" panose="020B0604020202020204" pitchFamily="34" charset="0"/>
              </a:rPr>
              <a:t>from </a:t>
            </a:r>
            <a:r>
              <a:rPr lang="en-US" altLang="zh-CN" sz="2400" i="1" dirty="0">
                <a:latin typeface="NimbusRomDOT-Reg"/>
                <a:cs typeface="Arial" panose="020B0604020202020204" pitchFamily="34" charset="0"/>
              </a:rPr>
              <a:t>T </a:t>
            </a:r>
            <a:r>
              <a:rPr lang="en-US" altLang="zh-CN" sz="2400" dirty="0">
                <a:latin typeface="NimbusRomDOT-Reg"/>
                <a:cs typeface="Arial" panose="020B0604020202020204" pitchFamily="34" charset="0"/>
              </a:rPr>
              <a:t>into </a:t>
            </a:r>
            <a:r>
              <a:rPr lang="en-US" altLang="zh-CN" sz="2400" i="1" dirty="0">
                <a:latin typeface="NimbusRomDOT-Reg"/>
                <a:cs typeface="Arial" panose="020B0604020202020204" pitchFamily="34" charset="0"/>
              </a:rPr>
              <a:t>L</a:t>
            </a:r>
            <a:r>
              <a:rPr lang="en-US" altLang="zh-CN" sz="2400" dirty="0">
                <a:latin typeface="NimbusRomDOT-Reg"/>
                <a:cs typeface="Arial" panose="020B0604020202020204" pitchFamily="34" charset="0"/>
              </a:rPr>
              <a:t>′ starting at </a:t>
            </a:r>
            <a:r>
              <a:rPr lang="en-US" altLang="zh-CN" sz="2400" i="1" dirty="0">
                <a:latin typeface="NimbusRomDOT-Reg"/>
                <a:cs typeface="Arial" panose="020B0604020202020204" pitchFamily="34" charset="0"/>
              </a:rPr>
              <a:t>L</a:t>
            </a:r>
            <a:r>
              <a:rPr lang="en-US" altLang="zh-CN" sz="2400" dirty="0">
                <a:latin typeface="NimbusRomDOT-Reg"/>
                <a:cs typeface="Arial" panose="020B0604020202020204" pitchFamily="34" charset="0"/>
              </a:rPr>
              <a:t>′</a:t>
            </a:r>
            <a:r>
              <a:rPr lang="en-US" altLang="zh-CN" sz="2400" i="1" dirty="0">
                <a:latin typeface="NimbusRomDOT-Reg"/>
                <a:cs typeface="Arial" panose="020B0604020202020204" pitchFamily="34" charset="0"/>
              </a:rPr>
              <a:t>.P</a:t>
            </a:r>
            <a:r>
              <a:rPr lang="en-US" altLang="zh-CN" sz="2400" baseline="-25000" dirty="0">
                <a:latin typeface="NimbusRomDOT-Reg"/>
                <a:cs typeface="Arial" panose="020B0604020202020204" pitchFamily="34" charset="0"/>
              </a:rPr>
              <a:t>1</a:t>
            </a:r>
          </a:p>
          <a:p>
            <a:pPr marL="457200" indent="-457200">
              <a:spcBef>
                <a:spcPts val="200"/>
              </a:spcBef>
              <a:buFont typeface="+mj-lt"/>
              <a:buAutoNum type="arabicPeriod"/>
            </a:pPr>
            <a:r>
              <a:rPr lang="en-US" altLang="zh-CN" sz="2400" dirty="0">
                <a:latin typeface="NimbusRomDOT-Reg"/>
                <a:cs typeface="Arial" panose="020B0604020202020204" pitchFamily="34" charset="0"/>
              </a:rPr>
              <a:t>                Let </a:t>
            </a:r>
            <a:r>
              <a:rPr lang="en-US" altLang="zh-CN" sz="2400" i="1" dirty="0">
                <a:latin typeface="NimbusRomDOT-Reg"/>
                <a:cs typeface="Arial" panose="020B0604020202020204" pitchFamily="34" charset="0"/>
              </a:rPr>
              <a:t>K</a:t>
            </a:r>
            <a:r>
              <a:rPr lang="en-US" altLang="zh-CN" sz="2400" dirty="0">
                <a:latin typeface="NimbusRomDOT-Reg"/>
                <a:cs typeface="Arial" panose="020B0604020202020204" pitchFamily="34" charset="0"/>
              </a:rPr>
              <a:t>′ be the smallest key-value in </a:t>
            </a:r>
            <a:r>
              <a:rPr lang="en-US" altLang="zh-CN" sz="2400" i="1" dirty="0">
                <a:latin typeface="NimbusRomDOT-Reg"/>
                <a:cs typeface="Arial" panose="020B0604020202020204" pitchFamily="34" charset="0"/>
              </a:rPr>
              <a:t>L</a:t>
            </a:r>
            <a:r>
              <a:rPr lang="en-US" altLang="zh-CN" sz="2400" dirty="0">
                <a:latin typeface="NimbusRomDOT-Reg"/>
                <a:cs typeface="Arial" panose="020B0604020202020204" pitchFamily="34" charset="0"/>
              </a:rPr>
              <a:t>′</a:t>
            </a:r>
          </a:p>
          <a:p>
            <a:pPr marL="457200" indent="-457200">
              <a:spcBef>
                <a:spcPts val="200"/>
              </a:spcBef>
              <a:buFont typeface="+mj-lt"/>
              <a:buAutoNum type="arabicPeriod"/>
            </a:pPr>
            <a:r>
              <a:rPr lang="de-DE" altLang="zh-CN" sz="2400" dirty="0">
                <a:latin typeface="NimbusRomDOT-Reg"/>
                <a:cs typeface="Arial" panose="020B0604020202020204" pitchFamily="34" charset="0"/>
              </a:rPr>
              <a:t>                </a:t>
            </a:r>
            <a:r>
              <a:rPr lang="de-DE" altLang="zh-CN" sz="2400" b="1" i="1" dirty="0">
                <a:solidFill>
                  <a:srgbClr val="00B050"/>
                </a:solidFill>
                <a:latin typeface="NimbusRomDOT-Reg"/>
                <a:cs typeface="Arial" panose="020B0604020202020204" pitchFamily="34" charset="0"/>
              </a:rPr>
              <a:t>insert_in_parent(L, K′, L′)</a:t>
            </a:r>
          </a:p>
          <a:p>
            <a:pPr marL="457200" indent="-457200">
              <a:spcBef>
                <a:spcPts val="200"/>
              </a:spcBef>
              <a:buFont typeface="+mj-lt"/>
              <a:buAutoNum type="arabicPeriod"/>
            </a:pPr>
            <a:r>
              <a:rPr lang="en-US" altLang="zh-CN" sz="2400" b="1" dirty="0">
                <a:latin typeface="NimbusRomDOT-Reg"/>
                <a:cs typeface="Arial" panose="020B0604020202020204" pitchFamily="34" charset="0"/>
              </a:rPr>
              <a:t>        end</a:t>
            </a:r>
            <a:endParaRPr lang="zh-CN" altLang="en-US" sz="2400" b="1" dirty="0">
              <a:latin typeface="NimbusRomDOT-Reg"/>
              <a:cs typeface="Arial" panose="020B0604020202020204" pitchFamily="34" charset="0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4D63A6BA-E7A8-4199-A9F7-13D20F493D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32574" y="5396814"/>
            <a:ext cx="2686878" cy="959536"/>
          </a:xfrm>
        </p:spPr>
        <p:txBody>
          <a:bodyPr/>
          <a:lstStyle/>
          <a:p>
            <a:r>
              <a:rPr lang="en-US" altLang="zh-CN" dirty="0"/>
              <a:t>Insertion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C82B485-330C-4F7C-AD75-86FB6EFA3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C5A24D-E032-4FC5-811B-375C0DBCF1DD}" type="datetime1">
              <a:rPr lang="zh-CN" altLang="en-US" smtClean="0"/>
              <a:t>2024/5/8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9398CB-94F3-4CE3-9880-9F79A418A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Tree Indices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98061EF-E67D-4B6D-B836-FE67DC6C8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5A79-C12E-4282-8451-1BC984B858F9}" type="slidenum">
              <a:rPr lang="zh-CN" altLang="en-US" smtClean="0"/>
              <a:t>20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2790449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63A6BA-E7A8-4199-A9F7-13D20F493D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altLang="zh-CN" dirty="0"/>
              <a:t>Demo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C82B485-330C-4F7C-AD75-86FB6EFA3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C315F-FC83-4CA2-9020-E3AF793D43C2}" type="datetime1">
              <a:rPr lang="zh-CN" altLang="en-US" smtClean="0"/>
              <a:t>2024/5/8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9398CB-94F3-4CE3-9880-9F79A418A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Tree Indices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98061EF-E67D-4B6D-B836-FE67DC6C8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5A79-C12E-4282-8451-1BC984B858F9}" type="slidenum">
              <a:rPr lang="zh-CN" altLang="en-US" smtClean="0"/>
              <a:t>21</a:t>
            </a:fld>
            <a:endParaRPr lang="zh-CN" altLang="en-US"/>
          </a:p>
        </p:txBody>
      </p: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F30B8204-78A6-4931-8E39-32557E3B19B2}"/>
              </a:ext>
            </a:extLst>
          </p:cNvPr>
          <p:cNvGrpSpPr/>
          <p:nvPr/>
        </p:nvGrpSpPr>
        <p:grpSpPr>
          <a:xfrm>
            <a:off x="3316361" y="3093245"/>
            <a:ext cx="4982800" cy="470452"/>
            <a:chOff x="3727175" y="2395849"/>
            <a:chExt cx="4982800" cy="470452"/>
          </a:xfrm>
        </p:grpSpPr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8393194C-AF2E-4128-9C0C-4D80D5A45F6A}"/>
                </a:ext>
              </a:extLst>
            </p:cNvPr>
            <p:cNvSpPr/>
            <p:nvPr/>
          </p:nvSpPr>
          <p:spPr>
            <a:xfrm>
              <a:off x="7464275" y="2395849"/>
              <a:ext cx="622850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b="1" i="1" dirty="0">
                  <a:latin typeface="NimbusRomDOT-Reg"/>
                </a:rPr>
                <a:t>K</a:t>
              </a:r>
              <a:r>
                <a:rPr lang="en-US" altLang="zh-CN" b="1" i="1" baseline="-25000" dirty="0">
                  <a:latin typeface="NimbusRomDOT-Reg"/>
                </a:rPr>
                <a:t>n-1</a:t>
              </a:r>
              <a:endParaRPr lang="zh-CN" altLang="en-US" b="1" i="1" baseline="-25000" dirty="0">
                <a:latin typeface="NimbusRomDOT-Reg"/>
              </a:endParaRPr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2BC30A8F-033B-426B-9F45-ECC4F3AA380A}"/>
                </a:ext>
              </a:extLst>
            </p:cNvPr>
            <p:cNvSpPr/>
            <p:nvPr/>
          </p:nvSpPr>
          <p:spPr>
            <a:xfrm>
              <a:off x="8087125" y="2395849"/>
              <a:ext cx="622850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b="1" i="1" dirty="0" err="1">
                  <a:latin typeface="NimbusRomDOT-Reg"/>
                </a:rPr>
                <a:t>P</a:t>
              </a:r>
              <a:r>
                <a:rPr lang="en-US" altLang="zh-CN" b="1" i="1" baseline="-25000" dirty="0" err="1">
                  <a:latin typeface="NimbusRomDOT-Reg"/>
                </a:rPr>
                <a:t>n</a:t>
              </a:r>
              <a:endParaRPr lang="zh-CN" altLang="en-US" b="1" i="1" baseline="-25000" dirty="0">
                <a:latin typeface="NimbusRomDOT-Reg"/>
              </a:endParaRPr>
            </a:p>
          </p:txBody>
        </p: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6426923A-E7F8-43F0-883E-75D8A52197A0}"/>
                </a:ext>
              </a:extLst>
            </p:cNvPr>
            <p:cNvSpPr/>
            <p:nvPr/>
          </p:nvSpPr>
          <p:spPr>
            <a:xfrm>
              <a:off x="5595725" y="2395849"/>
              <a:ext cx="622850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b="1" i="1" dirty="0">
                  <a:latin typeface="NimbusRomDOT-Reg"/>
                </a:rPr>
                <a:t>K</a:t>
              </a:r>
              <a:r>
                <a:rPr lang="en-US" altLang="zh-CN" b="1" i="1" baseline="-25000" dirty="0">
                  <a:latin typeface="NimbusRomDOT-Reg"/>
                </a:rPr>
                <a:t>2</a:t>
              </a:r>
              <a:endParaRPr lang="zh-CN" altLang="en-US" b="1" i="1" baseline="-25000" dirty="0">
                <a:latin typeface="NimbusRomDOT-Reg"/>
              </a:endParaRPr>
            </a:p>
          </p:txBody>
        </p: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6230DFF3-587A-4948-8BAD-F80D3EEDDE08}"/>
                </a:ext>
              </a:extLst>
            </p:cNvPr>
            <p:cNvSpPr/>
            <p:nvPr/>
          </p:nvSpPr>
          <p:spPr>
            <a:xfrm>
              <a:off x="4972875" y="2395849"/>
              <a:ext cx="622850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b="1" i="1" dirty="0">
                  <a:latin typeface="NimbusRomDOT-Reg"/>
                </a:rPr>
                <a:t>P</a:t>
              </a:r>
              <a:r>
                <a:rPr lang="en-US" altLang="zh-CN" b="1" i="1" baseline="-25000" dirty="0">
                  <a:latin typeface="NimbusRomDOT-Reg"/>
                </a:rPr>
                <a:t>2</a:t>
              </a:r>
              <a:endParaRPr lang="zh-CN" altLang="en-US" b="1" i="1" baseline="-25000" dirty="0">
                <a:latin typeface="NimbusRomDOT-Reg"/>
              </a:endParaRPr>
            </a:p>
          </p:txBody>
        </p: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448102D0-78B1-49E3-A715-49D5FE99EE5B}"/>
                </a:ext>
              </a:extLst>
            </p:cNvPr>
            <p:cNvSpPr/>
            <p:nvPr/>
          </p:nvSpPr>
          <p:spPr>
            <a:xfrm>
              <a:off x="6218575" y="2395849"/>
              <a:ext cx="622850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b="1" i="1" dirty="0">
                  <a:latin typeface="NimbusRomDOT-Reg"/>
                </a:rPr>
                <a:t>…</a:t>
              </a:r>
              <a:endParaRPr lang="zh-CN" altLang="en-US" b="1" i="1" baseline="-25000" dirty="0">
                <a:latin typeface="NimbusRomDOT-Reg"/>
              </a:endParaRPr>
            </a:p>
          </p:txBody>
        </p:sp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5E8041C9-6146-431F-AFCC-9ABF6ED9ACB8}"/>
                </a:ext>
              </a:extLst>
            </p:cNvPr>
            <p:cNvSpPr/>
            <p:nvPr/>
          </p:nvSpPr>
          <p:spPr>
            <a:xfrm>
              <a:off x="6841425" y="2395849"/>
              <a:ext cx="622850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b="1" i="1" dirty="0">
                  <a:latin typeface="NimbusRomDOT-Reg"/>
                </a:rPr>
                <a:t>P</a:t>
              </a:r>
              <a:r>
                <a:rPr lang="en-US" altLang="zh-CN" b="1" i="1" baseline="-25000" dirty="0">
                  <a:latin typeface="NimbusRomDOT-Reg"/>
                </a:rPr>
                <a:t>n-1</a:t>
              </a:r>
              <a:endParaRPr lang="zh-CN" altLang="en-US" b="1" i="1" baseline="-25000" dirty="0">
                <a:latin typeface="NimbusRomDOT-Reg"/>
              </a:endParaRPr>
            </a:p>
          </p:txBody>
        </p:sp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CB7E3E30-D73B-4F5F-BD01-743FF7B38E3B}"/>
                </a:ext>
              </a:extLst>
            </p:cNvPr>
            <p:cNvSpPr/>
            <p:nvPr/>
          </p:nvSpPr>
          <p:spPr>
            <a:xfrm>
              <a:off x="4350025" y="2395849"/>
              <a:ext cx="622850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b="1" i="1" dirty="0">
                  <a:latin typeface="NimbusRomDOT-Reg"/>
                </a:rPr>
                <a:t>K</a:t>
              </a:r>
              <a:r>
                <a:rPr lang="en-US" altLang="zh-CN" b="1" i="1" baseline="-25000" dirty="0">
                  <a:latin typeface="NimbusRomDOT-Reg"/>
                </a:rPr>
                <a:t>1</a:t>
              </a:r>
              <a:endParaRPr lang="zh-CN" altLang="en-US" b="1" i="1" baseline="-25000" dirty="0">
                <a:latin typeface="NimbusRomDOT-Reg"/>
              </a:endParaRPr>
            </a:p>
          </p:txBody>
        </p: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84961B1A-4328-4953-A349-BF70224EACA9}"/>
                </a:ext>
              </a:extLst>
            </p:cNvPr>
            <p:cNvSpPr/>
            <p:nvPr/>
          </p:nvSpPr>
          <p:spPr>
            <a:xfrm>
              <a:off x="3727175" y="2395849"/>
              <a:ext cx="622850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b="1" i="1" dirty="0">
                  <a:latin typeface="NimbusRomDOT-Reg"/>
                </a:rPr>
                <a:t>P</a:t>
              </a:r>
              <a:r>
                <a:rPr lang="en-US" altLang="zh-CN" b="1" i="1" baseline="-25000" dirty="0">
                  <a:latin typeface="NimbusRomDOT-Reg"/>
                </a:rPr>
                <a:t>1</a:t>
              </a:r>
              <a:endParaRPr lang="zh-CN" altLang="en-US" b="1" i="1" baseline="-25000" dirty="0">
                <a:latin typeface="NimbusRomDOT-Reg"/>
              </a:endParaRPr>
            </a:p>
          </p:txBody>
        </p:sp>
      </p:grpSp>
      <p:sp>
        <p:nvSpPr>
          <p:cNvPr id="22" name="矩形 21">
            <a:extLst>
              <a:ext uri="{FF2B5EF4-FFF2-40B4-BE49-F238E27FC236}">
                <a16:creationId xmlns:a16="http://schemas.microsoft.com/office/drawing/2014/main" id="{463E2303-7760-4E12-9D8A-520CD613F272}"/>
              </a:ext>
            </a:extLst>
          </p:cNvPr>
          <p:cNvSpPr/>
          <p:nvPr/>
        </p:nvSpPr>
        <p:spPr>
          <a:xfrm>
            <a:off x="9389163" y="3094383"/>
            <a:ext cx="1388159" cy="47045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b="1" i="1" baseline="-25000" dirty="0">
              <a:latin typeface="NimbusRomDOT-Reg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6D49C1AB-A83B-4B37-941D-D4EA9897E82F}"/>
              </a:ext>
            </a:extLst>
          </p:cNvPr>
          <p:cNvSpPr/>
          <p:nvPr/>
        </p:nvSpPr>
        <p:spPr>
          <a:xfrm>
            <a:off x="838200" y="3093245"/>
            <a:ext cx="1388159" cy="47045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b="1" i="1" baseline="-25000" dirty="0">
              <a:latin typeface="NimbusRomDOT-Reg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9E7699E6-569C-4938-AC25-E7F856219D41}"/>
              </a:ext>
            </a:extLst>
          </p:cNvPr>
          <p:cNvSpPr/>
          <p:nvPr/>
        </p:nvSpPr>
        <p:spPr>
          <a:xfrm>
            <a:off x="5113681" y="1776482"/>
            <a:ext cx="1388159" cy="47045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b="1" i="1" baseline="-25000" dirty="0">
              <a:latin typeface="NimbusRomDOT-Reg"/>
            </a:endParaRPr>
          </a:p>
        </p:txBody>
      </p: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9FD2CAE7-6691-4617-9C59-50EDDAB80986}"/>
              </a:ext>
            </a:extLst>
          </p:cNvPr>
          <p:cNvCxnSpPr>
            <a:stCxn id="24" idx="2"/>
          </p:cNvCxnSpPr>
          <p:nvPr/>
        </p:nvCxnSpPr>
        <p:spPr>
          <a:xfrm flipH="1">
            <a:off x="5807760" y="2246934"/>
            <a:ext cx="1" cy="846311"/>
          </a:xfrm>
          <a:prstGeom prst="straightConnector1">
            <a:avLst/>
          </a:prstGeom>
          <a:ln w="25400">
            <a:solidFill>
              <a:schemeClr val="tx1"/>
            </a:solidFill>
            <a:headEnd type="oval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D30F2DE3-4C02-4559-912D-33A35E9099C7}"/>
              </a:ext>
            </a:extLst>
          </p:cNvPr>
          <p:cNvCxnSpPr>
            <a:cxnSpLocks/>
            <a:stCxn id="13" idx="3"/>
            <a:endCxn id="22" idx="1"/>
          </p:cNvCxnSpPr>
          <p:nvPr/>
        </p:nvCxnSpPr>
        <p:spPr>
          <a:xfrm>
            <a:off x="8299161" y="3328471"/>
            <a:ext cx="1090002" cy="1138"/>
          </a:xfrm>
          <a:prstGeom prst="straightConnector1">
            <a:avLst/>
          </a:prstGeom>
          <a:ln w="25400">
            <a:solidFill>
              <a:schemeClr val="tx1"/>
            </a:solidFill>
            <a:headEnd type="oval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箭头连接符 29">
            <a:extLst>
              <a:ext uri="{FF2B5EF4-FFF2-40B4-BE49-F238E27FC236}">
                <a16:creationId xmlns:a16="http://schemas.microsoft.com/office/drawing/2014/main" id="{3E251E28-7D25-45BE-B77C-2843C85384D8}"/>
              </a:ext>
            </a:extLst>
          </p:cNvPr>
          <p:cNvCxnSpPr>
            <a:cxnSpLocks/>
            <a:stCxn id="23" idx="3"/>
            <a:endCxn id="20" idx="1"/>
          </p:cNvCxnSpPr>
          <p:nvPr/>
        </p:nvCxnSpPr>
        <p:spPr>
          <a:xfrm>
            <a:off x="2226359" y="3328471"/>
            <a:ext cx="1090002" cy="0"/>
          </a:xfrm>
          <a:prstGeom prst="straightConnector1">
            <a:avLst/>
          </a:prstGeom>
          <a:ln w="25400">
            <a:solidFill>
              <a:schemeClr val="tx1"/>
            </a:solidFill>
            <a:headEnd type="oval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矩形 32">
            <a:extLst>
              <a:ext uri="{FF2B5EF4-FFF2-40B4-BE49-F238E27FC236}">
                <a16:creationId xmlns:a16="http://schemas.microsoft.com/office/drawing/2014/main" id="{9B0E8B98-5682-4352-9076-CAA1518467F0}"/>
              </a:ext>
            </a:extLst>
          </p:cNvPr>
          <p:cNvSpPr/>
          <p:nvPr/>
        </p:nvSpPr>
        <p:spPr>
          <a:xfrm>
            <a:off x="3277662" y="2631580"/>
            <a:ext cx="31451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i="1" dirty="0">
                <a:solidFill>
                  <a:srgbClr val="FF0000"/>
                </a:solidFill>
                <a:latin typeface="NimbusRomDOT-Reg"/>
                <a:cs typeface="Arial" panose="020B0604020202020204" pitchFamily="34" charset="0"/>
              </a:rPr>
              <a:t>L</a:t>
            </a:r>
            <a:endParaRPr lang="zh-CN" altLang="en-US" sz="2400" dirty="0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CCDD6B7D-8668-4A3D-8E5B-DF7F96254751}"/>
              </a:ext>
            </a:extLst>
          </p:cNvPr>
          <p:cNvSpPr/>
          <p:nvPr/>
        </p:nvSpPr>
        <p:spPr>
          <a:xfrm>
            <a:off x="2976081" y="848759"/>
            <a:ext cx="326089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ts val="200"/>
              </a:spcBef>
            </a:pPr>
            <a:r>
              <a:rPr lang="en-US" altLang="zh-CN" sz="2400" i="1" dirty="0">
                <a:latin typeface="NimbusRomDOT-Reg"/>
                <a:cs typeface="Arial" panose="020B0604020202020204" pitchFamily="34" charset="0"/>
              </a:rPr>
              <a:t>insert</a:t>
            </a:r>
            <a:r>
              <a:rPr lang="en-US" altLang="zh-CN" sz="2400" dirty="0">
                <a:latin typeface="NimbusRomDOT-Reg"/>
                <a:cs typeface="Arial" panose="020B0604020202020204" pitchFamily="34" charset="0"/>
              </a:rPr>
              <a:t>(</a:t>
            </a:r>
            <a:r>
              <a:rPr lang="en-US" altLang="zh-CN" sz="2400" i="1" dirty="0">
                <a:latin typeface="NimbusRomDOT-Reg"/>
                <a:cs typeface="Arial" panose="020B0604020202020204" pitchFamily="34" charset="0"/>
              </a:rPr>
              <a:t>value </a:t>
            </a:r>
            <a:r>
              <a:rPr lang="en-US" altLang="zh-CN" sz="2400" b="1" i="1" dirty="0">
                <a:solidFill>
                  <a:srgbClr val="FF0000"/>
                </a:solidFill>
                <a:latin typeface="NimbusRomDOT-Reg"/>
                <a:cs typeface="Arial" panose="020B0604020202020204" pitchFamily="34" charset="0"/>
              </a:rPr>
              <a:t>K</a:t>
            </a:r>
            <a:r>
              <a:rPr lang="en-US" altLang="zh-CN" sz="2400" dirty="0">
                <a:latin typeface="NimbusRomDOT-Reg"/>
                <a:cs typeface="Arial" panose="020B0604020202020204" pitchFamily="34" charset="0"/>
              </a:rPr>
              <a:t>, </a:t>
            </a:r>
            <a:r>
              <a:rPr lang="en-US" altLang="zh-CN" sz="2400" i="1" dirty="0">
                <a:latin typeface="NimbusRomDOT-Reg"/>
                <a:cs typeface="Arial" panose="020B0604020202020204" pitchFamily="34" charset="0"/>
              </a:rPr>
              <a:t>pointer </a:t>
            </a:r>
            <a:r>
              <a:rPr lang="en-US" altLang="zh-CN" sz="2400" b="1" i="1" dirty="0">
                <a:solidFill>
                  <a:srgbClr val="FF0000"/>
                </a:solidFill>
                <a:latin typeface="NimbusRomDOT-Reg"/>
                <a:cs typeface="Arial" panose="020B0604020202020204" pitchFamily="34" charset="0"/>
              </a:rPr>
              <a:t>P</a:t>
            </a:r>
            <a:r>
              <a:rPr lang="en-US" altLang="zh-CN" sz="2400" dirty="0">
                <a:latin typeface="NimbusRomDOT-Reg"/>
                <a:cs typeface="Arial" panose="020B0604020202020204" pitchFamily="34" charset="0"/>
              </a:rPr>
              <a:t>)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A011C9FE-72CD-4B9E-A5AF-6EE5DBFBFF8D}"/>
              </a:ext>
            </a:extLst>
          </p:cNvPr>
          <p:cNvSpPr/>
          <p:nvPr/>
        </p:nvSpPr>
        <p:spPr>
          <a:xfrm>
            <a:off x="2771360" y="4155251"/>
            <a:ext cx="37253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i="1" dirty="0">
                <a:solidFill>
                  <a:srgbClr val="FF0000"/>
                </a:solidFill>
                <a:latin typeface="NimbusRomDOT-Reg"/>
                <a:cs typeface="Arial" panose="020B0604020202020204" pitchFamily="34" charset="0"/>
              </a:rPr>
              <a:t>L’</a:t>
            </a:r>
            <a:endParaRPr lang="zh-CN" altLang="en-US" sz="2400" dirty="0"/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0461853C-F187-4C25-A0A5-2A9E7902D828}"/>
              </a:ext>
            </a:extLst>
          </p:cNvPr>
          <p:cNvSpPr/>
          <p:nvPr/>
        </p:nvSpPr>
        <p:spPr>
          <a:xfrm>
            <a:off x="2771360" y="5187869"/>
            <a:ext cx="33695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i="1" dirty="0">
                <a:solidFill>
                  <a:srgbClr val="FF0000"/>
                </a:solidFill>
                <a:latin typeface="NimbusRomDOT-Reg"/>
                <a:cs typeface="Arial" panose="020B0604020202020204" pitchFamily="34" charset="0"/>
              </a:rPr>
              <a:t>T</a:t>
            </a:r>
            <a:endParaRPr lang="zh-CN" altLang="en-US" sz="2400" dirty="0"/>
          </a:p>
        </p:txBody>
      </p:sp>
      <p:grpSp>
        <p:nvGrpSpPr>
          <p:cNvPr id="57" name="组合 56">
            <a:extLst>
              <a:ext uri="{FF2B5EF4-FFF2-40B4-BE49-F238E27FC236}">
                <a16:creationId xmlns:a16="http://schemas.microsoft.com/office/drawing/2014/main" id="{16E79E9A-9688-4469-8432-C5BEBCCDCA3B}"/>
              </a:ext>
            </a:extLst>
          </p:cNvPr>
          <p:cNvGrpSpPr/>
          <p:nvPr/>
        </p:nvGrpSpPr>
        <p:grpSpPr>
          <a:xfrm>
            <a:off x="3316361" y="5179082"/>
            <a:ext cx="5605650" cy="470452"/>
            <a:chOff x="3316361" y="4841841"/>
            <a:chExt cx="5605650" cy="470452"/>
          </a:xfrm>
        </p:grpSpPr>
        <p:sp>
          <p:nvSpPr>
            <p:cNvPr id="58" name="矩形 57">
              <a:extLst>
                <a:ext uri="{FF2B5EF4-FFF2-40B4-BE49-F238E27FC236}">
                  <a16:creationId xmlns:a16="http://schemas.microsoft.com/office/drawing/2014/main" id="{39A99B80-98E3-4531-A9FE-2851587DFDEA}"/>
                </a:ext>
              </a:extLst>
            </p:cNvPr>
            <p:cNvSpPr/>
            <p:nvPr/>
          </p:nvSpPr>
          <p:spPr>
            <a:xfrm>
              <a:off x="7053461" y="4841841"/>
              <a:ext cx="622850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b="1" i="1" baseline="-25000" dirty="0">
                <a:latin typeface="NimbusRomDOT-Reg"/>
              </a:endParaRPr>
            </a:p>
          </p:txBody>
        </p:sp>
        <p:sp>
          <p:nvSpPr>
            <p:cNvPr id="59" name="矩形 58">
              <a:extLst>
                <a:ext uri="{FF2B5EF4-FFF2-40B4-BE49-F238E27FC236}">
                  <a16:creationId xmlns:a16="http://schemas.microsoft.com/office/drawing/2014/main" id="{696F8454-4C1F-4740-8BFF-D1417798B597}"/>
                </a:ext>
              </a:extLst>
            </p:cNvPr>
            <p:cNvSpPr/>
            <p:nvPr/>
          </p:nvSpPr>
          <p:spPr>
            <a:xfrm>
              <a:off x="7676311" y="4841841"/>
              <a:ext cx="622850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b="1" i="1" baseline="-25000" dirty="0">
                <a:latin typeface="NimbusRomDOT-Reg"/>
              </a:endParaRPr>
            </a:p>
          </p:txBody>
        </p:sp>
        <p:sp>
          <p:nvSpPr>
            <p:cNvPr id="60" name="矩形 59">
              <a:extLst>
                <a:ext uri="{FF2B5EF4-FFF2-40B4-BE49-F238E27FC236}">
                  <a16:creationId xmlns:a16="http://schemas.microsoft.com/office/drawing/2014/main" id="{078124AC-B0C3-43C3-951B-03FF593A4166}"/>
                </a:ext>
              </a:extLst>
            </p:cNvPr>
            <p:cNvSpPr/>
            <p:nvPr/>
          </p:nvSpPr>
          <p:spPr>
            <a:xfrm>
              <a:off x="5184911" y="4841841"/>
              <a:ext cx="622850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b="1" i="1" baseline="-25000" dirty="0">
                <a:latin typeface="NimbusRomDOT-Reg"/>
              </a:endParaRPr>
            </a:p>
          </p:txBody>
        </p:sp>
        <p:sp>
          <p:nvSpPr>
            <p:cNvPr id="61" name="矩形 60">
              <a:extLst>
                <a:ext uri="{FF2B5EF4-FFF2-40B4-BE49-F238E27FC236}">
                  <a16:creationId xmlns:a16="http://schemas.microsoft.com/office/drawing/2014/main" id="{0C036DD4-023F-47B7-8283-39D412283CFC}"/>
                </a:ext>
              </a:extLst>
            </p:cNvPr>
            <p:cNvSpPr/>
            <p:nvPr/>
          </p:nvSpPr>
          <p:spPr>
            <a:xfrm>
              <a:off x="4562061" y="4841841"/>
              <a:ext cx="622850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b="1" i="1" baseline="-25000" dirty="0">
                <a:latin typeface="NimbusRomDOT-Reg"/>
              </a:endParaRPr>
            </a:p>
          </p:txBody>
        </p:sp>
        <p:sp>
          <p:nvSpPr>
            <p:cNvPr id="62" name="矩形 61">
              <a:extLst>
                <a:ext uri="{FF2B5EF4-FFF2-40B4-BE49-F238E27FC236}">
                  <a16:creationId xmlns:a16="http://schemas.microsoft.com/office/drawing/2014/main" id="{479DE8FC-7BC7-4F15-AF1B-67A58F66E5BF}"/>
                </a:ext>
              </a:extLst>
            </p:cNvPr>
            <p:cNvSpPr/>
            <p:nvPr/>
          </p:nvSpPr>
          <p:spPr>
            <a:xfrm>
              <a:off x="5807761" y="4841841"/>
              <a:ext cx="622850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b="1" i="1" dirty="0">
                  <a:latin typeface="NimbusRomDOT-Reg"/>
                </a:rPr>
                <a:t>…</a:t>
              </a:r>
              <a:endParaRPr lang="zh-CN" altLang="en-US" b="1" i="1" baseline="-25000" dirty="0">
                <a:latin typeface="NimbusRomDOT-Reg"/>
              </a:endParaRPr>
            </a:p>
          </p:txBody>
        </p:sp>
        <p:sp>
          <p:nvSpPr>
            <p:cNvPr id="63" name="矩形 62">
              <a:extLst>
                <a:ext uri="{FF2B5EF4-FFF2-40B4-BE49-F238E27FC236}">
                  <a16:creationId xmlns:a16="http://schemas.microsoft.com/office/drawing/2014/main" id="{FA77138F-CA3C-474D-A5FB-72E2A11C3ABF}"/>
                </a:ext>
              </a:extLst>
            </p:cNvPr>
            <p:cNvSpPr/>
            <p:nvPr/>
          </p:nvSpPr>
          <p:spPr>
            <a:xfrm>
              <a:off x="6430611" y="4841841"/>
              <a:ext cx="622850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b="1" i="1" baseline="-25000" dirty="0">
                <a:latin typeface="NimbusRomDOT-Reg"/>
              </a:endParaRPr>
            </a:p>
          </p:txBody>
        </p:sp>
        <p:sp>
          <p:nvSpPr>
            <p:cNvPr id="64" name="矩形 63">
              <a:extLst>
                <a:ext uri="{FF2B5EF4-FFF2-40B4-BE49-F238E27FC236}">
                  <a16:creationId xmlns:a16="http://schemas.microsoft.com/office/drawing/2014/main" id="{36299F55-EC7E-4D73-BB22-EDCE6377CF54}"/>
                </a:ext>
              </a:extLst>
            </p:cNvPr>
            <p:cNvSpPr/>
            <p:nvPr/>
          </p:nvSpPr>
          <p:spPr>
            <a:xfrm>
              <a:off x="3939211" y="4841841"/>
              <a:ext cx="622850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b="1" i="1" baseline="-25000" dirty="0">
                <a:latin typeface="NimbusRomDOT-Reg"/>
              </a:endParaRPr>
            </a:p>
          </p:txBody>
        </p:sp>
        <p:sp>
          <p:nvSpPr>
            <p:cNvPr id="65" name="矩形 64">
              <a:extLst>
                <a:ext uri="{FF2B5EF4-FFF2-40B4-BE49-F238E27FC236}">
                  <a16:creationId xmlns:a16="http://schemas.microsoft.com/office/drawing/2014/main" id="{F233D7A9-25A4-4B9E-BC9E-B0A39CCA5881}"/>
                </a:ext>
              </a:extLst>
            </p:cNvPr>
            <p:cNvSpPr/>
            <p:nvPr/>
          </p:nvSpPr>
          <p:spPr>
            <a:xfrm>
              <a:off x="3316361" y="4841841"/>
              <a:ext cx="622850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b="1" i="1" baseline="-25000" dirty="0">
                <a:latin typeface="NimbusRomDOT-Reg"/>
              </a:endParaRPr>
            </a:p>
          </p:txBody>
        </p:sp>
        <p:sp>
          <p:nvSpPr>
            <p:cNvPr id="66" name="矩形 65">
              <a:extLst>
                <a:ext uri="{FF2B5EF4-FFF2-40B4-BE49-F238E27FC236}">
                  <a16:creationId xmlns:a16="http://schemas.microsoft.com/office/drawing/2014/main" id="{9A96AA27-C51E-4758-AB53-B160901E1B93}"/>
                </a:ext>
              </a:extLst>
            </p:cNvPr>
            <p:cNvSpPr/>
            <p:nvPr/>
          </p:nvSpPr>
          <p:spPr>
            <a:xfrm>
              <a:off x="8299161" y="4841841"/>
              <a:ext cx="622850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b="1" i="1" baseline="-25000" dirty="0">
                <a:latin typeface="NimbusRomDOT-Reg"/>
              </a:endParaRPr>
            </a:p>
          </p:txBody>
        </p:sp>
      </p:grpSp>
      <p:grpSp>
        <p:nvGrpSpPr>
          <p:cNvPr id="67" name="组合 66">
            <a:extLst>
              <a:ext uri="{FF2B5EF4-FFF2-40B4-BE49-F238E27FC236}">
                <a16:creationId xmlns:a16="http://schemas.microsoft.com/office/drawing/2014/main" id="{C2FCC6D5-0D61-4E3A-B34D-CE673C813707}"/>
              </a:ext>
            </a:extLst>
          </p:cNvPr>
          <p:cNvGrpSpPr/>
          <p:nvPr/>
        </p:nvGrpSpPr>
        <p:grpSpPr>
          <a:xfrm>
            <a:off x="3316361" y="4158005"/>
            <a:ext cx="4982800" cy="470452"/>
            <a:chOff x="3727175" y="2395849"/>
            <a:chExt cx="4982800" cy="470452"/>
          </a:xfrm>
        </p:grpSpPr>
        <p:sp>
          <p:nvSpPr>
            <p:cNvPr id="68" name="矩形 67">
              <a:extLst>
                <a:ext uri="{FF2B5EF4-FFF2-40B4-BE49-F238E27FC236}">
                  <a16:creationId xmlns:a16="http://schemas.microsoft.com/office/drawing/2014/main" id="{F112C272-4AE0-4C85-84D9-955214B65346}"/>
                </a:ext>
              </a:extLst>
            </p:cNvPr>
            <p:cNvSpPr/>
            <p:nvPr/>
          </p:nvSpPr>
          <p:spPr>
            <a:xfrm>
              <a:off x="7464275" y="2395849"/>
              <a:ext cx="622850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b="1" i="1" baseline="-25000" dirty="0">
                <a:latin typeface="NimbusRomDOT-Reg"/>
              </a:endParaRPr>
            </a:p>
          </p:txBody>
        </p:sp>
        <p:sp>
          <p:nvSpPr>
            <p:cNvPr id="69" name="矩形 68">
              <a:extLst>
                <a:ext uri="{FF2B5EF4-FFF2-40B4-BE49-F238E27FC236}">
                  <a16:creationId xmlns:a16="http://schemas.microsoft.com/office/drawing/2014/main" id="{FCFFB646-BD96-4D1B-B38E-6E9C6626B687}"/>
                </a:ext>
              </a:extLst>
            </p:cNvPr>
            <p:cNvSpPr/>
            <p:nvPr/>
          </p:nvSpPr>
          <p:spPr>
            <a:xfrm>
              <a:off x="8087125" y="2395849"/>
              <a:ext cx="622850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b="1" i="1" baseline="-25000" dirty="0">
                <a:latin typeface="NimbusRomDOT-Reg"/>
              </a:endParaRPr>
            </a:p>
          </p:txBody>
        </p:sp>
        <p:sp>
          <p:nvSpPr>
            <p:cNvPr id="70" name="矩形 69">
              <a:extLst>
                <a:ext uri="{FF2B5EF4-FFF2-40B4-BE49-F238E27FC236}">
                  <a16:creationId xmlns:a16="http://schemas.microsoft.com/office/drawing/2014/main" id="{3463CBFD-6C41-445A-B2FA-4C01C93746F1}"/>
                </a:ext>
              </a:extLst>
            </p:cNvPr>
            <p:cNvSpPr/>
            <p:nvPr/>
          </p:nvSpPr>
          <p:spPr>
            <a:xfrm>
              <a:off x="5595725" y="2395849"/>
              <a:ext cx="622850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b="1" i="1" baseline="-25000" dirty="0">
                <a:latin typeface="NimbusRomDOT-Reg"/>
              </a:endParaRPr>
            </a:p>
          </p:txBody>
        </p:sp>
        <p:sp>
          <p:nvSpPr>
            <p:cNvPr id="71" name="矩形 70">
              <a:extLst>
                <a:ext uri="{FF2B5EF4-FFF2-40B4-BE49-F238E27FC236}">
                  <a16:creationId xmlns:a16="http://schemas.microsoft.com/office/drawing/2014/main" id="{C11F86FF-AFBC-40B0-BDD4-DD5D2582445C}"/>
                </a:ext>
              </a:extLst>
            </p:cNvPr>
            <p:cNvSpPr/>
            <p:nvPr/>
          </p:nvSpPr>
          <p:spPr>
            <a:xfrm>
              <a:off x="4972875" y="2395849"/>
              <a:ext cx="622850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b="1" i="1" baseline="-25000" dirty="0">
                <a:latin typeface="NimbusRomDOT-Reg"/>
              </a:endParaRPr>
            </a:p>
          </p:txBody>
        </p:sp>
        <p:sp>
          <p:nvSpPr>
            <p:cNvPr id="72" name="矩形 71">
              <a:extLst>
                <a:ext uri="{FF2B5EF4-FFF2-40B4-BE49-F238E27FC236}">
                  <a16:creationId xmlns:a16="http://schemas.microsoft.com/office/drawing/2014/main" id="{8F9BAE3A-7574-48C5-BE1A-67DCBBB89ECA}"/>
                </a:ext>
              </a:extLst>
            </p:cNvPr>
            <p:cNvSpPr/>
            <p:nvPr/>
          </p:nvSpPr>
          <p:spPr>
            <a:xfrm>
              <a:off x="6218575" y="2395849"/>
              <a:ext cx="622850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b="1" i="1" dirty="0">
                  <a:latin typeface="NimbusRomDOT-Reg"/>
                </a:rPr>
                <a:t>…</a:t>
              </a:r>
              <a:endParaRPr lang="zh-CN" altLang="en-US" b="1" i="1" baseline="-25000" dirty="0">
                <a:latin typeface="NimbusRomDOT-Reg"/>
              </a:endParaRPr>
            </a:p>
          </p:txBody>
        </p:sp>
        <p:sp>
          <p:nvSpPr>
            <p:cNvPr id="73" name="矩形 72">
              <a:extLst>
                <a:ext uri="{FF2B5EF4-FFF2-40B4-BE49-F238E27FC236}">
                  <a16:creationId xmlns:a16="http://schemas.microsoft.com/office/drawing/2014/main" id="{D1CC6737-6867-487C-AB7F-E954AD48FF9B}"/>
                </a:ext>
              </a:extLst>
            </p:cNvPr>
            <p:cNvSpPr/>
            <p:nvPr/>
          </p:nvSpPr>
          <p:spPr>
            <a:xfrm>
              <a:off x="6841425" y="2395849"/>
              <a:ext cx="622850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b="1" i="1" baseline="-25000" dirty="0">
                <a:latin typeface="NimbusRomDOT-Reg"/>
              </a:endParaRPr>
            </a:p>
          </p:txBody>
        </p:sp>
        <p:sp>
          <p:nvSpPr>
            <p:cNvPr id="74" name="矩形 73">
              <a:extLst>
                <a:ext uri="{FF2B5EF4-FFF2-40B4-BE49-F238E27FC236}">
                  <a16:creationId xmlns:a16="http://schemas.microsoft.com/office/drawing/2014/main" id="{5B61C556-98F3-4BDE-94E7-3A2A165256F8}"/>
                </a:ext>
              </a:extLst>
            </p:cNvPr>
            <p:cNvSpPr/>
            <p:nvPr/>
          </p:nvSpPr>
          <p:spPr>
            <a:xfrm>
              <a:off x="4350025" y="2395849"/>
              <a:ext cx="622850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b="1" i="1" baseline="-25000" dirty="0">
                <a:latin typeface="NimbusRomDOT-Reg"/>
              </a:endParaRPr>
            </a:p>
          </p:txBody>
        </p:sp>
        <p:sp>
          <p:nvSpPr>
            <p:cNvPr id="75" name="矩形 74">
              <a:extLst>
                <a:ext uri="{FF2B5EF4-FFF2-40B4-BE49-F238E27FC236}">
                  <a16:creationId xmlns:a16="http://schemas.microsoft.com/office/drawing/2014/main" id="{0B8B11C9-3BC0-4320-980E-B7555449FC99}"/>
                </a:ext>
              </a:extLst>
            </p:cNvPr>
            <p:cNvSpPr/>
            <p:nvPr/>
          </p:nvSpPr>
          <p:spPr>
            <a:xfrm>
              <a:off x="3727175" y="2395849"/>
              <a:ext cx="622850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b="1" i="1" baseline="-25000" dirty="0">
                <a:latin typeface="NimbusRomDOT-Reg"/>
              </a:endParaRPr>
            </a:p>
          </p:txBody>
        </p:sp>
      </p:grpSp>
      <p:grpSp>
        <p:nvGrpSpPr>
          <p:cNvPr id="76" name="组合 75">
            <a:extLst>
              <a:ext uri="{FF2B5EF4-FFF2-40B4-BE49-F238E27FC236}">
                <a16:creationId xmlns:a16="http://schemas.microsoft.com/office/drawing/2014/main" id="{87211B01-3BF8-442E-A816-FDC9D9EBF7F2}"/>
              </a:ext>
            </a:extLst>
          </p:cNvPr>
          <p:cNvGrpSpPr/>
          <p:nvPr/>
        </p:nvGrpSpPr>
        <p:grpSpPr>
          <a:xfrm>
            <a:off x="3316360" y="3095643"/>
            <a:ext cx="4359950" cy="470452"/>
            <a:chOff x="4038600" y="5773390"/>
            <a:chExt cx="4359950" cy="470452"/>
          </a:xfrm>
        </p:grpSpPr>
        <p:sp>
          <p:nvSpPr>
            <p:cNvPr id="46" name="矩形 45">
              <a:extLst>
                <a:ext uri="{FF2B5EF4-FFF2-40B4-BE49-F238E27FC236}">
                  <a16:creationId xmlns:a16="http://schemas.microsoft.com/office/drawing/2014/main" id="{661A0644-E3BE-4750-9741-A18A4E615331}"/>
                </a:ext>
              </a:extLst>
            </p:cNvPr>
            <p:cNvSpPr/>
            <p:nvPr/>
          </p:nvSpPr>
          <p:spPr>
            <a:xfrm>
              <a:off x="7775700" y="5773390"/>
              <a:ext cx="622850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b="1" i="1" dirty="0">
                  <a:latin typeface="NimbusRomDOT-Reg"/>
                </a:rPr>
                <a:t>K</a:t>
              </a:r>
              <a:r>
                <a:rPr lang="en-US" altLang="zh-CN" b="1" i="1" baseline="-25000" dirty="0">
                  <a:latin typeface="NimbusRomDOT-Reg"/>
                </a:rPr>
                <a:t>n-1</a:t>
              </a:r>
              <a:endParaRPr lang="zh-CN" altLang="en-US" b="1" i="1" baseline="-25000" dirty="0">
                <a:latin typeface="NimbusRomDOT-Reg"/>
              </a:endParaRPr>
            </a:p>
          </p:txBody>
        </p:sp>
        <p:sp>
          <p:nvSpPr>
            <p:cNvPr id="48" name="矩形 47">
              <a:extLst>
                <a:ext uri="{FF2B5EF4-FFF2-40B4-BE49-F238E27FC236}">
                  <a16:creationId xmlns:a16="http://schemas.microsoft.com/office/drawing/2014/main" id="{E3FE0B1D-DD68-4D94-9F00-42D3A4050291}"/>
                </a:ext>
              </a:extLst>
            </p:cNvPr>
            <p:cNvSpPr/>
            <p:nvPr/>
          </p:nvSpPr>
          <p:spPr>
            <a:xfrm>
              <a:off x="5907150" y="5773390"/>
              <a:ext cx="622850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b="1" i="1" dirty="0">
                  <a:latin typeface="NimbusRomDOT-Reg"/>
                </a:rPr>
                <a:t>K</a:t>
              </a:r>
              <a:r>
                <a:rPr lang="en-US" altLang="zh-CN" b="1" i="1" baseline="-25000" dirty="0">
                  <a:latin typeface="NimbusRomDOT-Reg"/>
                </a:rPr>
                <a:t>2</a:t>
              </a:r>
              <a:endParaRPr lang="zh-CN" altLang="en-US" b="1" i="1" baseline="-25000" dirty="0">
                <a:latin typeface="NimbusRomDOT-Reg"/>
              </a:endParaRPr>
            </a:p>
          </p:txBody>
        </p:sp>
        <p:sp>
          <p:nvSpPr>
            <p:cNvPr id="49" name="矩形 48">
              <a:extLst>
                <a:ext uri="{FF2B5EF4-FFF2-40B4-BE49-F238E27FC236}">
                  <a16:creationId xmlns:a16="http://schemas.microsoft.com/office/drawing/2014/main" id="{918A1D3D-F378-4EC3-9CD4-F6911A6206D7}"/>
                </a:ext>
              </a:extLst>
            </p:cNvPr>
            <p:cNvSpPr/>
            <p:nvPr/>
          </p:nvSpPr>
          <p:spPr>
            <a:xfrm>
              <a:off x="5284300" y="5773390"/>
              <a:ext cx="622850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b="1" i="1" dirty="0">
                  <a:latin typeface="NimbusRomDOT-Reg"/>
                </a:rPr>
                <a:t>P</a:t>
              </a:r>
              <a:r>
                <a:rPr lang="en-US" altLang="zh-CN" b="1" i="1" baseline="-25000" dirty="0">
                  <a:latin typeface="NimbusRomDOT-Reg"/>
                </a:rPr>
                <a:t>2</a:t>
              </a:r>
              <a:endParaRPr lang="zh-CN" altLang="en-US" b="1" i="1" baseline="-25000" dirty="0">
                <a:latin typeface="NimbusRomDOT-Reg"/>
              </a:endParaRPr>
            </a:p>
          </p:txBody>
        </p:sp>
        <p:sp>
          <p:nvSpPr>
            <p:cNvPr id="50" name="矩形 49">
              <a:extLst>
                <a:ext uri="{FF2B5EF4-FFF2-40B4-BE49-F238E27FC236}">
                  <a16:creationId xmlns:a16="http://schemas.microsoft.com/office/drawing/2014/main" id="{D1E678AE-5FE3-4759-A87C-CDBE321A9870}"/>
                </a:ext>
              </a:extLst>
            </p:cNvPr>
            <p:cNvSpPr/>
            <p:nvPr/>
          </p:nvSpPr>
          <p:spPr>
            <a:xfrm>
              <a:off x="6530000" y="5773390"/>
              <a:ext cx="622850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b="1" i="1" dirty="0">
                  <a:latin typeface="NimbusRomDOT-Reg"/>
                </a:rPr>
                <a:t>…</a:t>
              </a:r>
              <a:endParaRPr lang="zh-CN" altLang="en-US" b="1" i="1" baseline="-25000" dirty="0">
                <a:latin typeface="NimbusRomDOT-Reg"/>
              </a:endParaRPr>
            </a:p>
          </p:txBody>
        </p:sp>
        <p:sp>
          <p:nvSpPr>
            <p:cNvPr id="51" name="矩形 50">
              <a:extLst>
                <a:ext uri="{FF2B5EF4-FFF2-40B4-BE49-F238E27FC236}">
                  <a16:creationId xmlns:a16="http://schemas.microsoft.com/office/drawing/2014/main" id="{5AD821D6-7886-45BC-BD51-FB3EFB87873B}"/>
                </a:ext>
              </a:extLst>
            </p:cNvPr>
            <p:cNvSpPr/>
            <p:nvPr/>
          </p:nvSpPr>
          <p:spPr>
            <a:xfrm>
              <a:off x="7152850" y="5773390"/>
              <a:ext cx="622850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b="1" i="1" dirty="0">
                  <a:latin typeface="NimbusRomDOT-Reg"/>
                </a:rPr>
                <a:t>P</a:t>
              </a:r>
              <a:r>
                <a:rPr lang="en-US" altLang="zh-CN" b="1" i="1" baseline="-25000" dirty="0">
                  <a:latin typeface="NimbusRomDOT-Reg"/>
                </a:rPr>
                <a:t>n-1</a:t>
              </a:r>
              <a:endParaRPr lang="zh-CN" altLang="en-US" b="1" i="1" baseline="-25000" dirty="0">
                <a:latin typeface="NimbusRomDOT-Reg"/>
              </a:endParaRPr>
            </a:p>
          </p:txBody>
        </p:sp>
        <p:sp>
          <p:nvSpPr>
            <p:cNvPr id="52" name="矩形 51">
              <a:extLst>
                <a:ext uri="{FF2B5EF4-FFF2-40B4-BE49-F238E27FC236}">
                  <a16:creationId xmlns:a16="http://schemas.microsoft.com/office/drawing/2014/main" id="{A87BB491-FFCF-45D4-8AEB-DFA15C531295}"/>
                </a:ext>
              </a:extLst>
            </p:cNvPr>
            <p:cNvSpPr/>
            <p:nvPr/>
          </p:nvSpPr>
          <p:spPr>
            <a:xfrm>
              <a:off x="4661450" y="5773390"/>
              <a:ext cx="622850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b="1" i="1" dirty="0">
                  <a:latin typeface="NimbusRomDOT-Reg"/>
                </a:rPr>
                <a:t>K</a:t>
              </a:r>
              <a:r>
                <a:rPr lang="en-US" altLang="zh-CN" b="1" i="1" baseline="-25000" dirty="0">
                  <a:latin typeface="NimbusRomDOT-Reg"/>
                </a:rPr>
                <a:t>1</a:t>
              </a:r>
              <a:endParaRPr lang="zh-CN" altLang="en-US" b="1" i="1" baseline="-25000" dirty="0">
                <a:latin typeface="NimbusRomDOT-Reg"/>
              </a:endParaRPr>
            </a:p>
          </p:txBody>
        </p:sp>
        <p:sp>
          <p:nvSpPr>
            <p:cNvPr id="53" name="矩形 52">
              <a:extLst>
                <a:ext uri="{FF2B5EF4-FFF2-40B4-BE49-F238E27FC236}">
                  <a16:creationId xmlns:a16="http://schemas.microsoft.com/office/drawing/2014/main" id="{5BAD4294-FAA4-4EA9-B6C3-43D3CBBE8376}"/>
                </a:ext>
              </a:extLst>
            </p:cNvPr>
            <p:cNvSpPr/>
            <p:nvPr/>
          </p:nvSpPr>
          <p:spPr>
            <a:xfrm>
              <a:off x="4038600" y="5773390"/>
              <a:ext cx="622850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b="1" i="1" dirty="0">
                  <a:latin typeface="NimbusRomDOT-Reg"/>
                </a:rPr>
                <a:t>P</a:t>
              </a:r>
              <a:r>
                <a:rPr lang="en-US" altLang="zh-CN" b="1" i="1" baseline="-25000" dirty="0">
                  <a:latin typeface="NimbusRomDOT-Reg"/>
                </a:rPr>
                <a:t>1</a:t>
              </a:r>
              <a:endParaRPr lang="zh-CN" altLang="en-US" b="1" i="1" baseline="-25000" dirty="0">
                <a:latin typeface="NimbusRomDOT-Reg"/>
              </a:endParaRPr>
            </a:p>
          </p:txBody>
        </p:sp>
      </p:grpSp>
      <p:grpSp>
        <p:nvGrpSpPr>
          <p:cNvPr id="82" name="组合 81">
            <a:extLst>
              <a:ext uri="{FF2B5EF4-FFF2-40B4-BE49-F238E27FC236}">
                <a16:creationId xmlns:a16="http://schemas.microsoft.com/office/drawing/2014/main" id="{3B9CB3B7-0179-4C8B-836B-2F00F8C02449}"/>
              </a:ext>
            </a:extLst>
          </p:cNvPr>
          <p:cNvGrpSpPr/>
          <p:nvPr/>
        </p:nvGrpSpPr>
        <p:grpSpPr>
          <a:xfrm>
            <a:off x="6119187" y="5649535"/>
            <a:ext cx="4658135" cy="749476"/>
            <a:chOff x="6119187" y="5649535"/>
            <a:chExt cx="4658135" cy="749476"/>
          </a:xfrm>
        </p:grpSpPr>
        <p:sp>
          <p:nvSpPr>
            <p:cNvPr id="77" name="矩形 76">
              <a:extLst>
                <a:ext uri="{FF2B5EF4-FFF2-40B4-BE49-F238E27FC236}">
                  <a16:creationId xmlns:a16="http://schemas.microsoft.com/office/drawing/2014/main" id="{87C712B7-09DC-47E0-8AB7-9BC6E58830F6}"/>
                </a:ext>
              </a:extLst>
            </p:cNvPr>
            <p:cNvSpPr/>
            <p:nvPr/>
          </p:nvSpPr>
          <p:spPr>
            <a:xfrm>
              <a:off x="7818499" y="5937346"/>
              <a:ext cx="2958823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spcBef>
                  <a:spcPts val="200"/>
                </a:spcBef>
              </a:pPr>
              <a:r>
                <a:rPr lang="de-DE" altLang="zh-CN" sz="2400" b="1" i="1" dirty="0">
                  <a:solidFill>
                    <a:srgbClr val="00B050"/>
                  </a:solidFill>
                  <a:latin typeface="NimbusRomDOT-Reg"/>
                  <a:cs typeface="Arial" panose="020B0604020202020204" pitchFamily="34" charset="0"/>
                </a:rPr>
                <a:t>insert_in_leaf (T, </a:t>
              </a:r>
              <a:r>
                <a:rPr lang="de-DE" altLang="zh-CN" sz="2400" b="1" i="1" dirty="0">
                  <a:solidFill>
                    <a:srgbClr val="FF0000"/>
                  </a:solidFill>
                  <a:latin typeface="NimbusRomDOT-Reg"/>
                  <a:cs typeface="Arial" panose="020B0604020202020204" pitchFamily="34" charset="0"/>
                </a:rPr>
                <a:t>K</a:t>
              </a:r>
              <a:r>
                <a:rPr lang="de-DE" altLang="zh-CN" sz="2400" b="1" i="1" dirty="0">
                  <a:solidFill>
                    <a:srgbClr val="00B050"/>
                  </a:solidFill>
                  <a:latin typeface="NimbusRomDOT-Reg"/>
                  <a:cs typeface="Arial" panose="020B0604020202020204" pitchFamily="34" charset="0"/>
                </a:rPr>
                <a:t>, </a:t>
              </a:r>
              <a:r>
                <a:rPr lang="de-DE" altLang="zh-CN" sz="2400" b="1" i="1" dirty="0">
                  <a:solidFill>
                    <a:srgbClr val="FF0000"/>
                  </a:solidFill>
                  <a:latin typeface="NimbusRomDOT-Reg"/>
                  <a:cs typeface="Arial" panose="020B0604020202020204" pitchFamily="34" charset="0"/>
                </a:rPr>
                <a:t>P</a:t>
              </a:r>
              <a:r>
                <a:rPr lang="de-DE" altLang="zh-CN" sz="2400" b="1" i="1" dirty="0">
                  <a:solidFill>
                    <a:srgbClr val="00B050"/>
                  </a:solidFill>
                  <a:latin typeface="NimbusRomDOT-Reg"/>
                  <a:cs typeface="Arial" panose="020B0604020202020204" pitchFamily="34" charset="0"/>
                </a:rPr>
                <a:t>)</a:t>
              </a:r>
            </a:p>
          </p:txBody>
        </p:sp>
        <p:cxnSp>
          <p:nvCxnSpPr>
            <p:cNvPr id="79" name="连接符: 曲线 78">
              <a:extLst>
                <a:ext uri="{FF2B5EF4-FFF2-40B4-BE49-F238E27FC236}">
                  <a16:creationId xmlns:a16="http://schemas.microsoft.com/office/drawing/2014/main" id="{E6592D75-8CF5-4662-A374-A13C6517D351}"/>
                </a:ext>
              </a:extLst>
            </p:cNvPr>
            <p:cNvCxnSpPr>
              <a:stCxn id="77" idx="1"/>
              <a:endCxn id="62" idx="2"/>
            </p:cNvCxnSpPr>
            <p:nvPr/>
          </p:nvCxnSpPr>
          <p:spPr>
            <a:xfrm rot="10800000">
              <a:off x="6119187" y="5649535"/>
              <a:ext cx="1699313" cy="518645"/>
            </a:xfrm>
            <a:prstGeom prst="curvedConnector2">
              <a:avLst/>
            </a:prstGeom>
            <a:ln w="25400">
              <a:solidFill>
                <a:srgbClr val="00B050"/>
              </a:solidFill>
              <a:headEnd type="oval"/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1" name="组合 80">
            <a:extLst>
              <a:ext uri="{FF2B5EF4-FFF2-40B4-BE49-F238E27FC236}">
                <a16:creationId xmlns:a16="http://schemas.microsoft.com/office/drawing/2014/main" id="{EF79C5EF-C235-44BC-861A-DF34DBDF0E77}"/>
              </a:ext>
            </a:extLst>
          </p:cNvPr>
          <p:cNvGrpSpPr/>
          <p:nvPr/>
        </p:nvGrpSpPr>
        <p:grpSpPr>
          <a:xfrm>
            <a:off x="7676311" y="5178673"/>
            <a:ext cx="1245700" cy="470452"/>
            <a:chOff x="9206932" y="3868419"/>
            <a:chExt cx="1245700" cy="470452"/>
          </a:xfrm>
        </p:grpSpPr>
        <p:sp>
          <p:nvSpPr>
            <p:cNvPr id="47" name="矩形 46">
              <a:extLst>
                <a:ext uri="{FF2B5EF4-FFF2-40B4-BE49-F238E27FC236}">
                  <a16:creationId xmlns:a16="http://schemas.microsoft.com/office/drawing/2014/main" id="{2219B263-A4B8-47B8-8C2D-D170B4CEBD66}"/>
                </a:ext>
              </a:extLst>
            </p:cNvPr>
            <p:cNvSpPr/>
            <p:nvPr/>
          </p:nvSpPr>
          <p:spPr>
            <a:xfrm>
              <a:off x="9206932" y="3868419"/>
              <a:ext cx="622850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b="1" i="1" dirty="0" err="1">
                  <a:latin typeface="NimbusRomDOT-Reg"/>
                </a:rPr>
                <a:t>P</a:t>
              </a:r>
              <a:r>
                <a:rPr lang="en-US" altLang="zh-CN" b="1" i="1" baseline="-25000" dirty="0" err="1">
                  <a:latin typeface="NimbusRomDOT-Reg"/>
                </a:rPr>
                <a:t>n</a:t>
              </a:r>
              <a:endParaRPr lang="zh-CN" altLang="en-US" b="1" i="1" baseline="-25000" dirty="0">
                <a:latin typeface="NimbusRomDOT-Reg"/>
              </a:endParaRPr>
            </a:p>
          </p:txBody>
        </p:sp>
        <p:sp>
          <p:nvSpPr>
            <p:cNvPr id="54" name="矩形 53">
              <a:extLst>
                <a:ext uri="{FF2B5EF4-FFF2-40B4-BE49-F238E27FC236}">
                  <a16:creationId xmlns:a16="http://schemas.microsoft.com/office/drawing/2014/main" id="{32FBEEAF-280C-47C2-8022-DD0A5BD01AE4}"/>
                </a:ext>
              </a:extLst>
            </p:cNvPr>
            <p:cNvSpPr/>
            <p:nvPr/>
          </p:nvSpPr>
          <p:spPr>
            <a:xfrm>
              <a:off x="9829782" y="3868419"/>
              <a:ext cx="622850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b="1" i="1" dirty="0" err="1">
                  <a:latin typeface="NimbusRomDOT-Reg"/>
                </a:rPr>
                <a:t>K</a:t>
              </a:r>
              <a:r>
                <a:rPr lang="en-US" altLang="zh-CN" b="1" i="1" baseline="-25000" dirty="0" err="1">
                  <a:latin typeface="NimbusRomDOT-Reg"/>
                </a:rPr>
                <a:t>n</a:t>
              </a:r>
              <a:endParaRPr lang="zh-CN" altLang="en-US" b="1" i="1" baseline="-25000" dirty="0">
                <a:latin typeface="NimbusRomDOT-Reg"/>
              </a:endParaRPr>
            </a:p>
          </p:txBody>
        </p:sp>
      </p:grpSp>
      <p:grpSp>
        <p:nvGrpSpPr>
          <p:cNvPr id="87" name="组合 86">
            <a:extLst>
              <a:ext uri="{FF2B5EF4-FFF2-40B4-BE49-F238E27FC236}">
                <a16:creationId xmlns:a16="http://schemas.microsoft.com/office/drawing/2014/main" id="{9B30F37A-446D-4110-89A7-A384E88619B7}"/>
              </a:ext>
            </a:extLst>
          </p:cNvPr>
          <p:cNvGrpSpPr/>
          <p:nvPr/>
        </p:nvGrpSpPr>
        <p:grpSpPr>
          <a:xfrm>
            <a:off x="7676311" y="3329609"/>
            <a:ext cx="1712852" cy="1298848"/>
            <a:chOff x="7676311" y="3329609"/>
            <a:chExt cx="1712852" cy="1298848"/>
          </a:xfrm>
        </p:grpSpPr>
        <p:sp>
          <p:nvSpPr>
            <p:cNvPr id="83" name="矩形 82">
              <a:extLst>
                <a:ext uri="{FF2B5EF4-FFF2-40B4-BE49-F238E27FC236}">
                  <a16:creationId xmlns:a16="http://schemas.microsoft.com/office/drawing/2014/main" id="{67350956-612A-43C7-8090-FC49DB5DC4A1}"/>
                </a:ext>
              </a:extLst>
            </p:cNvPr>
            <p:cNvSpPr/>
            <p:nvPr/>
          </p:nvSpPr>
          <p:spPr>
            <a:xfrm>
              <a:off x="7676311" y="4158005"/>
              <a:ext cx="622850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b="1" i="1" dirty="0" err="1">
                  <a:latin typeface="NimbusRomDOT-Reg"/>
                </a:rPr>
                <a:t>P</a:t>
              </a:r>
              <a:r>
                <a:rPr lang="en-US" altLang="zh-CN" b="1" i="1" baseline="-25000" dirty="0" err="1">
                  <a:latin typeface="NimbusRomDOT-Reg"/>
                </a:rPr>
                <a:t>n</a:t>
              </a:r>
              <a:endParaRPr lang="zh-CN" altLang="en-US" b="1" i="1" baseline="-25000" dirty="0">
                <a:latin typeface="NimbusRomDOT-Reg"/>
              </a:endParaRPr>
            </a:p>
          </p:txBody>
        </p:sp>
        <p:cxnSp>
          <p:nvCxnSpPr>
            <p:cNvPr id="84" name="直接箭头连接符 83">
              <a:extLst>
                <a:ext uri="{FF2B5EF4-FFF2-40B4-BE49-F238E27FC236}">
                  <a16:creationId xmlns:a16="http://schemas.microsoft.com/office/drawing/2014/main" id="{69A617EC-4E2C-46E1-BBF7-04ED50BF1273}"/>
                </a:ext>
              </a:extLst>
            </p:cNvPr>
            <p:cNvCxnSpPr>
              <a:cxnSpLocks/>
              <a:stCxn id="83" idx="3"/>
              <a:endCxn id="22" idx="1"/>
            </p:cNvCxnSpPr>
            <p:nvPr/>
          </p:nvCxnSpPr>
          <p:spPr>
            <a:xfrm flipV="1">
              <a:off x="8299161" y="3329609"/>
              <a:ext cx="1090002" cy="1063622"/>
            </a:xfrm>
            <a:prstGeom prst="straightConnector1">
              <a:avLst/>
            </a:prstGeom>
            <a:ln w="25400">
              <a:solidFill>
                <a:schemeClr val="tx1"/>
              </a:solidFill>
              <a:headEnd type="oval"/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88" name="直接箭头连接符 87">
            <a:extLst>
              <a:ext uri="{FF2B5EF4-FFF2-40B4-BE49-F238E27FC236}">
                <a16:creationId xmlns:a16="http://schemas.microsoft.com/office/drawing/2014/main" id="{B82C3CAE-87E8-4F44-8752-D53FF21D5CE6}"/>
              </a:ext>
            </a:extLst>
          </p:cNvPr>
          <p:cNvCxnSpPr>
            <a:cxnSpLocks/>
            <a:stCxn id="13" idx="3"/>
            <a:endCxn id="75" idx="1"/>
          </p:cNvCxnSpPr>
          <p:nvPr/>
        </p:nvCxnSpPr>
        <p:spPr>
          <a:xfrm flipH="1">
            <a:off x="3316361" y="3328471"/>
            <a:ext cx="4982800" cy="1064760"/>
          </a:xfrm>
          <a:prstGeom prst="bentConnector5">
            <a:avLst>
              <a:gd name="adj1" fmla="val -4588"/>
              <a:gd name="adj2" fmla="val 50000"/>
              <a:gd name="adj3" fmla="val 104588"/>
            </a:avLst>
          </a:prstGeom>
          <a:ln w="25400">
            <a:solidFill>
              <a:schemeClr val="tx1"/>
            </a:solidFill>
            <a:headEnd type="oval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1" name="组合 90">
            <a:extLst>
              <a:ext uri="{FF2B5EF4-FFF2-40B4-BE49-F238E27FC236}">
                <a16:creationId xmlns:a16="http://schemas.microsoft.com/office/drawing/2014/main" id="{85D6883E-D6F0-447C-8436-9B5B113066A6}"/>
              </a:ext>
            </a:extLst>
          </p:cNvPr>
          <p:cNvGrpSpPr/>
          <p:nvPr/>
        </p:nvGrpSpPr>
        <p:grpSpPr>
          <a:xfrm>
            <a:off x="3310409" y="3093245"/>
            <a:ext cx="4359950" cy="470452"/>
            <a:chOff x="3727175" y="2395849"/>
            <a:chExt cx="4359950" cy="470452"/>
          </a:xfrm>
        </p:grpSpPr>
        <p:sp>
          <p:nvSpPr>
            <p:cNvPr id="92" name="矩形 91">
              <a:extLst>
                <a:ext uri="{FF2B5EF4-FFF2-40B4-BE49-F238E27FC236}">
                  <a16:creationId xmlns:a16="http://schemas.microsoft.com/office/drawing/2014/main" id="{F2F8F5E2-3D7F-4CC5-AE7A-2819974BFE00}"/>
                </a:ext>
              </a:extLst>
            </p:cNvPr>
            <p:cNvSpPr/>
            <p:nvPr/>
          </p:nvSpPr>
          <p:spPr>
            <a:xfrm>
              <a:off x="7464275" y="2395849"/>
              <a:ext cx="622850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b="1" i="1" baseline="-25000" dirty="0">
                <a:latin typeface="NimbusRomDOT-Reg"/>
              </a:endParaRPr>
            </a:p>
          </p:txBody>
        </p:sp>
        <p:sp>
          <p:nvSpPr>
            <p:cNvPr id="94" name="矩形 93">
              <a:extLst>
                <a:ext uri="{FF2B5EF4-FFF2-40B4-BE49-F238E27FC236}">
                  <a16:creationId xmlns:a16="http://schemas.microsoft.com/office/drawing/2014/main" id="{25A3B1D3-47DB-4BD3-B7AE-F208D64DE1D4}"/>
                </a:ext>
              </a:extLst>
            </p:cNvPr>
            <p:cNvSpPr/>
            <p:nvPr/>
          </p:nvSpPr>
          <p:spPr>
            <a:xfrm>
              <a:off x="5595725" y="2395849"/>
              <a:ext cx="622850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b="1" i="1" baseline="-25000" dirty="0">
                <a:latin typeface="NimbusRomDOT-Reg"/>
              </a:endParaRPr>
            </a:p>
          </p:txBody>
        </p:sp>
        <p:sp>
          <p:nvSpPr>
            <p:cNvPr id="95" name="矩形 94">
              <a:extLst>
                <a:ext uri="{FF2B5EF4-FFF2-40B4-BE49-F238E27FC236}">
                  <a16:creationId xmlns:a16="http://schemas.microsoft.com/office/drawing/2014/main" id="{2A92B355-73A4-4705-8D6D-DE9B122C21D3}"/>
                </a:ext>
              </a:extLst>
            </p:cNvPr>
            <p:cNvSpPr/>
            <p:nvPr/>
          </p:nvSpPr>
          <p:spPr>
            <a:xfrm>
              <a:off x="4972875" y="2395849"/>
              <a:ext cx="622850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b="1" i="1" baseline="-25000" dirty="0">
                <a:latin typeface="NimbusRomDOT-Reg"/>
              </a:endParaRPr>
            </a:p>
          </p:txBody>
        </p:sp>
        <p:sp>
          <p:nvSpPr>
            <p:cNvPr id="96" name="矩形 95">
              <a:extLst>
                <a:ext uri="{FF2B5EF4-FFF2-40B4-BE49-F238E27FC236}">
                  <a16:creationId xmlns:a16="http://schemas.microsoft.com/office/drawing/2014/main" id="{6D261CA4-D8B4-4F3B-BA16-C2DAE7D2EFA0}"/>
                </a:ext>
              </a:extLst>
            </p:cNvPr>
            <p:cNvSpPr/>
            <p:nvPr/>
          </p:nvSpPr>
          <p:spPr>
            <a:xfrm>
              <a:off x="6218575" y="2395849"/>
              <a:ext cx="622850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b="1" i="1" dirty="0">
                  <a:latin typeface="NimbusRomDOT-Reg"/>
                </a:rPr>
                <a:t>…</a:t>
              </a:r>
              <a:endParaRPr lang="zh-CN" altLang="en-US" b="1" i="1" baseline="-25000" dirty="0">
                <a:latin typeface="NimbusRomDOT-Reg"/>
              </a:endParaRPr>
            </a:p>
          </p:txBody>
        </p:sp>
        <p:sp>
          <p:nvSpPr>
            <p:cNvPr id="97" name="矩形 96">
              <a:extLst>
                <a:ext uri="{FF2B5EF4-FFF2-40B4-BE49-F238E27FC236}">
                  <a16:creationId xmlns:a16="http://schemas.microsoft.com/office/drawing/2014/main" id="{E9A0394C-69A8-4D45-87FA-7F6F71DDF025}"/>
                </a:ext>
              </a:extLst>
            </p:cNvPr>
            <p:cNvSpPr/>
            <p:nvPr/>
          </p:nvSpPr>
          <p:spPr>
            <a:xfrm>
              <a:off x="6841425" y="2395849"/>
              <a:ext cx="622850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b="1" i="1" baseline="-25000" dirty="0">
                <a:latin typeface="NimbusRomDOT-Reg"/>
              </a:endParaRPr>
            </a:p>
          </p:txBody>
        </p:sp>
        <p:sp>
          <p:nvSpPr>
            <p:cNvPr id="98" name="矩形 97">
              <a:extLst>
                <a:ext uri="{FF2B5EF4-FFF2-40B4-BE49-F238E27FC236}">
                  <a16:creationId xmlns:a16="http://schemas.microsoft.com/office/drawing/2014/main" id="{C5DF9027-C468-4428-BFAE-6E27C1CA5B18}"/>
                </a:ext>
              </a:extLst>
            </p:cNvPr>
            <p:cNvSpPr/>
            <p:nvPr/>
          </p:nvSpPr>
          <p:spPr>
            <a:xfrm>
              <a:off x="4350025" y="2395849"/>
              <a:ext cx="622850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b="1" i="1" baseline="-25000" dirty="0">
                <a:latin typeface="NimbusRomDOT-Reg"/>
              </a:endParaRPr>
            </a:p>
          </p:txBody>
        </p:sp>
        <p:sp>
          <p:nvSpPr>
            <p:cNvPr id="99" name="矩形 98">
              <a:extLst>
                <a:ext uri="{FF2B5EF4-FFF2-40B4-BE49-F238E27FC236}">
                  <a16:creationId xmlns:a16="http://schemas.microsoft.com/office/drawing/2014/main" id="{1544393F-576B-4D51-87CF-204C4868B2CE}"/>
                </a:ext>
              </a:extLst>
            </p:cNvPr>
            <p:cNvSpPr/>
            <p:nvPr/>
          </p:nvSpPr>
          <p:spPr>
            <a:xfrm>
              <a:off x="3727175" y="2395849"/>
              <a:ext cx="622850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b="1" i="1" baseline="-25000" dirty="0">
                <a:latin typeface="NimbusRomDOT-Reg"/>
              </a:endParaRPr>
            </a:p>
          </p:txBody>
        </p:sp>
      </p:grpSp>
      <p:grpSp>
        <p:nvGrpSpPr>
          <p:cNvPr id="104" name="组合 103">
            <a:extLst>
              <a:ext uri="{FF2B5EF4-FFF2-40B4-BE49-F238E27FC236}">
                <a16:creationId xmlns:a16="http://schemas.microsoft.com/office/drawing/2014/main" id="{115025D9-D665-4D88-99DD-9DE76553C134}"/>
              </a:ext>
            </a:extLst>
          </p:cNvPr>
          <p:cNvGrpSpPr/>
          <p:nvPr/>
        </p:nvGrpSpPr>
        <p:grpSpPr>
          <a:xfrm>
            <a:off x="3315725" y="5178111"/>
            <a:ext cx="2491400" cy="470452"/>
            <a:chOff x="2957629" y="618685"/>
            <a:chExt cx="2491400" cy="470452"/>
          </a:xfrm>
        </p:grpSpPr>
        <p:sp>
          <p:nvSpPr>
            <p:cNvPr id="38" name="矩形 37">
              <a:extLst>
                <a:ext uri="{FF2B5EF4-FFF2-40B4-BE49-F238E27FC236}">
                  <a16:creationId xmlns:a16="http://schemas.microsoft.com/office/drawing/2014/main" id="{F7D44237-4895-4295-9A6A-5F318BC428C2}"/>
                </a:ext>
              </a:extLst>
            </p:cNvPr>
            <p:cNvSpPr/>
            <p:nvPr/>
          </p:nvSpPr>
          <p:spPr>
            <a:xfrm>
              <a:off x="4826179" y="618685"/>
              <a:ext cx="622850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lvl="0" algn="ctr"/>
              <a:r>
                <a:rPr lang="en-US" altLang="zh-CN" b="1" i="1" dirty="0">
                  <a:solidFill>
                    <a:prstClr val="black"/>
                  </a:solidFill>
                  <a:latin typeface="NimbusRomDOT-Reg"/>
                  <a:cs typeface="Arial" panose="020B0604020202020204" pitchFamily="34" charset="0"/>
                </a:rPr>
                <a:t>K</a:t>
              </a:r>
              <a:r>
                <a:rPr lang="en-US" altLang="zh-CN" sz="1600" b="1" baseline="-25000" dirty="0">
                  <a:solidFill>
                    <a:prstClr val="black"/>
                  </a:solidFill>
                  <a:latin typeface="NimbusRomDOT-Reg"/>
                  <a:cs typeface="Arial" panose="020B0604020202020204" pitchFamily="34" charset="0"/>
                </a:rPr>
                <a:t>⌈</a:t>
              </a:r>
              <a:r>
                <a:rPr lang="en-US" altLang="zh-CN" sz="1600" b="1" i="1" baseline="-25000" dirty="0">
                  <a:solidFill>
                    <a:prstClr val="black"/>
                  </a:solidFill>
                  <a:latin typeface="NimbusRomDOT-Reg"/>
                  <a:cs typeface="Arial" panose="020B0604020202020204" pitchFamily="34" charset="0"/>
                </a:rPr>
                <a:t>n</a:t>
              </a:r>
              <a:r>
                <a:rPr lang="en-US" altLang="zh-CN" sz="1600" b="1" baseline="-25000" dirty="0">
                  <a:solidFill>
                    <a:prstClr val="black"/>
                  </a:solidFill>
                  <a:latin typeface="NimbusRomDOT-Reg"/>
                  <a:cs typeface="Arial" panose="020B0604020202020204" pitchFamily="34" charset="0"/>
                </a:rPr>
                <a:t>∕2⌉</a:t>
              </a:r>
              <a:endParaRPr lang="zh-CN" altLang="en-US" b="1" i="1" baseline="-25000" dirty="0">
                <a:solidFill>
                  <a:prstClr val="black"/>
                </a:solidFill>
                <a:latin typeface="NimbusRomDOT-Reg"/>
              </a:endParaRPr>
            </a:p>
          </p:txBody>
        </p:sp>
        <p:sp>
          <p:nvSpPr>
            <p:cNvPr id="39" name="矩形 38">
              <a:extLst>
                <a:ext uri="{FF2B5EF4-FFF2-40B4-BE49-F238E27FC236}">
                  <a16:creationId xmlns:a16="http://schemas.microsoft.com/office/drawing/2014/main" id="{915860EB-01D0-404B-8A42-22BFB3173C3F}"/>
                </a:ext>
              </a:extLst>
            </p:cNvPr>
            <p:cNvSpPr/>
            <p:nvPr/>
          </p:nvSpPr>
          <p:spPr>
            <a:xfrm>
              <a:off x="4203329" y="618685"/>
              <a:ext cx="622850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b="1" i="1" dirty="0">
                  <a:latin typeface="NimbusRomDOT-Reg"/>
                </a:rPr>
                <a:t>…</a:t>
              </a:r>
              <a:endParaRPr lang="zh-CN" altLang="en-US" b="1" i="1" baseline="-25000" dirty="0">
                <a:latin typeface="NimbusRomDOT-Reg"/>
              </a:endParaRPr>
            </a:p>
          </p:txBody>
        </p:sp>
        <p:sp>
          <p:nvSpPr>
            <p:cNvPr id="42" name="矩形 41">
              <a:extLst>
                <a:ext uri="{FF2B5EF4-FFF2-40B4-BE49-F238E27FC236}">
                  <a16:creationId xmlns:a16="http://schemas.microsoft.com/office/drawing/2014/main" id="{56BA56C9-CB11-41D0-967B-449C49E4E356}"/>
                </a:ext>
              </a:extLst>
            </p:cNvPr>
            <p:cNvSpPr/>
            <p:nvPr/>
          </p:nvSpPr>
          <p:spPr>
            <a:xfrm>
              <a:off x="3580479" y="618685"/>
              <a:ext cx="622850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b="1" i="1" dirty="0">
                  <a:latin typeface="NimbusRomDOT-Reg"/>
                </a:rPr>
                <a:t>K</a:t>
              </a:r>
              <a:r>
                <a:rPr lang="en-US" altLang="zh-CN" b="1" i="1" baseline="-25000" dirty="0">
                  <a:latin typeface="NimbusRomDOT-Reg"/>
                </a:rPr>
                <a:t>1</a:t>
              </a:r>
              <a:endParaRPr lang="zh-CN" altLang="en-US" b="1" i="1" baseline="-25000" dirty="0">
                <a:latin typeface="NimbusRomDOT-Reg"/>
              </a:endParaRPr>
            </a:p>
          </p:txBody>
        </p:sp>
        <p:sp>
          <p:nvSpPr>
            <p:cNvPr id="43" name="矩形 42">
              <a:extLst>
                <a:ext uri="{FF2B5EF4-FFF2-40B4-BE49-F238E27FC236}">
                  <a16:creationId xmlns:a16="http://schemas.microsoft.com/office/drawing/2014/main" id="{1CE9FC6E-EA2C-442D-915A-17BB26999E77}"/>
                </a:ext>
              </a:extLst>
            </p:cNvPr>
            <p:cNvSpPr/>
            <p:nvPr/>
          </p:nvSpPr>
          <p:spPr>
            <a:xfrm>
              <a:off x="2957629" y="618685"/>
              <a:ext cx="622850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b="1" i="1" dirty="0">
                  <a:latin typeface="NimbusRomDOT-Reg"/>
                </a:rPr>
                <a:t>P</a:t>
              </a:r>
              <a:r>
                <a:rPr lang="en-US" altLang="zh-CN" b="1" i="1" baseline="-25000" dirty="0">
                  <a:latin typeface="NimbusRomDOT-Reg"/>
                </a:rPr>
                <a:t>1</a:t>
              </a:r>
              <a:endParaRPr lang="zh-CN" altLang="en-US" b="1" i="1" baseline="-25000" dirty="0">
                <a:latin typeface="NimbusRomDOT-Reg"/>
              </a:endParaRPr>
            </a:p>
          </p:txBody>
        </p:sp>
      </p:grpSp>
      <p:grpSp>
        <p:nvGrpSpPr>
          <p:cNvPr id="103" name="组合 102">
            <a:extLst>
              <a:ext uri="{FF2B5EF4-FFF2-40B4-BE49-F238E27FC236}">
                <a16:creationId xmlns:a16="http://schemas.microsoft.com/office/drawing/2014/main" id="{9AF9D82B-F753-47BF-8F70-3CDA10C9BDED}"/>
              </a:ext>
            </a:extLst>
          </p:cNvPr>
          <p:cNvGrpSpPr/>
          <p:nvPr/>
        </p:nvGrpSpPr>
        <p:grpSpPr>
          <a:xfrm>
            <a:off x="5803638" y="5176809"/>
            <a:ext cx="3103777" cy="472316"/>
            <a:chOff x="6064734" y="598132"/>
            <a:chExt cx="3103777" cy="472316"/>
          </a:xfrm>
        </p:grpSpPr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75C84EB8-0BDE-456B-9D49-1018D12BCF1E}"/>
                </a:ext>
              </a:extLst>
            </p:cNvPr>
            <p:cNvSpPr/>
            <p:nvPr/>
          </p:nvSpPr>
          <p:spPr>
            <a:xfrm>
              <a:off x="6680439" y="598132"/>
              <a:ext cx="622850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lvl="0" algn="ctr"/>
              <a:r>
                <a:rPr lang="en-US" altLang="zh-CN" b="1" i="1" dirty="0">
                  <a:solidFill>
                    <a:prstClr val="black"/>
                  </a:solidFill>
                  <a:latin typeface="NimbusRomDOT-Reg"/>
                  <a:cs typeface="Arial" panose="020B0604020202020204" pitchFamily="34" charset="0"/>
                </a:rPr>
                <a:t>K</a:t>
              </a:r>
              <a:r>
                <a:rPr lang="en-US" altLang="zh-CN" sz="1200" b="1" baseline="-25000" dirty="0">
                  <a:solidFill>
                    <a:prstClr val="black"/>
                  </a:solidFill>
                  <a:latin typeface="NimbusRomDOT-Reg"/>
                  <a:cs typeface="Arial" panose="020B0604020202020204" pitchFamily="34" charset="0"/>
                </a:rPr>
                <a:t>⌈</a:t>
              </a:r>
              <a:r>
                <a:rPr lang="en-US" altLang="zh-CN" sz="1200" b="1" i="1" baseline="-25000" dirty="0">
                  <a:solidFill>
                    <a:prstClr val="black"/>
                  </a:solidFill>
                  <a:latin typeface="NimbusRomDOT-Reg"/>
                  <a:cs typeface="Arial" panose="020B0604020202020204" pitchFamily="34" charset="0"/>
                </a:rPr>
                <a:t>n</a:t>
              </a:r>
              <a:r>
                <a:rPr lang="en-US" altLang="zh-CN" sz="1200" b="1" baseline="-25000" dirty="0">
                  <a:solidFill>
                    <a:prstClr val="black"/>
                  </a:solidFill>
                  <a:latin typeface="NimbusRomDOT-Reg"/>
                  <a:cs typeface="Arial" panose="020B0604020202020204" pitchFamily="34" charset="0"/>
                </a:rPr>
                <a:t>∕2⌉+1</a:t>
              </a:r>
              <a:endParaRPr lang="zh-CN" altLang="en-US" b="1" i="1" baseline="-25000" dirty="0">
                <a:solidFill>
                  <a:prstClr val="black"/>
                </a:solidFill>
                <a:latin typeface="NimbusRomDOT-Reg"/>
              </a:endParaRPr>
            </a:p>
          </p:txBody>
        </p:sp>
        <p:sp>
          <p:nvSpPr>
            <p:cNvPr id="36" name="矩形 35">
              <a:extLst>
                <a:ext uri="{FF2B5EF4-FFF2-40B4-BE49-F238E27FC236}">
                  <a16:creationId xmlns:a16="http://schemas.microsoft.com/office/drawing/2014/main" id="{D7C613D4-49AF-40FB-864C-9759AC6165DE}"/>
                </a:ext>
              </a:extLst>
            </p:cNvPr>
            <p:cNvSpPr/>
            <p:nvPr/>
          </p:nvSpPr>
          <p:spPr>
            <a:xfrm>
              <a:off x="7303289" y="598132"/>
              <a:ext cx="622850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b="1" i="1" dirty="0">
                  <a:latin typeface="NimbusRomDOT-Reg"/>
                </a:rPr>
                <a:t>…</a:t>
              </a:r>
              <a:endParaRPr lang="zh-CN" altLang="en-US" b="1" i="1" baseline="-25000" dirty="0">
                <a:latin typeface="NimbusRomDOT-Reg"/>
              </a:endParaRPr>
            </a:p>
          </p:txBody>
        </p:sp>
        <p:sp>
          <p:nvSpPr>
            <p:cNvPr id="37" name="矩形 36">
              <a:extLst>
                <a:ext uri="{FF2B5EF4-FFF2-40B4-BE49-F238E27FC236}">
                  <a16:creationId xmlns:a16="http://schemas.microsoft.com/office/drawing/2014/main" id="{BAE0FDD2-86B6-4BF9-8790-9BE38BE90C43}"/>
                </a:ext>
              </a:extLst>
            </p:cNvPr>
            <p:cNvSpPr/>
            <p:nvPr/>
          </p:nvSpPr>
          <p:spPr>
            <a:xfrm>
              <a:off x="7926139" y="598132"/>
              <a:ext cx="622850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b="1" i="1" dirty="0" err="1">
                  <a:latin typeface="NimbusRomDOT-Reg"/>
                </a:rPr>
                <a:t>P</a:t>
              </a:r>
              <a:r>
                <a:rPr lang="en-US" altLang="zh-CN" b="1" i="1" baseline="-25000" dirty="0" err="1">
                  <a:latin typeface="NimbusRomDOT-Reg"/>
                </a:rPr>
                <a:t>n</a:t>
              </a:r>
              <a:endParaRPr lang="zh-CN" altLang="en-US" b="1" i="1" baseline="-25000" dirty="0">
                <a:latin typeface="NimbusRomDOT-Reg"/>
              </a:endParaRPr>
            </a:p>
          </p:txBody>
        </p:sp>
        <p:sp>
          <p:nvSpPr>
            <p:cNvPr id="41" name="矩形 40">
              <a:extLst>
                <a:ext uri="{FF2B5EF4-FFF2-40B4-BE49-F238E27FC236}">
                  <a16:creationId xmlns:a16="http://schemas.microsoft.com/office/drawing/2014/main" id="{EB756B80-49C5-44E6-8BFE-53D46C648956}"/>
                </a:ext>
              </a:extLst>
            </p:cNvPr>
            <p:cNvSpPr/>
            <p:nvPr/>
          </p:nvSpPr>
          <p:spPr>
            <a:xfrm>
              <a:off x="6064734" y="599996"/>
              <a:ext cx="622850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lvl="0" algn="ctr"/>
              <a:r>
                <a:rPr lang="en-US" altLang="zh-CN" b="1" i="1" dirty="0">
                  <a:solidFill>
                    <a:prstClr val="black"/>
                  </a:solidFill>
                  <a:latin typeface="NimbusRomDOT-Reg"/>
                  <a:cs typeface="Arial" panose="020B0604020202020204" pitchFamily="34" charset="0"/>
                </a:rPr>
                <a:t>P</a:t>
              </a:r>
              <a:r>
                <a:rPr lang="en-US" altLang="zh-CN" sz="1200" b="1" baseline="-25000" dirty="0">
                  <a:solidFill>
                    <a:prstClr val="black"/>
                  </a:solidFill>
                  <a:latin typeface="NimbusRomDOT-Reg"/>
                  <a:cs typeface="Arial" panose="020B0604020202020204" pitchFamily="34" charset="0"/>
                </a:rPr>
                <a:t>⌈</a:t>
              </a:r>
              <a:r>
                <a:rPr lang="en-US" altLang="zh-CN" sz="1200" b="1" i="1" baseline="-25000" dirty="0">
                  <a:solidFill>
                    <a:prstClr val="black"/>
                  </a:solidFill>
                  <a:latin typeface="NimbusRomDOT-Reg"/>
                  <a:cs typeface="Arial" panose="020B0604020202020204" pitchFamily="34" charset="0"/>
                </a:rPr>
                <a:t>n</a:t>
              </a:r>
              <a:r>
                <a:rPr lang="en-US" altLang="zh-CN" sz="1200" b="1" baseline="-25000" dirty="0">
                  <a:solidFill>
                    <a:prstClr val="black"/>
                  </a:solidFill>
                  <a:latin typeface="NimbusRomDOT-Reg"/>
                  <a:cs typeface="Arial" panose="020B0604020202020204" pitchFamily="34" charset="0"/>
                </a:rPr>
                <a:t>∕2⌉+1</a:t>
              </a:r>
              <a:endParaRPr lang="zh-CN" altLang="en-US" b="1" i="1" baseline="-25000" dirty="0">
                <a:solidFill>
                  <a:prstClr val="black"/>
                </a:solidFill>
                <a:latin typeface="NimbusRomDOT-Reg"/>
              </a:endParaRPr>
            </a:p>
          </p:txBody>
        </p:sp>
        <p:sp>
          <p:nvSpPr>
            <p:cNvPr id="100" name="矩形 99">
              <a:extLst>
                <a:ext uri="{FF2B5EF4-FFF2-40B4-BE49-F238E27FC236}">
                  <a16:creationId xmlns:a16="http://schemas.microsoft.com/office/drawing/2014/main" id="{59DF427C-9372-4709-974D-58BC012E3E85}"/>
                </a:ext>
              </a:extLst>
            </p:cNvPr>
            <p:cNvSpPr/>
            <p:nvPr/>
          </p:nvSpPr>
          <p:spPr>
            <a:xfrm>
              <a:off x="8545661" y="598132"/>
              <a:ext cx="622850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b="1" i="1" dirty="0" err="1">
                  <a:latin typeface="NimbusRomDOT-Reg"/>
                </a:rPr>
                <a:t>K</a:t>
              </a:r>
              <a:r>
                <a:rPr lang="en-US" altLang="zh-CN" b="1" i="1" baseline="-25000" dirty="0" err="1">
                  <a:latin typeface="NimbusRomDOT-Reg"/>
                </a:rPr>
                <a:t>n</a:t>
              </a:r>
              <a:endParaRPr lang="zh-CN" altLang="en-US" b="1" i="1" baseline="-25000" dirty="0">
                <a:latin typeface="NimbusRomDOT-Reg"/>
              </a:endParaRPr>
            </a:p>
          </p:txBody>
        </p:sp>
      </p:grpSp>
      <p:grpSp>
        <p:nvGrpSpPr>
          <p:cNvPr id="112" name="组合 111">
            <a:extLst>
              <a:ext uri="{FF2B5EF4-FFF2-40B4-BE49-F238E27FC236}">
                <a16:creationId xmlns:a16="http://schemas.microsoft.com/office/drawing/2014/main" id="{F133EF53-78CC-4CBA-9FDA-53E787023B96}"/>
              </a:ext>
            </a:extLst>
          </p:cNvPr>
          <p:cNvGrpSpPr/>
          <p:nvPr/>
        </p:nvGrpSpPr>
        <p:grpSpPr>
          <a:xfrm>
            <a:off x="384457" y="2011708"/>
            <a:ext cx="4729224" cy="466058"/>
            <a:chOff x="384457" y="2011708"/>
            <a:chExt cx="4729224" cy="466058"/>
          </a:xfrm>
        </p:grpSpPr>
        <p:sp>
          <p:nvSpPr>
            <p:cNvPr id="105" name="矩形 104">
              <a:extLst>
                <a:ext uri="{FF2B5EF4-FFF2-40B4-BE49-F238E27FC236}">
                  <a16:creationId xmlns:a16="http://schemas.microsoft.com/office/drawing/2014/main" id="{214636CF-6690-4577-9190-FDE2B17BB2FD}"/>
                </a:ext>
              </a:extLst>
            </p:cNvPr>
            <p:cNvSpPr/>
            <p:nvPr/>
          </p:nvSpPr>
          <p:spPr>
            <a:xfrm>
              <a:off x="384457" y="2016101"/>
              <a:ext cx="3888963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spcBef>
                  <a:spcPts val="200"/>
                </a:spcBef>
              </a:pPr>
              <a:r>
                <a:rPr lang="de-DE" altLang="zh-CN" sz="2400" b="1" i="1" dirty="0">
                  <a:solidFill>
                    <a:srgbClr val="00B050"/>
                  </a:solidFill>
                  <a:latin typeface="NimbusRomDOT-Reg"/>
                  <a:cs typeface="Arial" panose="020B0604020202020204" pitchFamily="34" charset="0"/>
                </a:rPr>
                <a:t>insert_in_parent(L, </a:t>
              </a:r>
              <a:r>
                <a:rPr lang="en-US" altLang="zh-CN" sz="2400" b="1" i="1" dirty="0">
                  <a:solidFill>
                    <a:srgbClr val="FF0000"/>
                  </a:solidFill>
                  <a:latin typeface="NimbusRomDOT-Reg"/>
                  <a:cs typeface="Arial" panose="020B0604020202020204" pitchFamily="34" charset="0"/>
                </a:rPr>
                <a:t>K</a:t>
              </a:r>
              <a:r>
                <a:rPr lang="en-US" altLang="zh-CN" sz="2400" b="1" baseline="-25000" dirty="0">
                  <a:solidFill>
                    <a:srgbClr val="FF0000"/>
                  </a:solidFill>
                  <a:latin typeface="NimbusRomDOT-Reg"/>
                  <a:cs typeface="Arial" panose="020B0604020202020204" pitchFamily="34" charset="0"/>
                </a:rPr>
                <a:t>⌈</a:t>
              </a:r>
              <a:r>
                <a:rPr lang="en-US" altLang="zh-CN" sz="2400" b="1" i="1" baseline="-25000" dirty="0">
                  <a:solidFill>
                    <a:srgbClr val="FF0000"/>
                  </a:solidFill>
                  <a:latin typeface="NimbusRomDOT-Reg"/>
                  <a:cs typeface="Arial" panose="020B0604020202020204" pitchFamily="34" charset="0"/>
                </a:rPr>
                <a:t>n</a:t>
              </a:r>
              <a:r>
                <a:rPr lang="en-US" altLang="zh-CN" sz="2400" b="1" baseline="-25000" dirty="0">
                  <a:solidFill>
                    <a:srgbClr val="FF0000"/>
                  </a:solidFill>
                  <a:latin typeface="NimbusRomDOT-Reg"/>
                  <a:cs typeface="Arial" panose="020B0604020202020204" pitchFamily="34" charset="0"/>
                </a:rPr>
                <a:t>∕2⌉+1</a:t>
              </a:r>
              <a:r>
                <a:rPr lang="de-DE" altLang="zh-CN" sz="2400" b="1" i="1" dirty="0">
                  <a:solidFill>
                    <a:srgbClr val="00B050"/>
                  </a:solidFill>
                  <a:latin typeface="NimbusRomDOT-Reg"/>
                  <a:cs typeface="Arial" panose="020B0604020202020204" pitchFamily="34" charset="0"/>
                </a:rPr>
                <a:t>, L′)</a:t>
              </a:r>
            </a:p>
          </p:txBody>
        </p:sp>
        <p:cxnSp>
          <p:nvCxnSpPr>
            <p:cNvPr id="106" name="连接符: 曲线 105">
              <a:extLst>
                <a:ext uri="{FF2B5EF4-FFF2-40B4-BE49-F238E27FC236}">
                  <a16:creationId xmlns:a16="http://schemas.microsoft.com/office/drawing/2014/main" id="{74A8CE5C-E6E5-42A1-B6B4-4483CE2B978C}"/>
                </a:ext>
              </a:extLst>
            </p:cNvPr>
            <p:cNvCxnSpPr>
              <a:cxnSpLocks/>
              <a:stCxn id="105" idx="3"/>
              <a:endCxn id="24" idx="1"/>
            </p:cNvCxnSpPr>
            <p:nvPr/>
          </p:nvCxnSpPr>
          <p:spPr>
            <a:xfrm flipV="1">
              <a:off x="4273420" y="2011708"/>
              <a:ext cx="840261" cy="235226"/>
            </a:xfrm>
            <a:prstGeom prst="curvedConnector3">
              <a:avLst>
                <a:gd name="adj1" fmla="val 50000"/>
              </a:avLst>
            </a:prstGeom>
            <a:ln w="25400">
              <a:solidFill>
                <a:srgbClr val="00B050"/>
              </a:solidFill>
              <a:headEnd type="oval"/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13" name="直接箭头连接符 112">
            <a:extLst>
              <a:ext uri="{FF2B5EF4-FFF2-40B4-BE49-F238E27FC236}">
                <a16:creationId xmlns:a16="http://schemas.microsoft.com/office/drawing/2014/main" id="{F876B814-A139-481F-A756-0E1A1252074A}"/>
              </a:ext>
            </a:extLst>
          </p:cNvPr>
          <p:cNvCxnSpPr>
            <a:cxnSpLocks/>
            <a:stCxn id="24" idx="2"/>
            <a:endCxn id="72" idx="0"/>
          </p:cNvCxnSpPr>
          <p:nvPr/>
        </p:nvCxnSpPr>
        <p:spPr>
          <a:xfrm rot="16200000" flipH="1">
            <a:off x="5007938" y="3046756"/>
            <a:ext cx="1911071" cy="311425"/>
          </a:xfrm>
          <a:prstGeom prst="curvedConnector3">
            <a:avLst>
              <a:gd name="adj1" fmla="val 27541"/>
            </a:avLst>
          </a:prstGeom>
          <a:ln w="25400">
            <a:solidFill>
              <a:schemeClr val="tx1"/>
            </a:solidFill>
            <a:headEnd type="oval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56566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25E-6 1.85185E-6 L -1.25E-6 0.30463 " pathEditMode="relative" rAng="0" ptsTypes="AA">
                                      <p:cBhvr>
                                        <p:cTn id="16" dur="2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52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45833E-6 -1.85185E-6 L -0.00039 -0.30393 " pathEditMode="relative" rAng="0" ptsTypes="AA">
                                      <p:cBhvr>
                                        <p:cTn id="47" dur="20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6" y="-1520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79167E-6 -1.85185E-6 L -0.20274 -0.14884 " pathEditMode="relative" rAng="0" ptsTypes="AA">
                                      <p:cBhvr>
                                        <p:cTn id="51" dur="20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0143" y="-745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/>
      <p:bldP spid="56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C82B485-330C-4F7C-AD75-86FB6EFA3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8D7C7-8B57-4D17-9D26-C35E3C226E7F}" type="datetime1">
              <a:rPr lang="zh-CN" altLang="en-US" smtClean="0"/>
              <a:t>2024/5/8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9398CB-94F3-4CE3-9880-9F79A418A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Tree Indices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98061EF-E67D-4B6D-B836-FE67DC6C8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5A79-C12E-4282-8451-1BC984B858F9}" type="slidenum">
              <a:rPr lang="zh-CN" altLang="en-US" smtClean="0"/>
              <a:t>22</a:t>
            </a:fld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5AF8DC7-9431-4614-B88D-BB62D42F618D}"/>
              </a:ext>
            </a:extLst>
          </p:cNvPr>
          <p:cNvSpPr/>
          <p:nvPr/>
        </p:nvSpPr>
        <p:spPr>
          <a:xfrm>
            <a:off x="534993" y="1827678"/>
            <a:ext cx="10108163" cy="26930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spcBef>
                <a:spcPts val="600"/>
              </a:spcBef>
              <a:buFont typeface="+mj-lt"/>
              <a:buAutoNum type="arabicPeriod"/>
            </a:pPr>
            <a:r>
              <a:rPr lang="en-US" altLang="zh-CN" sz="2400" b="1" dirty="0">
                <a:latin typeface="NimbusRomDOT-Reg"/>
              </a:rPr>
              <a:t>procedure</a:t>
            </a:r>
            <a:r>
              <a:rPr lang="en-US" altLang="zh-CN" sz="2400" dirty="0">
                <a:latin typeface="NimbusRomDOT-Reg"/>
              </a:rPr>
              <a:t> </a:t>
            </a:r>
            <a:r>
              <a:rPr lang="en-US" altLang="zh-CN" sz="2400" b="1" i="1" dirty="0" err="1">
                <a:solidFill>
                  <a:srgbClr val="00B050"/>
                </a:solidFill>
                <a:latin typeface="NimbusRomDOT-Reg"/>
              </a:rPr>
              <a:t>insert_in_leaf</a:t>
            </a:r>
            <a:r>
              <a:rPr lang="en-US" altLang="zh-CN" sz="2400" b="1" i="1" dirty="0">
                <a:solidFill>
                  <a:srgbClr val="00B050"/>
                </a:solidFill>
                <a:latin typeface="NimbusRomDOT-Reg"/>
              </a:rPr>
              <a:t> </a:t>
            </a:r>
            <a:r>
              <a:rPr lang="en-US" altLang="zh-CN" sz="2400" dirty="0">
                <a:latin typeface="NimbusRomDOT-Reg"/>
              </a:rPr>
              <a:t>(</a:t>
            </a:r>
            <a:r>
              <a:rPr lang="en-US" altLang="zh-CN" sz="2400" i="1" dirty="0">
                <a:latin typeface="NimbusRomDOT-Reg"/>
              </a:rPr>
              <a:t>node L</a:t>
            </a:r>
            <a:r>
              <a:rPr lang="en-US" altLang="zh-CN" sz="2400" dirty="0">
                <a:latin typeface="NimbusRomDOT-Reg"/>
              </a:rPr>
              <a:t>, </a:t>
            </a:r>
            <a:r>
              <a:rPr lang="en-US" altLang="zh-CN" sz="2400" i="1" dirty="0">
                <a:latin typeface="NimbusRomDOT-Reg"/>
              </a:rPr>
              <a:t>value K</a:t>
            </a:r>
            <a:r>
              <a:rPr lang="en-US" altLang="zh-CN" sz="2400" dirty="0">
                <a:latin typeface="NimbusRomDOT-Reg"/>
              </a:rPr>
              <a:t>, </a:t>
            </a:r>
            <a:r>
              <a:rPr lang="en-US" altLang="zh-CN" sz="2400" i="1" dirty="0">
                <a:latin typeface="NimbusRomDOT-Reg"/>
              </a:rPr>
              <a:t>pointer P</a:t>
            </a:r>
            <a:r>
              <a:rPr lang="en-US" altLang="zh-CN" sz="2400" dirty="0">
                <a:latin typeface="NimbusRomDOT-Reg"/>
              </a:rPr>
              <a:t>)</a:t>
            </a:r>
          </a:p>
          <a:p>
            <a:pPr marL="457200" indent="-457200">
              <a:spcBef>
                <a:spcPts val="600"/>
              </a:spcBef>
              <a:buFont typeface="+mj-lt"/>
              <a:buAutoNum type="arabicPeriod"/>
            </a:pPr>
            <a:r>
              <a:rPr lang="en-US" altLang="zh-CN" sz="2400" dirty="0">
                <a:latin typeface="NimbusRomDOT-Reg"/>
              </a:rPr>
              <a:t>        </a:t>
            </a:r>
            <a:r>
              <a:rPr lang="en-US" altLang="zh-CN" sz="2400" b="1" dirty="0">
                <a:latin typeface="NimbusRomDOT-Reg"/>
              </a:rPr>
              <a:t>if</a:t>
            </a:r>
            <a:r>
              <a:rPr lang="en-US" altLang="zh-CN" sz="2400" dirty="0">
                <a:latin typeface="NimbusRomDOT-Reg"/>
              </a:rPr>
              <a:t> (</a:t>
            </a:r>
            <a:r>
              <a:rPr lang="en-US" altLang="zh-CN" sz="2400" i="1" dirty="0">
                <a:latin typeface="NimbusRomDOT-Reg"/>
              </a:rPr>
              <a:t>K &lt; L.K</a:t>
            </a:r>
            <a:r>
              <a:rPr lang="en-US" altLang="zh-CN" sz="2400" baseline="-25000" dirty="0">
                <a:latin typeface="NimbusRomDOT-Reg"/>
              </a:rPr>
              <a:t>1</a:t>
            </a:r>
            <a:r>
              <a:rPr lang="en-US" altLang="zh-CN" sz="2400" dirty="0">
                <a:latin typeface="NimbusRomDOT-Reg"/>
              </a:rPr>
              <a:t>) </a:t>
            </a:r>
            <a:r>
              <a:rPr lang="en-US" altLang="zh-CN" sz="2400" b="1" dirty="0">
                <a:latin typeface="NimbusRomDOT-Reg"/>
              </a:rPr>
              <a:t>then</a:t>
            </a:r>
            <a:r>
              <a:rPr lang="en-US" altLang="zh-CN" sz="2400" dirty="0">
                <a:latin typeface="NimbusRomDOT-Reg"/>
              </a:rPr>
              <a:t> insert (</a:t>
            </a:r>
            <a:r>
              <a:rPr lang="en-US" altLang="zh-CN" sz="2400" i="1" dirty="0">
                <a:latin typeface="NimbusRomDOT-Reg"/>
              </a:rPr>
              <a:t>P</a:t>
            </a:r>
            <a:r>
              <a:rPr lang="en-US" altLang="zh-CN" sz="2400" dirty="0">
                <a:latin typeface="NimbusRomDOT-Reg"/>
              </a:rPr>
              <a:t>, </a:t>
            </a:r>
            <a:r>
              <a:rPr lang="en-US" altLang="zh-CN" sz="2400" i="1" dirty="0">
                <a:latin typeface="NimbusRomDOT-Reg"/>
              </a:rPr>
              <a:t>K) </a:t>
            </a:r>
            <a:r>
              <a:rPr lang="en-US" altLang="zh-CN" sz="2400" dirty="0">
                <a:latin typeface="NimbusRomDOT-Reg"/>
              </a:rPr>
              <a:t>into </a:t>
            </a:r>
            <a:r>
              <a:rPr lang="en-US" altLang="zh-CN" sz="2400" i="1" dirty="0">
                <a:latin typeface="NimbusRomDOT-Reg"/>
              </a:rPr>
              <a:t>L </a:t>
            </a:r>
            <a:r>
              <a:rPr lang="en-US" altLang="zh-CN" sz="2400" dirty="0">
                <a:latin typeface="NimbusRomDOT-Reg"/>
              </a:rPr>
              <a:t>just before </a:t>
            </a:r>
            <a:r>
              <a:rPr lang="en-US" altLang="zh-CN" sz="2400" i="1" dirty="0">
                <a:latin typeface="NimbusRomDOT-Reg"/>
              </a:rPr>
              <a:t>L.P</a:t>
            </a:r>
            <a:r>
              <a:rPr lang="en-US" altLang="zh-CN" sz="2400" baseline="-25000" dirty="0">
                <a:latin typeface="NimbusRomDOT-Reg"/>
              </a:rPr>
              <a:t>1</a:t>
            </a:r>
          </a:p>
          <a:p>
            <a:pPr marL="457200" indent="-457200">
              <a:spcBef>
                <a:spcPts val="600"/>
              </a:spcBef>
              <a:buFont typeface="+mj-lt"/>
              <a:buAutoNum type="arabicPeriod"/>
            </a:pPr>
            <a:r>
              <a:rPr lang="en-US" altLang="zh-CN" sz="2400" dirty="0">
                <a:latin typeface="NimbusRomDOT-Reg"/>
              </a:rPr>
              <a:t>        </a:t>
            </a:r>
            <a:r>
              <a:rPr lang="en-US" altLang="zh-CN" sz="2400" b="1" dirty="0">
                <a:latin typeface="NimbusRomDOT-Reg"/>
              </a:rPr>
              <a:t>else</a:t>
            </a:r>
            <a:r>
              <a:rPr lang="en-US" altLang="zh-CN" sz="2400" dirty="0">
                <a:latin typeface="NimbusRomDOT-Reg"/>
              </a:rPr>
              <a:t> </a:t>
            </a:r>
            <a:r>
              <a:rPr lang="en-US" altLang="zh-CN" sz="2400" b="1" dirty="0">
                <a:latin typeface="NimbusRomDOT-Reg"/>
              </a:rPr>
              <a:t>begin</a:t>
            </a:r>
          </a:p>
          <a:p>
            <a:pPr marL="457200" indent="-457200">
              <a:spcBef>
                <a:spcPts val="600"/>
              </a:spcBef>
              <a:buFont typeface="+mj-lt"/>
              <a:buAutoNum type="arabicPeriod"/>
            </a:pPr>
            <a:r>
              <a:rPr lang="en-US" altLang="zh-CN" sz="2400" dirty="0">
                <a:latin typeface="NimbusRomDOT-Reg"/>
              </a:rPr>
              <a:t>                Let </a:t>
            </a:r>
            <a:r>
              <a:rPr lang="en-US" altLang="zh-CN" sz="2400" i="1" dirty="0">
                <a:latin typeface="NimbusRomDOT-Reg"/>
              </a:rPr>
              <a:t>K</a:t>
            </a:r>
            <a:r>
              <a:rPr lang="en-US" altLang="zh-CN" sz="2400" i="1" baseline="-25000" dirty="0">
                <a:latin typeface="NimbusRomDOT-Reg"/>
              </a:rPr>
              <a:t>i</a:t>
            </a:r>
            <a:r>
              <a:rPr lang="en-US" altLang="zh-CN" sz="2400" i="1" dirty="0">
                <a:latin typeface="NimbusRomDOT-Reg"/>
              </a:rPr>
              <a:t> </a:t>
            </a:r>
            <a:r>
              <a:rPr lang="en-US" altLang="zh-CN" sz="2400" dirty="0">
                <a:latin typeface="NimbusRomDOT-Reg"/>
              </a:rPr>
              <a:t>be the highest value in </a:t>
            </a:r>
            <a:r>
              <a:rPr lang="en-US" altLang="zh-CN" sz="2400" i="1" dirty="0">
                <a:latin typeface="NimbusRomDOT-Reg"/>
              </a:rPr>
              <a:t>L </a:t>
            </a:r>
            <a:r>
              <a:rPr lang="en-US" altLang="zh-CN" sz="2400" dirty="0">
                <a:latin typeface="NimbusRomDOT-Reg"/>
              </a:rPr>
              <a:t>that is less than or equal to </a:t>
            </a:r>
            <a:r>
              <a:rPr lang="en-US" altLang="zh-CN" sz="2400" i="1" dirty="0">
                <a:latin typeface="NimbusRomDOT-Reg"/>
              </a:rPr>
              <a:t>K</a:t>
            </a:r>
          </a:p>
          <a:p>
            <a:pPr marL="457200" indent="-457200">
              <a:spcBef>
                <a:spcPts val="600"/>
              </a:spcBef>
              <a:buFont typeface="+mj-lt"/>
              <a:buAutoNum type="arabicPeriod"/>
            </a:pPr>
            <a:r>
              <a:rPr lang="en-US" altLang="zh-CN" sz="2400" dirty="0">
                <a:latin typeface="NimbusRomDOT-Reg"/>
              </a:rPr>
              <a:t>                Insert (</a:t>
            </a:r>
            <a:r>
              <a:rPr lang="en-US" altLang="zh-CN" sz="2400" i="1" dirty="0">
                <a:latin typeface="NimbusRomDOT-Reg"/>
              </a:rPr>
              <a:t>P</a:t>
            </a:r>
            <a:r>
              <a:rPr lang="en-US" altLang="zh-CN" sz="2400" dirty="0">
                <a:latin typeface="NimbusRomDOT-Reg"/>
              </a:rPr>
              <a:t>, </a:t>
            </a:r>
            <a:r>
              <a:rPr lang="en-US" altLang="zh-CN" sz="2400" i="1" dirty="0">
                <a:latin typeface="NimbusRomDOT-Reg"/>
              </a:rPr>
              <a:t>K) </a:t>
            </a:r>
            <a:r>
              <a:rPr lang="en-US" altLang="zh-CN" sz="2400" dirty="0">
                <a:latin typeface="NimbusRomDOT-Reg"/>
              </a:rPr>
              <a:t>into </a:t>
            </a:r>
            <a:r>
              <a:rPr lang="en-US" altLang="zh-CN" sz="2400" i="1" dirty="0">
                <a:latin typeface="NimbusRomDOT-Reg"/>
              </a:rPr>
              <a:t>L </a:t>
            </a:r>
            <a:r>
              <a:rPr lang="en-US" altLang="zh-CN" sz="2400" dirty="0">
                <a:latin typeface="NimbusRomDOT-Reg"/>
              </a:rPr>
              <a:t>just after </a:t>
            </a:r>
            <a:r>
              <a:rPr lang="en-US" altLang="zh-CN" sz="2400" i="1" dirty="0" err="1">
                <a:latin typeface="NimbusRomDOT-Reg"/>
              </a:rPr>
              <a:t>L.K</a:t>
            </a:r>
            <a:r>
              <a:rPr lang="en-US" altLang="zh-CN" sz="2400" i="1" baseline="-25000" dirty="0" err="1">
                <a:latin typeface="NimbusRomDOT-Reg"/>
              </a:rPr>
              <a:t>i</a:t>
            </a:r>
            <a:endParaRPr lang="en-US" altLang="zh-CN" sz="2400" i="1" baseline="-25000" dirty="0">
              <a:latin typeface="NimbusRomDOT-Reg"/>
            </a:endParaRPr>
          </a:p>
          <a:p>
            <a:pPr marL="457200" indent="-457200">
              <a:spcBef>
                <a:spcPts val="600"/>
              </a:spcBef>
              <a:buFont typeface="+mj-lt"/>
              <a:buAutoNum type="arabicPeriod"/>
            </a:pPr>
            <a:r>
              <a:rPr lang="en-US" altLang="zh-CN" sz="2400" dirty="0">
                <a:latin typeface="NimbusRomDOT-Reg"/>
              </a:rPr>
              <a:t>        </a:t>
            </a:r>
            <a:r>
              <a:rPr lang="en-US" altLang="zh-CN" sz="2400" b="1" dirty="0">
                <a:latin typeface="NimbusRomDOT-Reg"/>
              </a:rPr>
              <a:t>end</a:t>
            </a:r>
            <a:endParaRPr lang="zh-CN" altLang="en-US" sz="2400" b="1" dirty="0">
              <a:latin typeface="NimbusRomDOT-Reg"/>
            </a:endParaRPr>
          </a:p>
        </p:txBody>
      </p:sp>
    </p:spTree>
    <p:extLst>
      <p:ext uri="{BB962C8B-B14F-4D97-AF65-F5344CB8AC3E}">
        <p14:creationId xmlns:p14="http://schemas.microsoft.com/office/powerpoint/2010/main" val="59391850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C82B485-330C-4F7C-AD75-86FB6EFA3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1F7766-0CA3-4ED6-968C-1A634289AEA7}" type="datetime1">
              <a:rPr lang="zh-CN" altLang="en-US" smtClean="0"/>
              <a:t>2024/5/8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9398CB-94F3-4CE3-9880-9F79A418A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Tree Indices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98061EF-E67D-4B6D-B836-FE67DC6C8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5A79-C12E-4282-8451-1BC984B858F9}" type="slidenum">
              <a:rPr lang="zh-CN" altLang="en-US" smtClean="0"/>
              <a:t>23</a:t>
            </a:fld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0DA9F51-EE2F-4E9E-AC0E-F747BF141528}"/>
              </a:ext>
            </a:extLst>
          </p:cNvPr>
          <p:cNvSpPr/>
          <p:nvPr/>
        </p:nvSpPr>
        <p:spPr>
          <a:xfrm>
            <a:off x="176504" y="34567"/>
            <a:ext cx="11838992" cy="65043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spcBef>
                <a:spcPts val="400"/>
              </a:spcBef>
              <a:buFont typeface="+mj-lt"/>
              <a:buAutoNum type="arabicPeriod"/>
            </a:pPr>
            <a:r>
              <a:rPr lang="en-US" altLang="zh-CN" sz="2000" b="1" dirty="0">
                <a:latin typeface="NimbusRomDOT-Reg"/>
              </a:rPr>
              <a:t>procedure</a:t>
            </a:r>
            <a:r>
              <a:rPr lang="en-US" altLang="zh-CN" sz="2000" dirty="0">
                <a:latin typeface="NimbusRomDOT-Reg"/>
              </a:rPr>
              <a:t> </a:t>
            </a:r>
            <a:r>
              <a:rPr lang="en-US" altLang="zh-CN" sz="2000" i="1" dirty="0" err="1">
                <a:latin typeface="NimbusRomDOT-Reg"/>
              </a:rPr>
              <a:t>insert_in_parent</a:t>
            </a:r>
            <a:r>
              <a:rPr lang="en-US" altLang="zh-CN" sz="2000" dirty="0">
                <a:latin typeface="NimbusRomDOT-Reg"/>
              </a:rPr>
              <a:t>(</a:t>
            </a:r>
            <a:r>
              <a:rPr lang="en-US" altLang="zh-CN" sz="2000" i="1" dirty="0">
                <a:latin typeface="NimbusRomDOT-Reg"/>
              </a:rPr>
              <a:t>node </a:t>
            </a:r>
            <a:r>
              <a:rPr lang="en-US" altLang="zh-CN" sz="2000" b="1" i="1" dirty="0">
                <a:solidFill>
                  <a:srgbClr val="FF0000"/>
                </a:solidFill>
                <a:latin typeface="NimbusRomDOT-Reg"/>
              </a:rPr>
              <a:t>N</a:t>
            </a:r>
            <a:r>
              <a:rPr lang="en-US" altLang="zh-CN" sz="2000" dirty="0">
                <a:latin typeface="NimbusRomDOT-Reg"/>
              </a:rPr>
              <a:t>, </a:t>
            </a:r>
            <a:r>
              <a:rPr lang="en-US" altLang="zh-CN" sz="2000" i="1" dirty="0">
                <a:latin typeface="NimbusRomDOT-Reg"/>
              </a:rPr>
              <a:t>value </a:t>
            </a:r>
            <a:r>
              <a:rPr lang="en-US" altLang="zh-CN" sz="2000" b="1" i="1" dirty="0">
                <a:solidFill>
                  <a:srgbClr val="FF0000"/>
                </a:solidFill>
                <a:latin typeface="NimbusRomDOT-Reg"/>
              </a:rPr>
              <a:t>K</a:t>
            </a:r>
            <a:r>
              <a:rPr lang="en-US" altLang="zh-CN" sz="2000" b="1" dirty="0">
                <a:solidFill>
                  <a:srgbClr val="FF0000"/>
                </a:solidFill>
                <a:latin typeface="NimbusRomDOT-Reg"/>
              </a:rPr>
              <a:t>′</a:t>
            </a:r>
            <a:r>
              <a:rPr lang="en-US" altLang="zh-CN" sz="2000" dirty="0">
                <a:latin typeface="NimbusRomDOT-Reg"/>
              </a:rPr>
              <a:t>, </a:t>
            </a:r>
            <a:r>
              <a:rPr lang="en-US" altLang="zh-CN" sz="2000" i="1" dirty="0">
                <a:latin typeface="NimbusRomDOT-Reg"/>
              </a:rPr>
              <a:t>node </a:t>
            </a:r>
            <a:r>
              <a:rPr lang="en-US" altLang="zh-CN" sz="2000" b="1" i="1" dirty="0">
                <a:solidFill>
                  <a:srgbClr val="FF0000"/>
                </a:solidFill>
                <a:latin typeface="NimbusRomDOT-Reg"/>
              </a:rPr>
              <a:t>N</a:t>
            </a:r>
            <a:r>
              <a:rPr lang="en-US" altLang="zh-CN" sz="2000" b="1" dirty="0">
                <a:solidFill>
                  <a:srgbClr val="FF0000"/>
                </a:solidFill>
                <a:latin typeface="NimbusRomDOT-Reg"/>
              </a:rPr>
              <a:t>′</a:t>
            </a:r>
            <a:r>
              <a:rPr lang="en-US" altLang="zh-CN" sz="2000" dirty="0">
                <a:latin typeface="NimbusRomDOT-Reg"/>
              </a:rPr>
              <a:t>)</a:t>
            </a:r>
          </a:p>
          <a:p>
            <a:pPr marL="457200" indent="-457200">
              <a:spcBef>
                <a:spcPts val="400"/>
              </a:spcBef>
              <a:buFont typeface="+mj-lt"/>
              <a:buAutoNum type="arabicPeriod"/>
            </a:pPr>
            <a:r>
              <a:rPr lang="en-US" altLang="zh-CN" sz="2000" dirty="0">
                <a:latin typeface="NimbusRomDOT-Reg"/>
              </a:rPr>
              <a:t>        </a:t>
            </a:r>
            <a:r>
              <a:rPr lang="en-US" altLang="zh-CN" sz="2000" b="1" dirty="0">
                <a:latin typeface="NimbusRomDOT-Reg"/>
              </a:rPr>
              <a:t>if</a:t>
            </a:r>
            <a:r>
              <a:rPr lang="en-US" altLang="zh-CN" sz="2000" dirty="0">
                <a:latin typeface="NimbusRomDOT-Reg"/>
              </a:rPr>
              <a:t> (</a:t>
            </a:r>
            <a:r>
              <a:rPr lang="en-US" altLang="zh-CN" sz="2000" i="1" dirty="0">
                <a:latin typeface="NimbusRomDOT-Reg"/>
              </a:rPr>
              <a:t>N </a:t>
            </a:r>
            <a:r>
              <a:rPr lang="en-US" altLang="zh-CN" sz="2000" dirty="0">
                <a:latin typeface="NimbusRomDOT-Reg"/>
              </a:rPr>
              <a:t>is the root of the tree) </a:t>
            </a:r>
            <a:r>
              <a:rPr lang="en-US" altLang="zh-CN" sz="2000" b="1" dirty="0">
                <a:latin typeface="NimbusRomDOT-Reg"/>
              </a:rPr>
              <a:t>then</a:t>
            </a:r>
            <a:r>
              <a:rPr lang="en-US" altLang="zh-CN" sz="2000" dirty="0">
                <a:latin typeface="NimbusRomDOT-Reg"/>
              </a:rPr>
              <a:t> </a:t>
            </a:r>
            <a:r>
              <a:rPr lang="en-US" altLang="zh-CN" sz="2000" b="1" dirty="0">
                <a:latin typeface="NimbusRomDOT-Reg"/>
              </a:rPr>
              <a:t>begin</a:t>
            </a:r>
          </a:p>
          <a:p>
            <a:pPr marL="457200" indent="-457200">
              <a:spcBef>
                <a:spcPts val="400"/>
              </a:spcBef>
              <a:buFont typeface="+mj-lt"/>
              <a:buAutoNum type="arabicPeriod"/>
            </a:pPr>
            <a:r>
              <a:rPr lang="en-US" altLang="zh-CN" sz="2000" dirty="0">
                <a:latin typeface="NimbusRomDOT-Reg"/>
              </a:rPr>
              <a:t>                                                                   Create a new node </a:t>
            </a:r>
            <a:r>
              <a:rPr lang="en-US" altLang="zh-CN" sz="2000" b="1" i="1" dirty="0">
                <a:solidFill>
                  <a:srgbClr val="FF0000"/>
                </a:solidFill>
                <a:latin typeface="NimbusRomDOT-Reg"/>
              </a:rPr>
              <a:t>R</a:t>
            </a:r>
            <a:r>
              <a:rPr lang="en-US" altLang="zh-CN" sz="2000" i="1" dirty="0">
                <a:latin typeface="NimbusRomDOT-Reg"/>
              </a:rPr>
              <a:t> </a:t>
            </a:r>
            <a:r>
              <a:rPr lang="en-US" altLang="zh-CN" sz="2000" dirty="0">
                <a:latin typeface="NimbusRomDOT-Reg"/>
              </a:rPr>
              <a:t>containing (</a:t>
            </a:r>
            <a:r>
              <a:rPr lang="en-US" altLang="zh-CN" sz="2000" i="1" dirty="0">
                <a:latin typeface="NimbusRomDOT-Reg"/>
              </a:rPr>
              <a:t>N</a:t>
            </a:r>
            <a:r>
              <a:rPr lang="en-US" altLang="zh-CN" sz="2000" dirty="0">
                <a:latin typeface="NimbusRomDOT-Reg"/>
              </a:rPr>
              <a:t>, </a:t>
            </a:r>
            <a:r>
              <a:rPr lang="en-US" altLang="zh-CN" sz="2000" i="1" dirty="0">
                <a:latin typeface="NimbusRomDOT-Reg"/>
              </a:rPr>
              <a:t>K</a:t>
            </a:r>
            <a:r>
              <a:rPr lang="en-US" altLang="zh-CN" sz="2000" dirty="0">
                <a:latin typeface="NimbusRomDOT-Reg"/>
              </a:rPr>
              <a:t>′, </a:t>
            </a:r>
            <a:r>
              <a:rPr lang="en-US" altLang="zh-CN" sz="2000" i="1" dirty="0">
                <a:latin typeface="NimbusRomDOT-Reg"/>
              </a:rPr>
              <a:t>N</a:t>
            </a:r>
            <a:r>
              <a:rPr lang="en-US" altLang="zh-CN" sz="2000" dirty="0">
                <a:latin typeface="NimbusRomDOT-Reg"/>
              </a:rPr>
              <a:t>′) </a:t>
            </a:r>
            <a:r>
              <a:rPr lang="en-US" altLang="zh-CN" sz="2000" dirty="0">
                <a:solidFill>
                  <a:schemeClr val="bg1">
                    <a:lumMod val="85000"/>
                  </a:schemeClr>
                </a:solidFill>
                <a:latin typeface="NimbusRomDOT-Reg"/>
              </a:rPr>
              <a:t>/* </a:t>
            </a:r>
            <a:r>
              <a:rPr lang="en-US" altLang="zh-CN" sz="2000" i="1" dirty="0">
                <a:solidFill>
                  <a:schemeClr val="bg1">
                    <a:lumMod val="85000"/>
                  </a:schemeClr>
                </a:solidFill>
                <a:latin typeface="NimbusRomDOT-Reg"/>
              </a:rPr>
              <a:t>N </a:t>
            </a:r>
            <a:r>
              <a:rPr lang="en-US" altLang="zh-CN" sz="2000" dirty="0">
                <a:solidFill>
                  <a:schemeClr val="bg1">
                    <a:lumMod val="85000"/>
                  </a:schemeClr>
                </a:solidFill>
                <a:latin typeface="NimbusRomDOT-Reg"/>
              </a:rPr>
              <a:t>and </a:t>
            </a:r>
            <a:r>
              <a:rPr lang="en-US" altLang="zh-CN" sz="2000" i="1" dirty="0">
                <a:solidFill>
                  <a:schemeClr val="bg1">
                    <a:lumMod val="85000"/>
                  </a:schemeClr>
                </a:solidFill>
                <a:latin typeface="NimbusRomDOT-Reg"/>
              </a:rPr>
              <a:t>N</a:t>
            </a:r>
            <a:r>
              <a:rPr lang="en-US" altLang="zh-CN" sz="2000" dirty="0">
                <a:solidFill>
                  <a:schemeClr val="bg1">
                    <a:lumMod val="85000"/>
                  </a:schemeClr>
                </a:solidFill>
                <a:latin typeface="NimbusRomDOT-Reg"/>
              </a:rPr>
              <a:t>′ are pointers */</a:t>
            </a:r>
          </a:p>
          <a:p>
            <a:pPr marL="457200" indent="-457200">
              <a:spcBef>
                <a:spcPts val="400"/>
              </a:spcBef>
              <a:buFont typeface="+mj-lt"/>
              <a:buAutoNum type="arabicPeriod"/>
            </a:pPr>
            <a:r>
              <a:rPr lang="en-US" altLang="zh-CN" sz="2000" dirty="0">
                <a:latin typeface="NimbusRomDOT-Reg"/>
              </a:rPr>
              <a:t>                                                                   Make </a:t>
            </a:r>
            <a:r>
              <a:rPr lang="en-US" altLang="zh-CN" sz="2000" b="1" i="1" dirty="0">
                <a:solidFill>
                  <a:srgbClr val="FF0000"/>
                </a:solidFill>
                <a:latin typeface="NimbusRomDOT-Reg"/>
              </a:rPr>
              <a:t>R</a:t>
            </a:r>
            <a:r>
              <a:rPr lang="en-US" altLang="zh-CN" sz="2000" i="1" dirty="0">
                <a:latin typeface="NimbusRomDOT-Reg"/>
              </a:rPr>
              <a:t> </a:t>
            </a:r>
            <a:r>
              <a:rPr lang="en-US" altLang="zh-CN" sz="2000" dirty="0">
                <a:latin typeface="NimbusRomDOT-Reg"/>
              </a:rPr>
              <a:t>the root of the tree</a:t>
            </a:r>
          </a:p>
          <a:p>
            <a:pPr marL="457200" indent="-457200">
              <a:spcBef>
                <a:spcPts val="400"/>
              </a:spcBef>
              <a:buFont typeface="+mj-lt"/>
              <a:buAutoNum type="arabicPeriod"/>
            </a:pPr>
            <a:r>
              <a:rPr lang="en-US" altLang="zh-CN" sz="2000" dirty="0">
                <a:latin typeface="NimbusRomDOT-Reg"/>
              </a:rPr>
              <a:t>                                                                   </a:t>
            </a:r>
            <a:r>
              <a:rPr lang="en-US" altLang="zh-CN" sz="2000" b="1" dirty="0">
                <a:latin typeface="NimbusRomDOT-Reg"/>
              </a:rPr>
              <a:t>return</a:t>
            </a:r>
          </a:p>
          <a:p>
            <a:pPr marL="457200" indent="-457200">
              <a:spcBef>
                <a:spcPts val="400"/>
              </a:spcBef>
              <a:buFont typeface="+mj-lt"/>
              <a:buAutoNum type="arabicPeriod"/>
            </a:pPr>
            <a:r>
              <a:rPr lang="en-US" altLang="zh-CN" sz="2000" dirty="0">
                <a:latin typeface="NimbusRomDOT-Reg"/>
              </a:rPr>
              <a:t>                                                                   </a:t>
            </a:r>
            <a:r>
              <a:rPr lang="en-US" altLang="zh-CN" sz="2000" b="1" dirty="0">
                <a:latin typeface="NimbusRomDOT-Reg"/>
              </a:rPr>
              <a:t>end</a:t>
            </a:r>
          </a:p>
          <a:p>
            <a:pPr marL="457200" indent="-457200">
              <a:spcBef>
                <a:spcPts val="400"/>
              </a:spcBef>
              <a:buFont typeface="+mj-lt"/>
              <a:buAutoNum type="arabicPeriod"/>
            </a:pPr>
            <a:r>
              <a:rPr lang="en-US" altLang="zh-CN" sz="2000" dirty="0">
                <a:latin typeface="NimbusRomDOT-Reg"/>
              </a:rPr>
              <a:t>        Let </a:t>
            </a:r>
            <a:r>
              <a:rPr lang="en-US" altLang="zh-CN" sz="2000" i="1" dirty="0">
                <a:latin typeface="NimbusRomDOT-Reg"/>
              </a:rPr>
              <a:t>P </a:t>
            </a:r>
            <a:r>
              <a:rPr lang="en-US" altLang="zh-CN" sz="2000" dirty="0">
                <a:latin typeface="NimbusRomDOT-Reg"/>
              </a:rPr>
              <a:t>= </a:t>
            </a:r>
            <a:r>
              <a:rPr lang="en-US" altLang="zh-CN" sz="2000" b="1" i="1" dirty="0">
                <a:solidFill>
                  <a:srgbClr val="00B050"/>
                </a:solidFill>
                <a:latin typeface="NimbusRomDOT-Reg"/>
              </a:rPr>
              <a:t>parent (N)</a:t>
            </a:r>
          </a:p>
          <a:p>
            <a:pPr marL="457200" indent="-457200">
              <a:spcBef>
                <a:spcPts val="400"/>
              </a:spcBef>
              <a:buFont typeface="+mj-lt"/>
              <a:buAutoNum type="arabicPeriod"/>
            </a:pPr>
            <a:r>
              <a:rPr lang="en-US" altLang="zh-CN" sz="2000" dirty="0">
                <a:latin typeface="NimbusRomDOT-Reg"/>
              </a:rPr>
              <a:t>        </a:t>
            </a:r>
            <a:r>
              <a:rPr lang="en-US" altLang="zh-CN" sz="2000" b="1" dirty="0">
                <a:latin typeface="NimbusRomDOT-Reg"/>
              </a:rPr>
              <a:t>if</a:t>
            </a:r>
            <a:r>
              <a:rPr lang="en-US" altLang="zh-CN" sz="2000" dirty="0">
                <a:latin typeface="NimbusRomDOT-Reg"/>
              </a:rPr>
              <a:t> (</a:t>
            </a:r>
            <a:r>
              <a:rPr lang="en-US" altLang="zh-CN" sz="2000" i="1" dirty="0">
                <a:latin typeface="NimbusRomDOT-Reg"/>
              </a:rPr>
              <a:t>P </a:t>
            </a:r>
            <a:r>
              <a:rPr lang="en-US" altLang="zh-CN" sz="2000" dirty="0">
                <a:latin typeface="NimbusRomDOT-Reg"/>
              </a:rPr>
              <a:t>has less than </a:t>
            </a:r>
            <a:r>
              <a:rPr lang="en-US" altLang="zh-CN" sz="2000" i="1" dirty="0">
                <a:latin typeface="NimbusRomDOT-Reg"/>
              </a:rPr>
              <a:t>n </a:t>
            </a:r>
            <a:r>
              <a:rPr lang="en-US" altLang="zh-CN" sz="2000" dirty="0">
                <a:latin typeface="NimbusRomDOT-Reg"/>
              </a:rPr>
              <a:t>pointers) </a:t>
            </a:r>
            <a:r>
              <a:rPr lang="en-US" altLang="zh-CN" sz="2000" b="1" dirty="0">
                <a:latin typeface="NimbusRomDOT-Reg"/>
              </a:rPr>
              <a:t>then</a:t>
            </a:r>
            <a:r>
              <a:rPr lang="en-US" altLang="zh-CN" sz="2000" dirty="0">
                <a:latin typeface="NimbusRomDOT-Reg"/>
              </a:rPr>
              <a:t> insert (</a:t>
            </a:r>
            <a:r>
              <a:rPr lang="en-US" altLang="zh-CN" sz="2000" i="1" dirty="0">
                <a:latin typeface="NimbusRomDOT-Reg"/>
              </a:rPr>
              <a:t>K</a:t>
            </a:r>
            <a:r>
              <a:rPr lang="en-US" altLang="zh-CN" sz="2000" dirty="0">
                <a:latin typeface="NimbusRomDOT-Reg"/>
              </a:rPr>
              <a:t>′, </a:t>
            </a:r>
            <a:r>
              <a:rPr lang="en-US" altLang="zh-CN" sz="2000" i="1" dirty="0">
                <a:latin typeface="NimbusRomDOT-Reg"/>
              </a:rPr>
              <a:t>N</a:t>
            </a:r>
            <a:r>
              <a:rPr lang="en-US" altLang="zh-CN" sz="2000" dirty="0">
                <a:latin typeface="NimbusRomDOT-Reg"/>
              </a:rPr>
              <a:t>′) in </a:t>
            </a:r>
            <a:r>
              <a:rPr lang="en-US" altLang="zh-CN" sz="2000" i="1" dirty="0">
                <a:latin typeface="NimbusRomDOT-Reg"/>
              </a:rPr>
              <a:t>P </a:t>
            </a:r>
            <a:r>
              <a:rPr lang="en-US" altLang="zh-CN" sz="2000" dirty="0">
                <a:latin typeface="NimbusRomDOT-Reg"/>
              </a:rPr>
              <a:t>just after </a:t>
            </a:r>
            <a:r>
              <a:rPr lang="en-US" altLang="zh-CN" sz="2000" i="1" dirty="0">
                <a:latin typeface="NimbusRomDOT-Reg"/>
              </a:rPr>
              <a:t>N</a:t>
            </a:r>
          </a:p>
          <a:p>
            <a:pPr marL="457200" indent="-457200">
              <a:spcBef>
                <a:spcPts val="400"/>
              </a:spcBef>
              <a:buFont typeface="+mj-lt"/>
              <a:buAutoNum type="arabicPeriod"/>
            </a:pPr>
            <a:r>
              <a:rPr lang="en-US" altLang="zh-CN" sz="2000" dirty="0">
                <a:latin typeface="NimbusRomDOT-Reg"/>
              </a:rPr>
              <a:t>        </a:t>
            </a:r>
            <a:r>
              <a:rPr lang="en-US" altLang="zh-CN" sz="2000" b="1" dirty="0">
                <a:latin typeface="NimbusRomDOT-Reg"/>
              </a:rPr>
              <a:t>else</a:t>
            </a:r>
            <a:r>
              <a:rPr lang="en-US" altLang="zh-CN" sz="2000" dirty="0">
                <a:latin typeface="NimbusRomDOT-Reg"/>
              </a:rPr>
              <a:t> </a:t>
            </a:r>
            <a:r>
              <a:rPr lang="en-US" altLang="zh-CN" sz="2000" b="1" dirty="0">
                <a:latin typeface="NimbusRomDOT-Reg"/>
              </a:rPr>
              <a:t>begin</a:t>
            </a:r>
            <a:r>
              <a:rPr lang="en-US" altLang="zh-CN" sz="2000" dirty="0">
                <a:latin typeface="NimbusRomDOT-Reg"/>
              </a:rPr>
              <a:t>   </a:t>
            </a:r>
            <a:r>
              <a:rPr lang="en-US" altLang="zh-CN" sz="2000" dirty="0">
                <a:solidFill>
                  <a:schemeClr val="bg1">
                    <a:lumMod val="85000"/>
                  </a:schemeClr>
                </a:solidFill>
                <a:latin typeface="NimbusRomDOT-Reg"/>
              </a:rPr>
              <a:t>/* Split </a:t>
            </a:r>
            <a:r>
              <a:rPr lang="en-US" altLang="zh-CN" sz="2000" i="1" dirty="0">
                <a:solidFill>
                  <a:schemeClr val="bg1">
                    <a:lumMod val="85000"/>
                  </a:schemeClr>
                </a:solidFill>
                <a:latin typeface="NimbusRomDOT-Reg"/>
              </a:rPr>
              <a:t>P </a:t>
            </a:r>
            <a:r>
              <a:rPr lang="en-US" altLang="zh-CN" sz="2000" dirty="0">
                <a:solidFill>
                  <a:schemeClr val="bg1">
                    <a:lumMod val="85000"/>
                  </a:schemeClr>
                </a:solidFill>
                <a:latin typeface="NimbusRomDOT-Reg"/>
              </a:rPr>
              <a:t>*/</a:t>
            </a:r>
          </a:p>
          <a:p>
            <a:pPr marL="457200" indent="-457200">
              <a:spcBef>
                <a:spcPts val="400"/>
              </a:spcBef>
              <a:buFont typeface="+mj-lt"/>
              <a:buAutoNum type="arabicPeriod"/>
            </a:pPr>
            <a:r>
              <a:rPr lang="en-US" altLang="zh-CN" sz="2000" dirty="0">
                <a:latin typeface="NimbusRomDOT-Reg"/>
              </a:rPr>
              <a:t>                Copy </a:t>
            </a:r>
            <a:r>
              <a:rPr lang="en-US" altLang="zh-CN" sz="2000" i="1" dirty="0">
                <a:latin typeface="NimbusRomDOT-Reg"/>
              </a:rPr>
              <a:t>P </a:t>
            </a:r>
            <a:r>
              <a:rPr lang="en-US" altLang="zh-CN" sz="2000" dirty="0">
                <a:latin typeface="NimbusRomDOT-Reg"/>
              </a:rPr>
              <a:t>to a block of memory </a:t>
            </a:r>
            <a:r>
              <a:rPr lang="en-US" altLang="zh-CN" sz="2000" i="1" dirty="0">
                <a:latin typeface="NimbusRomDOT-Reg"/>
              </a:rPr>
              <a:t>T </a:t>
            </a:r>
            <a:r>
              <a:rPr lang="en-US" altLang="zh-CN" sz="2000" dirty="0">
                <a:latin typeface="NimbusRomDOT-Reg"/>
              </a:rPr>
              <a:t>that can hold </a:t>
            </a:r>
            <a:r>
              <a:rPr lang="en-US" altLang="zh-CN" sz="2000" i="1" dirty="0">
                <a:latin typeface="NimbusRomDOT-Reg"/>
              </a:rPr>
              <a:t>P </a:t>
            </a:r>
            <a:r>
              <a:rPr lang="en-US" altLang="zh-CN" sz="2000" dirty="0">
                <a:latin typeface="NimbusRomDOT-Reg"/>
              </a:rPr>
              <a:t>and (</a:t>
            </a:r>
            <a:r>
              <a:rPr lang="en-US" altLang="zh-CN" sz="2000" i="1" dirty="0">
                <a:latin typeface="NimbusRomDOT-Reg"/>
              </a:rPr>
              <a:t>K</a:t>
            </a:r>
            <a:r>
              <a:rPr lang="en-US" altLang="zh-CN" sz="2000" dirty="0">
                <a:latin typeface="NimbusRomDOT-Reg"/>
              </a:rPr>
              <a:t>′, </a:t>
            </a:r>
            <a:r>
              <a:rPr lang="en-US" altLang="zh-CN" sz="2000" i="1" dirty="0">
                <a:latin typeface="NimbusRomDOT-Reg"/>
              </a:rPr>
              <a:t>N</a:t>
            </a:r>
            <a:r>
              <a:rPr lang="en-US" altLang="zh-CN" sz="2000" dirty="0">
                <a:latin typeface="NimbusRomDOT-Reg"/>
              </a:rPr>
              <a:t>′)</a:t>
            </a:r>
          </a:p>
          <a:p>
            <a:pPr marL="457200" indent="-457200">
              <a:spcBef>
                <a:spcPts val="400"/>
              </a:spcBef>
              <a:buFont typeface="+mj-lt"/>
              <a:buAutoNum type="arabicPeriod"/>
            </a:pPr>
            <a:r>
              <a:rPr lang="en-US" altLang="zh-CN" sz="2000" dirty="0">
                <a:latin typeface="NimbusRomDOT-Reg"/>
              </a:rPr>
              <a:t>                Insert (</a:t>
            </a:r>
            <a:r>
              <a:rPr lang="en-US" altLang="zh-CN" sz="2000" i="1" dirty="0">
                <a:latin typeface="NimbusRomDOT-Reg"/>
              </a:rPr>
              <a:t>K</a:t>
            </a:r>
            <a:r>
              <a:rPr lang="en-US" altLang="zh-CN" sz="2000" dirty="0">
                <a:latin typeface="NimbusRomDOT-Reg"/>
              </a:rPr>
              <a:t>′, </a:t>
            </a:r>
            <a:r>
              <a:rPr lang="en-US" altLang="zh-CN" sz="2000" i="1" dirty="0">
                <a:latin typeface="NimbusRomDOT-Reg"/>
              </a:rPr>
              <a:t>N</a:t>
            </a:r>
            <a:r>
              <a:rPr lang="en-US" altLang="zh-CN" sz="2000" dirty="0">
                <a:latin typeface="NimbusRomDOT-Reg"/>
              </a:rPr>
              <a:t>′) into </a:t>
            </a:r>
            <a:r>
              <a:rPr lang="en-US" altLang="zh-CN" sz="2000" i="1" dirty="0">
                <a:latin typeface="NimbusRomDOT-Reg"/>
              </a:rPr>
              <a:t>T </a:t>
            </a:r>
            <a:r>
              <a:rPr lang="en-US" altLang="zh-CN" sz="2000" dirty="0">
                <a:latin typeface="NimbusRomDOT-Reg"/>
              </a:rPr>
              <a:t>just after </a:t>
            </a:r>
            <a:r>
              <a:rPr lang="en-US" altLang="zh-CN" sz="2000" i="1" dirty="0">
                <a:latin typeface="NimbusRomDOT-Reg"/>
              </a:rPr>
              <a:t>N</a:t>
            </a:r>
          </a:p>
          <a:p>
            <a:pPr marL="457200" indent="-457200">
              <a:spcBef>
                <a:spcPts val="400"/>
              </a:spcBef>
              <a:buFont typeface="+mj-lt"/>
              <a:buAutoNum type="arabicPeriod"/>
            </a:pPr>
            <a:r>
              <a:rPr lang="en-US" altLang="zh-CN" sz="2000" dirty="0">
                <a:latin typeface="NimbusRomDOT-Reg"/>
              </a:rPr>
              <a:t>                Erase all entries from </a:t>
            </a:r>
            <a:r>
              <a:rPr lang="en-US" altLang="zh-CN" sz="2000" i="1" dirty="0">
                <a:latin typeface="NimbusRomDOT-Reg"/>
              </a:rPr>
              <a:t>P</a:t>
            </a:r>
            <a:r>
              <a:rPr lang="en-US" altLang="zh-CN" sz="2000" dirty="0">
                <a:latin typeface="NimbusRomDOT-Reg"/>
              </a:rPr>
              <a:t> </a:t>
            </a:r>
          </a:p>
          <a:p>
            <a:pPr marL="457200" indent="-457200">
              <a:spcBef>
                <a:spcPts val="400"/>
              </a:spcBef>
              <a:buFont typeface="+mj-lt"/>
              <a:buAutoNum type="arabicPeriod"/>
            </a:pPr>
            <a:r>
              <a:rPr lang="en-US" altLang="zh-CN" sz="2000" dirty="0">
                <a:latin typeface="NimbusRomDOT-Reg"/>
              </a:rPr>
              <a:t>                Create node </a:t>
            </a:r>
            <a:r>
              <a:rPr lang="en-US" altLang="zh-CN" sz="2000" i="1" dirty="0">
                <a:latin typeface="NimbusRomDOT-Reg"/>
              </a:rPr>
              <a:t>P</a:t>
            </a:r>
            <a:r>
              <a:rPr lang="en-US" altLang="zh-CN" sz="2000" dirty="0">
                <a:latin typeface="NimbusRomDOT-Reg"/>
              </a:rPr>
              <a:t>′</a:t>
            </a:r>
          </a:p>
          <a:p>
            <a:pPr marL="457200" indent="-457200">
              <a:spcBef>
                <a:spcPts val="400"/>
              </a:spcBef>
              <a:buFont typeface="+mj-lt"/>
              <a:buAutoNum type="arabicPeriod"/>
            </a:pPr>
            <a:r>
              <a:rPr lang="en-US" altLang="zh-CN" sz="2000" dirty="0">
                <a:latin typeface="NimbusRomDOT-Reg"/>
              </a:rPr>
              <a:t>                Copy </a:t>
            </a:r>
            <a:r>
              <a:rPr lang="en-US" altLang="zh-CN" sz="2000" i="1" dirty="0">
                <a:latin typeface="NimbusRomDOT-Reg"/>
              </a:rPr>
              <a:t>T.P</a:t>
            </a:r>
            <a:r>
              <a:rPr lang="en-US" altLang="zh-CN" sz="2000" baseline="-25000" dirty="0">
                <a:latin typeface="NimbusRomDOT-Reg"/>
              </a:rPr>
              <a:t>1</a:t>
            </a:r>
            <a:r>
              <a:rPr lang="en-US" altLang="zh-CN" sz="2000" dirty="0">
                <a:latin typeface="NimbusRomDOT-Reg"/>
              </a:rPr>
              <a:t>…</a:t>
            </a:r>
            <a:r>
              <a:rPr lang="en-US" altLang="zh-CN" sz="2000" i="1" dirty="0">
                <a:latin typeface="NimbusRomDOT-Reg"/>
              </a:rPr>
              <a:t>T.P</a:t>
            </a:r>
            <a:r>
              <a:rPr lang="en-US" altLang="zh-CN" sz="2000" baseline="-25000" dirty="0">
                <a:latin typeface="NimbusRomDOT-Reg"/>
              </a:rPr>
              <a:t>⌈(</a:t>
            </a:r>
            <a:r>
              <a:rPr lang="en-US" altLang="zh-CN" sz="2000" i="1" baseline="-25000" dirty="0">
                <a:latin typeface="NimbusRomDOT-Reg"/>
              </a:rPr>
              <a:t>n</a:t>
            </a:r>
            <a:r>
              <a:rPr lang="en-US" altLang="zh-CN" sz="2000" baseline="-25000" dirty="0">
                <a:latin typeface="NimbusRomDOT-Reg"/>
              </a:rPr>
              <a:t>+1)∕2⌉</a:t>
            </a:r>
            <a:r>
              <a:rPr lang="en-US" altLang="zh-CN" sz="2000" dirty="0">
                <a:latin typeface="NimbusRomDOT-Reg"/>
              </a:rPr>
              <a:t> into </a:t>
            </a:r>
            <a:r>
              <a:rPr lang="en-US" altLang="zh-CN" sz="2000" i="1" dirty="0">
                <a:latin typeface="NimbusRomDOT-Reg"/>
              </a:rPr>
              <a:t>P</a:t>
            </a:r>
          </a:p>
          <a:p>
            <a:pPr marL="457200" indent="-457200">
              <a:spcBef>
                <a:spcPts val="400"/>
              </a:spcBef>
              <a:buFont typeface="+mj-lt"/>
              <a:buAutoNum type="arabicPeriod"/>
            </a:pPr>
            <a:r>
              <a:rPr lang="en-US" altLang="zh-CN" sz="2000" dirty="0">
                <a:latin typeface="NimbusRomDOT-Reg"/>
              </a:rPr>
              <a:t>                Let </a:t>
            </a:r>
            <a:r>
              <a:rPr lang="en-US" altLang="zh-CN" sz="2000" i="1" dirty="0">
                <a:latin typeface="NimbusRomDOT-Reg"/>
              </a:rPr>
              <a:t>K</a:t>
            </a:r>
            <a:r>
              <a:rPr lang="en-US" altLang="zh-CN" sz="2000" dirty="0">
                <a:latin typeface="NimbusRomDOT-Reg"/>
              </a:rPr>
              <a:t>′′ = </a:t>
            </a:r>
            <a:r>
              <a:rPr lang="en-US" altLang="zh-CN" sz="2000" i="1" dirty="0">
                <a:latin typeface="NimbusRomDOT-Reg"/>
              </a:rPr>
              <a:t>T.K</a:t>
            </a:r>
            <a:r>
              <a:rPr lang="en-US" altLang="zh-CN" sz="2000" baseline="-25000" dirty="0">
                <a:latin typeface="NimbusRomDOT-Reg"/>
              </a:rPr>
              <a:t>⌈(</a:t>
            </a:r>
            <a:r>
              <a:rPr lang="en-US" altLang="zh-CN" sz="2000" i="1" baseline="-25000" dirty="0">
                <a:latin typeface="NimbusRomDOT-Reg"/>
              </a:rPr>
              <a:t>n</a:t>
            </a:r>
            <a:r>
              <a:rPr lang="en-US" altLang="zh-CN" sz="2000" baseline="-25000" dirty="0">
                <a:latin typeface="NimbusRomDOT-Reg"/>
              </a:rPr>
              <a:t>+1)∕2⌉</a:t>
            </a:r>
          </a:p>
          <a:p>
            <a:pPr marL="457200" indent="-457200">
              <a:spcBef>
                <a:spcPts val="400"/>
              </a:spcBef>
              <a:buFont typeface="+mj-lt"/>
              <a:buAutoNum type="arabicPeriod"/>
            </a:pPr>
            <a:r>
              <a:rPr lang="en-US" altLang="zh-CN" sz="2000" dirty="0">
                <a:latin typeface="NimbusRomDOT-Reg"/>
              </a:rPr>
              <a:t>                Copy </a:t>
            </a:r>
            <a:r>
              <a:rPr lang="en-US" altLang="zh-CN" sz="2000" i="1" dirty="0">
                <a:latin typeface="NimbusRomDOT-Reg"/>
              </a:rPr>
              <a:t>T.P</a:t>
            </a:r>
            <a:r>
              <a:rPr lang="en-US" altLang="zh-CN" sz="2000" baseline="-25000" dirty="0">
                <a:latin typeface="NimbusRomDOT-Reg"/>
              </a:rPr>
              <a:t>⌈(</a:t>
            </a:r>
            <a:r>
              <a:rPr lang="en-US" altLang="zh-CN" sz="2000" i="1" baseline="-25000" dirty="0">
                <a:latin typeface="NimbusRomDOT-Reg"/>
              </a:rPr>
              <a:t>n</a:t>
            </a:r>
            <a:r>
              <a:rPr lang="en-US" altLang="zh-CN" sz="2000" baseline="-25000" dirty="0">
                <a:latin typeface="NimbusRomDOT-Reg"/>
              </a:rPr>
              <a:t>+1)∕2⌉+1</a:t>
            </a:r>
            <a:r>
              <a:rPr lang="en-US" altLang="zh-CN" sz="2000" dirty="0">
                <a:latin typeface="NimbusRomDOT-Reg"/>
              </a:rPr>
              <a:t>…</a:t>
            </a:r>
            <a:r>
              <a:rPr lang="en-US" altLang="zh-CN" sz="2000" i="1" dirty="0">
                <a:latin typeface="NimbusRomDOT-Reg"/>
              </a:rPr>
              <a:t>T.P</a:t>
            </a:r>
            <a:r>
              <a:rPr lang="en-US" altLang="zh-CN" sz="2000" i="1" baseline="-25000" dirty="0">
                <a:latin typeface="NimbusRomDOT-Reg"/>
              </a:rPr>
              <a:t>n</a:t>
            </a:r>
            <a:r>
              <a:rPr lang="en-US" altLang="zh-CN" sz="2000" baseline="-25000" dirty="0">
                <a:latin typeface="NimbusRomDOT-Reg"/>
              </a:rPr>
              <a:t>+1</a:t>
            </a:r>
            <a:r>
              <a:rPr lang="en-US" altLang="zh-CN" sz="2000" dirty="0">
                <a:latin typeface="NimbusRomDOT-Reg"/>
              </a:rPr>
              <a:t> into </a:t>
            </a:r>
            <a:r>
              <a:rPr lang="en-US" altLang="zh-CN" sz="2000" i="1" dirty="0">
                <a:latin typeface="NimbusRomDOT-Reg"/>
              </a:rPr>
              <a:t>P</a:t>
            </a:r>
            <a:r>
              <a:rPr lang="en-US" altLang="zh-CN" sz="2000" dirty="0">
                <a:latin typeface="NimbusRomDOT-Reg"/>
              </a:rPr>
              <a:t>′</a:t>
            </a:r>
          </a:p>
          <a:p>
            <a:pPr marL="457200" indent="-457200">
              <a:spcBef>
                <a:spcPts val="400"/>
              </a:spcBef>
              <a:buFont typeface="+mj-lt"/>
              <a:buAutoNum type="arabicPeriod"/>
            </a:pPr>
            <a:r>
              <a:rPr lang="en-US" altLang="zh-CN" sz="2000" dirty="0">
                <a:latin typeface="NimbusRomDOT-Reg"/>
              </a:rPr>
              <a:t>                </a:t>
            </a:r>
            <a:r>
              <a:rPr lang="en-US" altLang="zh-CN" sz="2000" dirty="0" err="1">
                <a:latin typeface="NimbusRomDOT-Reg"/>
              </a:rPr>
              <a:t>Insert_in_parent</a:t>
            </a:r>
            <a:r>
              <a:rPr lang="en-US" altLang="zh-CN" sz="2000" dirty="0">
                <a:latin typeface="NimbusRomDOT-Reg"/>
              </a:rPr>
              <a:t>(</a:t>
            </a:r>
            <a:r>
              <a:rPr lang="en-US" altLang="zh-CN" sz="2000" i="1" dirty="0">
                <a:latin typeface="NimbusRomDOT-Reg"/>
              </a:rPr>
              <a:t>P</a:t>
            </a:r>
            <a:r>
              <a:rPr lang="en-US" altLang="zh-CN" sz="2000" dirty="0">
                <a:latin typeface="NimbusRomDOT-Reg"/>
              </a:rPr>
              <a:t>, </a:t>
            </a:r>
            <a:r>
              <a:rPr lang="en-US" altLang="zh-CN" sz="2000" i="1" dirty="0">
                <a:latin typeface="NimbusRomDOT-Reg"/>
              </a:rPr>
              <a:t>K</a:t>
            </a:r>
            <a:r>
              <a:rPr lang="en-US" altLang="zh-CN" sz="2000" dirty="0">
                <a:latin typeface="NimbusRomDOT-Reg"/>
              </a:rPr>
              <a:t>′′, </a:t>
            </a:r>
            <a:r>
              <a:rPr lang="en-US" altLang="zh-CN" sz="2000" i="1" dirty="0">
                <a:latin typeface="NimbusRomDOT-Reg"/>
              </a:rPr>
              <a:t>P</a:t>
            </a:r>
            <a:r>
              <a:rPr lang="en-US" altLang="zh-CN" sz="2000" dirty="0">
                <a:latin typeface="NimbusRomDOT-Reg"/>
              </a:rPr>
              <a:t>′)</a:t>
            </a:r>
          </a:p>
          <a:p>
            <a:pPr marL="457200" indent="-457200">
              <a:spcBef>
                <a:spcPts val="400"/>
              </a:spcBef>
              <a:buFont typeface="+mj-lt"/>
              <a:buAutoNum type="arabicPeriod"/>
            </a:pPr>
            <a:r>
              <a:rPr lang="en-US" altLang="zh-CN" sz="2000" dirty="0">
                <a:latin typeface="NimbusRomDOT-Reg"/>
              </a:rPr>
              <a:t>        </a:t>
            </a:r>
            <a:r>
              <a:rPr lang="en-US" altLang="zh-CN" sz="2000" b="1" dirty="0">
                <a:latin typeface="NimbusRomDOT-Reg"/>
              </a:rPr>
              <a:t>end</a:t>
            </a:r>
            <a:endParaRPr lang="zh-CN" altLang="en-US" sz="2000" b="1" dirty="0">
              <a:latin typeface="NimbusRomDOT-Reg"/>
            </a:endParaRPr>
          </a:p>
        </p:txBody>
      </p:sp>
    </p:spTree>
    <p:extLst>
      <p:ext uri="{BB962C8B-B14F-4D97-AF65-F5344CB8AC3E}">
        <p14:creationId xmlns:p14="http://schemas.microsoft.com/office/powerpoint/2010/main" val="51374791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" name="组合 132">
            <a:extLst>
              <a:ext uri="{FF2B5EF4-FFF2-40B4-BE49-F238E27FC236}">
                <a16:creationId xmlns:a16="http://schemas.microsoft.com/office/drawing/2014/main" id="{393A4AB7-ED07-40CF-876A-86F41CB57FD0}"/>
              </a:ext>
            </a:extLst>
          </p:cNvPr>
          <p:cNvGrpSpPr/>
          <p:nvPr/>
        </p:nvGrpSpPr>
        <p:grpSpPr>
          <a:xfrm>
            <a:off x="1298073" y="5499969"/>
            <a:ext cx="7474079" cy="472066"/>
            <a:chOff x="1298073" y="5499969"/>
            <a:chExt cx="7474079" cy="472066"/>
          </a:xfrm>
        </p:grpSpPr>
        <p:sp>
          <p:nvSpPr>
            <p:cNvPr id="58" name="矩形 57">
              <a:extLst>
                <a:ext uri="{FF2B5EF4-FFF2-40B4-BE49-F238E27FC236}">
                  <a16:creationId xmlns:a16="http://schemas.microsoft.com/office/drawing/2014/main" id="{39A99B80-98E3-4531-A9FE-2851587DFDEA}"/>
                </a:ext>
              </a:extLst>
            </p:cNvPr>
            <p:cNvSpPr/>
            <p:nvPr/>
          </p:nvSpPr>
          <p:spPr>
            <a:xfrm>
              <a:off x="5035173" y="5501583"/>
              <a:ext cx="622850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b="1" i="1" baseline="-25000" dirty="0">
                <a:latin typeface="NimbusRomDOT-Reg"/>
              </a:endParaRPr>
            </a:p>
          </p:txBody>
        </p:sp>
        <p:sp>
          <p:nvSpPr>
            <p:cNvPr id="59" name="矩形 58">
              <a:extLst>
                <a:ext uri="{FF2B5EF4-FFF2-40B4-BE49-F238E27FC236}">
                  <a16:creationId xmlns:a16="http://schemas.microsoft.com/office/drawing/2014/main" id="{696F8454-4C1F-4740-8BFF-D1417798B597}"/>
                </a:ext>
              </a:extLst>
            </p:cNvPr>
            <p:cNvSpPr/>
            <p:nvPr/>
          </p:nvSpPr>
          <p:spPr>
            <a:xfrm>
              <a:off x="5658023" y="5501583"/>
              <a:ext cx="622850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b="1" i="1" baseline="-25000" dirty="0">
                <a:latin typeface="NimbusRomDOT-Reg"/>
              </a:endParaRPr>
            </a:p>
          </p:txBody>
        </p:sp>
        <p:sp>
          <p:nvSpPr>
            <p:cNvPr id="60" name="矩形 59">
              <a:extLst>
                <a:ext uri="{FF2B5EF4-FFF2-40B4-BE49-F238E27FC236}">
                  <a16:creationId xmlns:a16="http://schemas.microsoft.com/office/drawing/2014/main" id="{078124AC-B0C3-43C3-951B-03FF593A4166}"/>
                </a:ext>
              </a:extLst>
            </p:cNvPr>
            <p:cNvSpPr/>
            <p:nvPr/>
          </p:nvSpPr>
          <p:spPr>
            <a:xfrm>
              <a:off x="3166623" y="5501583"/>
              <a:ext cx="622850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b="1" i="1" baseline="-25000" dirty="0">
                <a:latin typeface="NimbusRomDOT-Reg"/>
              </a:endParaRPr>
            </a:p>
          </p:txBody>
        </p:sp>
        <p:sp>
          <p:nvSpPr>
            <p:cNvPr id="61" name="矩形 60">
              <a:extLst>
                <a:ext uri="{FF2B5EF4-FFF2-40B4-BE49-F238E27FC236}">
                  <a16:creationId xmlns:a16="http://schemas.microsoft.com/office/drawing/2014/main" id="{0C036DD4-023F-47B7-8283-39D412283CFC}"/>
                </a:ext>
              </a:extLst>
            </p:cNvPr>
            <p:cNvSpPr/>
            <p:nvPr/>
          </p:nvSpPr>
          <p:spPr>
            <a:xfrm>
              <a:off x="2543773" y="5501583"/>
              <a:ext cx="622850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b="1" i="1" baseline="-25000" dirty="0">
                <a:latin typeface="NimbusRomDOT-Reg"/>
              </a:endParaRPr>
            </a:p>
          </p:txBody>
        </p:sp>
        <p:sp>
          <p:nvSpPr>
            <p:cNvPr id="62" name="矩形 61">
              <a:extLst>
                <a:ext uri="{FF2B5EF4-FFF2-40B4-BE49-F238E27FC236}">
                  <a16:creationId xmlns:a16="http://schemas.microsoft.com/office/drawing/2014/main" id="{479DE8FC-7BC7-4F15-AF1B-67A58F66E5BF}"/>
                </a:ext>
              </a:extLst>
            </p:cNvPr>
            <p:cNvSpPr/>
            <p:nvPr/>
          </p:nvSpPr>
          <p:spPr>
            <a:xfrm>
              <a:off x="3789473" y="5501583"/>
              <a:ext cx="622850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b="1" i="1" dirty="0">
                  <a:latin typeface="NimbusRomDOT-Reg"/>
                </a:rPr>
                <a:t>…</a:t>
              </a:r>
              <a:endParaRPr lang="zh-CN" altLang="en-US" b="1" i="1" baseline="-25000" dirty="0">
                <a:latin typeface="NimbusRomDOT-Reg"/>
              </a:endParaRPr>
            </a:p>
          </p:txBody>
        </p:sp>
        <p:sp>
          <p:nvSpPr>
            <p:cNvPr id="63" name="矩形 62">
              <a:extLst>
                <a:ext uri="{FF2B5EF4-FFF2-40B4-BE49-F238E27FC236}">
                  <a16:creationId xmlns:a16="http://schemas.microsoft.com/office/drawing/2014/main" id="{FA77138F-CA3C-474D-A5FB-72E2A11C3ABF}"/>
                </a:ext>
              </a:extLst>
            </p:cNvPr>
            <p:cNvSpPr/>
            <p:nvPr/>
          </p:nvSpPr>
          <p:spPr>
            <a:xfrm>
              <a:off x="4412323" y="5501583"/>
              <a:ext cx="622850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b="1" i="1" baseline="-25000" dirty="0">
                <a:latin typeface="NimbusRomDOT-Reg"/>
              </a:endParaRPr>
            </a:p>
          </p:txBody>
        </p:sp>
        <p:sp>
          <p:nvSpPr>
            <p:cNvPr id="64" name="矩形 63">
              <a:extLst>
                <a:ext uri="{FF2B5EF4-FFF2-40B4-BE49-F238E27FC236}">
                  <a16:creationId xmlns:a16="http://schemas.microsoft.com/office/drawing/2014/main" id="{36299F55-EC7E-4D73-BB22-EDCE6377CF54}"/>
                </a:ext>
              </a:extLst>
            </p:cNvPr>
            <p:cNvSpPr/>
            <p:nvPr/>
          </p:nvSpPr>
          <p:spPr>
            <a:xfrm>
              <a:off x="1920923" y="5501583"/>
              <a:ext cx="622850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b="1" i="1" baseline="-25000" dirty="0">
                <a:latin typeface="NimbusRomDOT-Reg"/>
              </a:endParaRPr>
            </a:p>
          </p:txBody>
        </p:sp>
        <p:sp>
          <p:nvSpPr>
            <p:cNvPr id="65" name="矩形 64">
              <a:extLst>
                <a:ext uri="{FF2B5EF4-FFF2-40B4-BE49-F238E27FC236}">
                  <a16:creationId xmlns:a16="http://schemas.microsoft.com/office/drawing/2014/main" id="{F233D7A9-25A4-4B9E-BC9E-B0A39CCA5881}"/>
                </a:ext>
              </a:extLst>
            </p:cNvPr>
            <p:cNvSpPr/>
            <p:nvPr/>
          </p:nvSpPr>
          <p:spPr>
            <a:xfrm>
              <a:off x="1298073" y="5501583"/>
              <a:ext cx="622850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b="1" i="1" baseline="-25000" dirty="0">
                <a:latin typeface="NimbusRomDOT-Reg"/>
              </a:endParaRPr>
            </a:p>
          </p:txBody>
        </p:sp>
        <p:sp>
          <p:nvSpPr>
            <p:cNvPr id="66" name="矩形 65">
              <a:extLst>
                <a:ext uri="{FF2B5EF4-FFF2-40B4-BE49-F238E27FC236}">
                  <a16:creationId xmlns:a16="http://schemas.microsoft.com/office/drawing/2014/main" id="{9A96AA27-C51E-4758-AB53-B160901E1B93}"/>
                </a:ext>
              </a:extLst>
            </p:cNvPr>
            <p:cNvSpPr/>
            <p:nvPr/>
          </p:nvSpPr>
          <p:spPr>
            <a:xfrm>
              <a:off x="6280873" y="5501583"/>
              <a:ext cx="622850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b="1" i="1" baseline="-25000" dirty="0">
                <a:latin typeface="NimbusRomDOT-Reg"/>
              </a:endParaRPr>
            </a:p>
          </p:txBody>
        </p:sp>
        <p:sp>
          <p:nvSpPr>
            <p:cNvPr id="117" name="矩形 116">
              <a:extLst>
                <a:ext uri="{FF2B5EF4-FFF2-40B4-BE49-F238E27FC236}">
                  <a16:creationId xmlns:a16="http://schemas.microsoft.com/office/drawing/2014/main" id="{B485E5B9-4823-4CAE-982F-8122E0166636}"/>
                </a:ext>
              </a:extLst>
            </p:cNvPr>
            <p:cNvSpPr/>
            <p:nvPr/>
          </p:nvSpPr>
          <p:spPr>
            <a:xfrm>
              <a:off x="6903723" y="5501582"/>
              <a:ext cx="622850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b="1" i="1" baseline="-25000" dirty="0">
                <a:latin typeface="NimbusRomDOT-Reg"/>
              </a:endParaRPr>
            </a:p>
          </p:txBody>
        </p:sp>
        <p:sp>
          <p:nvSpPr>
            <p:cNvPr id="130" name="矩形 129">
              <a:extLst>
                <a:ext uri="{FF2B5EF4-FFF2-40B4-BE49-F238E27FC236}">
                  <a16:creationId xmlns:a16="http://schemas.microsoft.com/office/drawing/2014/main" id="{D4631607-2177-4044-9516-78B191407388}"/>
                </a:ext>
              </a:extLst>
            </p:cNvPr>
            <p:cNvSpPr/>
            <p:nvPr/>
          </p:nvSpPr>
          <p:spPr>
            <a:xfrm>
              <a:off x="7526452" y="5499969"/>
              <a:ext cx="622850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b="1" i="1" baseline="-25000" dirty="0">
                <a:latin typeface="NimbusRomDOT-Reg"/>
              </a:endParaRPr>
            </a:p>
          </p:txBody>
        </p:sp>
        <p:sp>
          <p:nvSpPr>
            <p:cNvPr id="132" name="矩形 131">
              <a:extLst>
                <a:ext uri="{FF2B5EF4-FFF2-40B4-BE49-F238E27FC236}">
                  <a16:creationId xmlns:a16="http://schemas.microsoft.com/office/drawing/2014/main" id="{4A33C53F-EE02-42C2-BA02-CBD67CC8B430}"/>
                </a:ext>
              </a:extLst>
            </p:cNvPr>
            <p:cNvSpPr/>
            <p:nvPr/>
          </p:nvSpPr>
          <p:spPr>
            <a:xfrm>
              <a:off x="8149302" y="5499969"/>
              <a:ext cx="622850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b="1" i="1" baseline="-25000" dirty="0">
                <a:latin typeface="NimbusRomDOT-Reg"/>
              </a:endParaRPr>
            </a:p>
          </p:txBody>
        </p:sp>
      </p:grpSp>
      <p:sp>
        <p:nvSpPr>
          <p:cNvPr id="2" name="标题 1">
            <a:extLst>
              <a:ext uri="{FF2B5EF4-FFF2-40B4-BE49-F238E27FC236}">
                <a16:creationId xmlns:a16="http://schemas.microsoft.com/office/drawing/2014/main" id="{4D63A6BA-E7A8-4199-A9F7-13D20F493D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altLang="zh-CN" dirty="0"/>
              <a:t>Demo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C82B485-330C-4F7C-AD75-86FB6EFA3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35AA2B-ADE4-492D-86D1-2B5CDFBC1FAC}" type="datetime1">
              <a:rPr lang="zh-CN" altLang="en-US" smtClean="0"/>
              <a:t>2024/5/8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9398CB-94F3-4CE3-9880-9F79A418A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Tree Indices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98061EF-E67D-4B6D-B836-FE67DC6C8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5A79-C12E-4282-8451-1BC984B858F9}" type="slidenum">
              <a:rPr lang="zh-CN" altLang="en-US" smtClean="0"/>
              <a:t>24</a:t>
            </a:fld>
            <a:endParaRPr lang="zh-CN" altLang="en-US"/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0461853C-F187-4C25-A0A5-2A9E7902D828}"/>
              </a:ext>
            </a:extLst>
          </p:cNvPr>
          <p:cNvSpPr/>
          <p:nvPr/>
        </p:nvSpPr>
        <p:spPr>
          <a:xfrm>
            <a:off x="733962" y="5499969"/>
            <a:ext cx="33695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i="1" dirty="0">
                <a:solidFill>
                  <a:srgbClr val="FF0000"/>
                </a:solidFill>
                <a:latin typeface="NimbusRomDOT-Reg"/>
                <a:cs typeface="Arial" panose="020B0604020202020204" pitchFamily="34" charset="0"/>
              </a:rPr>
              <a:t>T</a:t>
            </a:r>
            <a:endParaRPr lang="zh-CN" altLang="en-US" sz="2400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B3B84E9-3B33-4DFF-8780-2D6AA8490A9F}"/>
              </a:ext>
            </a:extLst>
          </p:cNvPr>
          <p:cNvSpPr/>
          <p:nvPr/>
        </p:nvSpPr>
        <p:spPr>
          <a:xfrm>
            <a:off x="2734624" y="853152"/>
            <a:ext cx="556453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ts val="400"/>
              </a:spcBef>
            </a:pPr>
            <a:r>
              <a:rPr lang="en-US" altLang="zh-CN" sz="2400" i="1" dirty="0" err="1">
                <a:latin typeface="NimbusRomDOT-Reg"/>
              </a:rPr>
              <a:t>insert_in_parent</a:t>
            </a:r>
            <a:r>
              <a:rPr lang="en-US" altLang="zh-CN" sz="2400" dirty="0">
                <a:latin typeface="NimbusRomDOT-Reg"/>
              </a:rPr>
              <a:t>(</a:t>
            </a:r>
            <a:r>
              <a:rPr lang="en-US" altLang="zh-CN" sz="2400" i="1" dirty="0">
                <a:latin typeface="NimbusRomDOT-Reg"/>
              </a:rPr>
              <a:t>node </a:t>
            </a:r>
            <a:r>
              <a:rPr lang="en-US" altLang="zh-CN" sz="2400" b="1" i="1" dirty="0">
                <a:solidFill>
                  <a:srgbClr val="FF0000"/>
                </a:solidFill>
                <a:latin typeface="NimbusRomDOT-Reg"/>
              </a:rPr>
              <a:t>N</a:t>
            </a:r>
            <a:r>
              <a:rPr lang="en-US" altLang="zh-CN" sz="2400" dirty="0">
                <a:latin typeface="NimbusRomDOT-Reg"/>
              </a:rPr>
              <a:t>, </a:t>
            </a:r>
            <a:r>
              <a:rPr lang="en-US" altLang="zh-CN" sz="2400" i="1" dirty="0">
                <a:latin typeface="NimbusRomDOT-Reg"/>
              </a:rPr>
              <a:t>value </a:t>
            </a:r>
            <a:r>
              <a:rPr lang="en-US" altLang="zh-CN" sz="2400" b="1" i="1" dirty="0">
                <a:solidFill>
                  <a:srgbClr val="FF0000"/>
                </a:solidFill>
                <a:latin typeface="NimbusRomDOT-Reg"/>
              </a:rPr>
              <a:t>K</a:t>
            </a:r>
            <a:r>
              <a:rPr lang="en-US" altLang="zh-CN" sz="2400" b="1" dirty="0">
                <a:solidFill>
                  <a:srgbClr val="FF0000"/>
                </a:solidFill>
                <a:latin typeface="NimbusRomDOT-Reg"/>
              </a:rPr>
              <a:t>′</a:t>
            </a:r>
            <a:r>
              <a:rPr lang="en-US" altLang="zh-CN" sz="2400" dirty="0">
                <a:latin typeface="NimbusRomDOT-Reg"/>
              </a:rPr>
              <a:t>, </a:t>
            </a:r>
            <a:r>
              <a:rPr lang="en-US" altLang="zh-CN" sz="2400" i="1" dirty="0">
                <a:latin typeface="NimbusRomDOT-Reg"/>
              </a:rPr>
              <a:t>node </a:t>
            </a:r>
            <a:r>
              <a:rPr lang="en-US" altLang="zh-CN" sz="2400" b="1" i="1" dirty="0">
                <a:solidFill>
                  <a:srgbClr val="FF0000"/>
                </a:solidFill>
                <a:latin typeface="NimbusRomDOT-Reg"/>
              </a:rPr>
              <a:t>N</a:t>
            </a:r>
            <a:r>
              <a:rPr lang="en-US" altLang="zh-CN" sz="2400" b="1" dirty="0">
                <a:solidFill>
                  <a:srgbClr val="FF0000"/>
                </a:solidFill>
                <a:latin typeface="NimbusRomDOT-Reg"/>
              </a:rPr>
              <a:t>′</a:t>
            </a:r>
            <a:r>
              <a:rPr lang="en-US" altLang="zh-CN" sz="2400" dirty="0">
                <a:latin typeface="NimbusRomDOT-Reg"/>
              </a:rPr>
              <a:t>)</a:t>
            </a:r>
          </a:p>
        </p:txBody>
      </p:sp>
      <p:sp>
        <p:nvSpPr>
          <p:cNvPr id="89" name="矩形 88">
            <a:extLst>
              <a:ext uri="{FF2B5EF4-FFF2-40B4-BE49-F238E27FC236}">
                <a16:creationId xmlns:a16="http://schemas.microsoft.com/office/drawing/2014/main" id="{C6106152-DCFC-4CAC-88A1-C6477152477E}"/>
              </a:ext>
            </a:extLst>
          </p:cNvPr>
          <p:cNvSpPr/>
          <p:nvPr/>
        </p:nvSpPr>
        <p:spPr>
          <a:xfrm>
            <a:off x="823600" y="4444199"/>
            <a:ext cx="1388159" cy="47045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b="1" i="1" baseline="-25000" dirty="0">
              <a:latin typeface="NimbusRomDOT-Reg"/>
            </a:endParaRPr>
          </a:p>
        </p:txBody>
      </p:sp>
      <p:sp>
        <p:nvSpPr>
          <p:cNvPr id="93" name="矩形 92">
            <a:extLst>
              <a:ext uri="{FF2B5EF4-FFF2-40B4-BE49-F238E27FC236}">
                <a16:creationId xmlns:a16="http://schemas.microsoft.com/office/drawing/2014/main" id="{1D85C7ED-009F-4EDE-9BC2-5E9A6E931947}"/>
              </a:ext>
            </a:extLst>
          </p:cNvPr>
          <p:cNvSpPr/>
          <p:nvPr/>
        </p:nvSpPr>
        <p:spPr>
          <a:xfrm>
            <a:off x="2652400" y="4444199"/>
            <a:ext cx="1388159" cy="47045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b="1" i="1" dirty="0">
                <a:solidFill>
                  <a:srgbClr val="FF0000"/>
                </a:solidFill>
                <a:latin typeface="NimbusRomDOT-Reg"/>
              </a:rPr>
              <a:t>N</a:t>
            </a:r>
            <a:endParaRPr lang="zh-CN" altLang="en-US" b="1" i="1" baseline="-25000" dirty="0">
              <a:latin typeface="NimbusRomDOT-Reg"/>
            </a:endParaRPr>
          </a:p>
        </p:txBody>
      </p:sp>
      <p:sp>
        <p:nvSpPr>
          <p:cNvPr id="101" name="矩形 100">
            <a:extLst>
              <a:ext uri="{FF2B5EF4-FFF2-40B4-BE49-F238E27FC236}">
                <a16:creationId xmlns:a16="http://schemas.microsoft.com/office/drawing/2014/main" id="{70AF4823-F96A-4067-9632-F2C26AA6233A}"/>
              </a:ext>
            </a:extLst>
          </p:cNvPr>
          <p:cNvSpPr/>
          <p:nvPr/>
        </p:nvSpPr>
        <p:spPr>
          <a:xfrm>
            <a:off x="4421561" y="4444199"/>
            <a:ext cx="1388159" cy="47045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b="1" i="1" dirty="0">
                <a:solidFill>
                  <a:srgbClr val="FF0000"/>
                </a:solidFill>
                <a:latin typeface="NimbusRomDOT-Reg"/>
              </a:rPr>
              <a:t>(K’)</a:t>
            </a:r>
            <a:r>
              <a:rPr lang="zh-CN" altLang="en-US" b="1" i="1" dirty="0">
                <a:solidFill>
                  <a:srgbClr val="FF0000"/>
                </a:solidFill>
                <a:latin typeface="NimbusRomDOT-Reg"/>
              </a:rPr>
              <a:t>    </a:t>
            </a:r>
            <a:r>
              <a:rPr lang="en-US" altLang="zh-CN" b="1" i="1" dirty="0">
                <a:solidFill>
                  <a:srgbClr val="FF0000"/>
                </a:solidFill>
                <a:latin typeface="NimbusRomDOT-Reg"/>
              </a:rPr>
              <a:t>N’</a:t>
            </a:r>
            <a:endParaRPr lang="zh-CN" altLang="en-US" b="1" i="1" baseline="-25000" dirty="0">
              <a:latin typeface="NimbusRomDOT-Reg"/>
            </a:endParaRPr>
          </a:p>
        </p:txBody>
      </p:sp>
      <p:sp>
        <p:nvSpPr>
          <p:cNvPr id="102" name="矩形 101">
            <a:extLst>
              <a:ext uri="{FF2B5EF4-FFF2-40B4-BE49-F238E27FC236}">
                <a16:creationId xmlns:a16="http://schemas.microsoft.com/office/drawing/2014/main" id="{C3573C2B-4BBD-438E-A37D-E6F334E7CB4C}"/>
              </a:ext>
            </a:extLst>
          </p:cNvPr>
          <p:cNvSpPr/>
          <p:nvPr/>
        </p:nvSpPr>
        <p:spPr>
          <a:xfrm>
            <a:off x="6538776" y="4444199"/>
            <a:ext cx="1388159" cy="47045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b="1" i="1" dirty="0">
                <a:latin typeface="NimbusRomDOT-Reg"/>
              </a:rPr>
              <a:t>(K</a:t>
            </a:r>
            <a:r>
              <a:rPr lang="en-US" altLang="zh-CN" b="1" i="1" baseline="-25000" dirty="0">
                <a:latin typeface="NimbusRomDOT-Reg"/>
              </a:rPr>
              <a:t>m</a:t>
            </a:r>
            <a:r>
              <a:rPr lang="en-US" altLang="zh-CN" b="1" i="1" dirty="0">
                <a:latin typeface="NimbusRomDOT-Reg"/>
              </a:rPr>
              <a:t>)    P</a:t>
            </a:r>
            <a:r>
              <a:rPr lang="en-US" altLang="zh-CN" b="1" i="1" baseline="-25000" dirty="0">
                <a:latin typeface="NimbusRomDOT-Reg"/>
              </a:rPr>
              <a:t>m+1</a:t>
            </a:r>
            <a:endParaRPr lang="zh-CN" altLang="en-US" b="1" i="1" baseline="-25000" dirty="0">
              <a:latin typeface="NimbusRomDOT-Reg"/>
            </a:endParaRPr>
          </a:p>
        </p:txBody>
      </p:sp>
      <p:cxnSp>
        <p:nvCxnSpPr>
          <p:cNvPr id="107" name="直接箭头连接符 106">
            <a:extLst>
              <a:ext uri="{FF2B5EF4-FFF2-40B4-BE49-F238E27FC236}">
                <a16:creationId xmlns:a16="http://schemas.microsoft.com/office/drawing/2014/main" id="{4D134383-62B1-40D0-ADA6-E6E695C368EF}"/>
              </a:ext>
            </a:extLst>
          </p:cNvPr>
          <p:cNvCxnSpPr>
            <a:cxnSpLocks/>
          </p:cNvCxnSpPr>
          <p:nvPr/>
        </p:nvCxnSpPr>
        <p:spPr>
          <a:xfrm>
            <a:off x="2211759" y="4679425"/>
            <a:ext cx="440641" cy="0"/>
          </a:xfrm>
          <a:prstGeom prst="straightConnector1">
            <a:avLst/>
          </a:prstGeom>
          <a:ln w="25400">
            <a:solidFill>
              <a:schemeClr val="tx1"/>
            </a:solidFill>
            <a:headEnd type="oval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直接箭头连接符 107">
            <a:extLst>
              <a:ext uri="{FF2B5EF4-FFF2-40B4-BE49-F238E27FC236}">
                <a16:creationId xmlns:a16="http://schemas.microsoft.com/office/drawing/2014/main" id="{C93A629B-C4F2-4A1C-B822-10B09326659C}"/>
              </a:ext>
            </a:extLst>
          </p:cNvPr>
          <p:cNvCxnSpPr>
            <a:cxnSpLocks/>
          </p:cNvCxnSpPr>
          <p:nvPr/>
        </p:nvCxnSpPr>
        <p:spPr>
          <a:xfrm>
            <a:off x="4040559" y="4679425"/>
            <a:ext cx="381002" cy="0"/>
          </a:xfrm>
          <a:prstGeom prst="straightConnector1">
            <a:avLst/>
          </a:prstGeom>
          <a:ln w="25400">
            <a:solidFill>
              <a:schemeClr val="tx1"/>
            </a:solidFill>
            <a:headEnd type="oval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直接箭头连接符 108">
            <a:extLst>
              <a:ext uri="{FF2B5EF4-FFF2-40B4-BE49-F238E27FC236}">
                <a16:creationId xmlns:a16="http://schemas.microsoft.com/office/drawing/2014/main" id="{4E936CE9-3AE7-410D-9D78-5C4F6B5769A8}"/>
              </a:ext>
            </a:extLst>
          </p:cNvPr>
          <p:cNvCxnSpPr>
            <a:cxnSpLocks/>
          </p:cNvCxnSpPr>
          <p:nvPr/>
        </p:nvCxnSpPr>
        <p:spPr>
          <a:xfrm>
            <a:off x="5809720" y="4679425"/>
            <a:ext cx="729056" cy="0"/>
          </a:xfrm>
          <a:prstGeom prst="straightConnector1">
            <a:avLst/>
          </a:prstGeom>
          <a:ln w="25400">
            <a:solidFill>
              <a:schemeClr val="tx1"/>
            </a:solidFill>
            <a:headEnd type="oval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8FF18DC7-DB0E-4233-B110-9E0B991065AF}"/>
              </a:ext>
            </a:extLst>
          </p:cNvPr>
          <p:cNvGrpSpPr/>
          <p:nvPr/>
        </p:nvGrpSpPr>
        <p:grpSpPr>
          <a:xfrm>
            <a:off x="1305328" y="3283209"/>
            <a:ext cx="6232465" cy="470452"/>
            <a:chOff x="2485462" y="2225802"/>
            <a:chExt cx="6232465" cy="470452"/>
          </a:xfrm>
        </p:grpSpPr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8393194C-AF2E-4128-9C0C-4D80D5A45F6A}"/>
                </a:ext>
              </a:extLst>
            </p:cNvPr>
            <p:cNvSpPr/>
            <p:nvPr/>
          </p:nvSpPr>
          <p:spPr>
            <a:xfrm>
              <a:off x="7472227" y="2225802"/>
              <a:ext cx="622850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b="1" i="1" dirty="0">
                  <a:latin typeface="NimbusRomDOT-Reg"/>
                </a:rPr>
                <a:t>K</a:t>
              </a:r>
              <a:r>
                <a:rPr lang="en-US" altLang="zh-CN" b="1" i="1" baseline="-25000" dirty="0">
                  <a:latin typeface="NimbusRomDOT-Reg"/>
                </a:rPr>
                <a:t>n-1</a:t>
              </a:r>
              <a:endParaRPr lang="zh-CN" altLang="en-US" b="1" i="1" baseline="-25000" dirty="0">
                <a:latin typeface="NimbusRomDOT-Reg"/>
              </a:endParaRPr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2BC30A8F-033B-426B-9F45-ECC4F3AA380A}"/>
                </a:ext>
              </a:extLst>
            </p:cNvPr>
            <p:cNvSpPr/>
            <p:nvPr/>
          </p:nvSpPr>
          <p:spPr>
            <a:xfrm>
              <a:off x="8095077" y="2225802"/>
              <a:ext cx="622850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b="1" i="1" dirty="0" err="1">
                  <a:latin typeface="NimbusRomDOT-Reg"/>
                </a:rPr>
                <a:t>P</a:t>
              </a:r>
              <a:r>
                <a:rPr lang="en-US" altLang="zh-CN" b="1" i="1" baseline="-25000" dirty="0" err="1">
                  <a:latin typeface="NimbusRomDOT-Reg"/>
                </a:rPr>
                <a:t>n</a:t>
              </a:r>
              <a:endParaRPr lang="zh-CN" altLang="en-US" b="1" i="1" baseline="-25000" dirty="0">
                <a:latin typeface="NimbusRomDOT-Reg"/>
              </a:endParaRPr>
            </a:p>
          </p:txBody>
        </p: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6230DFF3-587A-4948-8BAD-F80D3EEDDE08}"/>
                </a:ext>
              </a:extLst>
            </p:cNvPr>
            <p:cNvSpPr/>
            <p:nvPr/>
          </p:nvSpPr>
          <p:spPr>
            <a:xfrm>
              <a:off x="4356842" y="2225802"/>
              <a:ext cx="622850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b="1" i="1" dirty="0">
                  <a:solidFill>
                    <a:srgbClr val="FF0000"/>
                  </a:solidFill>
                  <a:latin typeface="NimbusRomDOT-Reg"/>
                </a:rPr>
                <a:t>N</a:t>
              </a:r>
              <a:endParaRPr lang="zh-CN" altLang="en-US" b="1" i="1" baseline="-25000" dirty="0">
                <a:solidFill>
                  <a:srgbClr val="FF0000"/>
                </a:solidFill>
                <a:latin typeface="NimbusRomDOT-Reg"/>
              </a:endParaRPr>
            </a:p>
          </p:txBody>
        </p: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448102D0-78B1-49E3-A715-49D5FE99EE5B}"/>
                </a:ext>
              </a:extLst>
            </p:cNvPr>
            <p:cNvSpPr/>
            <p:nvPr/>
          </p:nvSpPr>
          <p:spPr>
            <a:xfrm>
              <a:off x="3729467" y="2225802"/>
              <a:ext cx="622850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b="1" i="1" dirty="0">
                  <a:latin typeface="NimbusRomDOT-Reg"/>
                </a:rPr>
                <a:t>…</a:t>
              </a:r>
              <a:endParaRPr lang="zh-CN" altLang="en-US" b="1" i="1" baseline="-25000" dirty="0">
                <a:latin typeface="NimbusRomDOT-Reg"/>
              </a:endParaRPr>
            </a:p>
          </p:txBody>
        </p:sp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5E8041C9-6146-431F-AFCC-9ABF6ED9ACB8}"/>
                </a:ext>
              </a:extLst>
            </p:cNvPr>
            <p:cNvSpPr/>
            <p:nvPr/>
          </p:nvSpPr>
          <p:spPr>
            <a:xfrm>
              <a:off x="6849377" y="2225802"/>
              <a:ext cx="622850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b="1" i="1" dirty="0">
                  <a:latin typeface="NimbusRomDOT-Reg"/>
                </a:rPr>
                <a:t>P</a:t>
              </a:r>
              <a:r>
                <a:rPr lang="en-US" altLang="zh-CN" b="1" i="1" baseline="-25000" dirty="0">
                  <a:latin typeface="NimbusRomDOT-Reg"/>
                </a:rPr>
                <a:t>n-1</a:t>
              </a:r>
              <a:endParaRPr lang="zh-CN" altLang="en-US" b="1" i="1" baseline="-25000" dirty="0">
                <a:latin typeface="NimbusRomDOT-Reg"/>
              </a:endParaRPr>
            </a:p>
          </p:txBody>
        </p:sp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CB7E3E30-D73B-4F5F-BD01-743FF7B38E3B}"/>
                </a:ext>
              </a:extLst>
            </p:cNvPr>
            <p:cNvSpPr/>
            <p:nvPr/>
          </p:nvSpPr>
          <p:spPr>
            <a:xfrm>
              <a:off x="3108312" y="2225802"/>
              <a:ext cx="622850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b="1" i="1" dirty="0">
                  <a:latin typeface="NimbusRomDOT-Reg"/>
                </a:rPr>
                <a:t>K</a:t>
              </a:r>
              <a:r>
                <a:rPr lang="en-US" altLang="zh-CN" b="1" i="1" baseline="-25000" dirty="0">
                  <a:latin typeface="NimbusRomDOT-Reg"/>
                </a:rPr>
                <a:t>1</a:t>
              </a:r>
              <a:endParaRPr lang="zh-CN" altLang="en-US" b="1" i="1" baseline="-25000" dirty="0">
                <a:latin typeface="NimbusRomDOT-Reg"/>
              </a:endParaRPr>
            </a:p>
          </p:txBody>
        </p: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84961B1A-4328-4953-A349-BF70224EACA9}"/>
                </a:ext>
              </a:extLst>
            </p:cNvPr>
            <p:cNvSpPr/>
            <p:nvPr/>
          </p:nvSpPr>
          <p:spPr>
            <a:xfrm>
              <a:off x="2485462" y="2225802"/>
              <a:ext cx="622850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b="1" i="1" dirty="0">
                  <a:latin typeface="NimbusRomDOT-Reg"/>
                </a:rPr>
                <a:t>P</a:t>
              </a:r>
              <a:r>
                <a:rPr lang="en-US" altLang="zh-CN" b="1" i="1" baseline="-25000" dirty="0">
                  <a:latin typeface="NimbusRomDOT-Reg"/>
                </a:rPr>
                <a:t>1</a:t>
              </a:r>
              <a:endParaRPr lang="zh-CN" altLang="en-US" b="1" i="1" baseline="-25000" dirty="0">
                <a:latin typeface="NimbusRomDOT-Reg"/>
              </a:endParaRPr>
            </a:p>
          </p:txBody>
        </p:sp>
        <p:sp>
          <p:nvSpPr>
            <p:cNvPr id="86" name="矩形 85">
              <a:extLst>
                <a:ext uri="{FF2B5EF4-FFF2-40B4-BE49-F238E27FC236}">
                  <a16:creationId xmlns:a16="http://schemas.microsoft.com/office/drawing/2014/main" id="{82174A37-FCC7-4DCA-B1E9-D223BF86FDEF}"/>
                </a:ext>
              </a:extLst>
            </p:cNvPr>
            <p:cNvSpPr/>
            <p:nvPr/>
          </p:nvSpPr>
          <p:spPr>
            <a:xfrm>
              <a:off x="6226527" y="2225802"/>
              <a:ext cx="622850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b="1" i="1" dirty="0">
                  <a:latin typeface="NimbusRomDOT-Reg"/>
                </a:rPr>
                <a:t>…</a:t>
              </a:r>
              <a:endParaRPr lang="zh-CN" altLang="en-US" b="1" i="1" baseline="-25000" dirty="0">
                <a:latin typeface="NimbusRomDOT-Reg"/>
              </a:endParaRPr>
            </a:p>
          </p:txBody>
        </p:sp>
        <p:sp>
          <p:nvSpPr>
            <p:cNvPr id="111" name="矩形 110">
              <a:extLst>
                <a:ext uri="{FF2B5EF4-FFF2-40B4-BE49-F238E27FC236}">
                  <a16:creationId xmlns:a16="http://schemas.microsoft.com/office/drawing/2014/main" id="{8E338DDE-848A-445C-86EC-FE205403D566}"/>
                </a:ext>
              </a:extLst>
            </p:cNvPr>
            <p:cNvSpPr/>
            <p:nvPr/>
          </p:nvSpPr>
          <p:spPr>
            <a:xfrm>
              <a:off x="4984217" y="2225802"/>
              <a:ext cx="622850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b="1" i="1" dirty="0">
                  <a:latin typeface="NimbusRomDOT-Reg"/>
                </a:rPr>
                <a:t>K</a:t>
              </a:r>
              <a:r>
                <a:rPr lang="en-US" altLang="zh-CN" b="1" i="1" baseline="-25000" dirty="0">
                  <a:latin typeface="NimbusRomDOT-Reg"/>
                </a:rPr>
                <a:t>m</a:t>
              </a:r>
              <a:endParaRPr lang="zh-CN" altLang="en-US" b="1" i="1" baseline="-25000" dirty="0">
                <a:latin typeface="NimbusRomDOT-Reg"/>
              </a:endParaRPr>
            </a:p>
          </p:txBody>
        </p:sp>
        <p:sp>
          <p:nvSpPr>
            <p:cNvPr id="114" name="矩形 113">
              <a:extLst>
                <a:ext uri="{FF2B5EF4-FFF2-40B4-BE49-F238E27FC236}">
                  <a16:creationId xmlns:a16="http://schemas.microsoft.com/office/drawing/2014/main" id="{E3ADE26A-9B9B-4B91-A619-BBD3B69C48A1}"/>
                </a:ext>
              </a:extLst>
            </p:cNvPr>
            <p:cNvSpPr/>
            <p:nvPr/>
          </p:nvSpPr>
          <p:spPr>
            <a:xfrm>
              <a:off x="5605372" y="2225802"/>
              <a:ext cx="622850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b="1" i="1" dirty="0">
                  <a:latin typeface="NimbusRomDOT-Reg"/>
                </a:rPr>
                <a:t>P</a:t>
              </a:r>
              <a:r>
                <a:rPr lang="en-US" altLang="zh-CN" b="1" i="1" baseline="-25000" dirty="0">
                  <a:latin typeface="NimbusRomDOT-Reg"/>
                </a:rPr>
                <a:t>m+1</a:t>
              </a:r>
              <a:endParaRPr lang="zh-CN" altLang="en-US" b="1" i="1" baseline="-25000" dirty="0">
                <a:latin typeface="NimbusRomDOT-Reg"/>
              </a:endParaRPr>
            </a:p>
          </p:txBody>
        </p:sp>
      </p:grpSp>
      <p:sp>
        <p:nvSpPr>
          <p:cNvPr id="116" name="矩形 115">
            <a:extLst>
              <a:ext uri="{FF2B5EF4-FFF2-40B4-BE49-F238E27FC236}">
                <a16:creationId xmlns:a16="http://schemas.microsoft.com/office/drawing/2014/main" id="{1F7B32CE-733F-47BB-9BBA-7AB9BF763D11}"/>
              </a:ext>
            </a:extLst>
          </p:cNvPr>
          <p:cNvSpPr/>
          <p:nvPr/>
        </p:nvSpPr>
        <p:spPr>
          <a:xfrm>
            <a:off x="826325" y="3289009"/>
            <a:ext cx="3481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i="1" dirty="0">
                <a:solidFill>
                  <a:srgbClr val="00B050"/>
                </a:solidFill>
                <a:latin typeface="NimbusRomDOT-Reg"/>
              </a:rPr>
              <a:t>P</a:t>
            </a:r>
            <a:endParaRPr lang="zh-CN" altLang="en-US" sz="2400" dirty="0"/>
          </a:p>
        </p:txBody>
      </p:sp>
      <p:grpSp>
        <p:nvGrpSpPr>
          <p:cNvPr id="134" name="组合 133">
            <a:extLst>
              <a:ext uri="{FF2B5EF4-FFF2-40B4-BE49-F238E27FC236}">
                <a16:creationId xmlns:a16="http://schemas.microsoft.com/office/drawing/2014/main" id="{9FC24FB6-90F9-4734-AA6C-BBB54180CA3D}"/>
              </a:ext>
            </a:extLst>
          </p:cNvPr>
          <p:cNvGrpSpPr/>
          <p:nvPr/>
        </p:nvGrpSpPr>
        <p:grpSpPr>
          <a:xfrm>
            <a:off x="1305328" y="3284700"/>
            <a:ext cx="2494230" cy="470452"/>
            <a:chOff x="1305328" y="3284700"/>
            <a:chExt cx="2494230" cy="470452"/>
          </a:xfrm>
        </p:grpSpPr>
        <p:sp>
          <p:nvSpPr>
            <p:cNvPr id="122" name="矩形 121">
              <a:extLst>
                <a:ext uri="{FF2B5EF4-FFF2-40B4-BE49-F238E27FC236}">
                  <a16:creationId xmlns:a16="http://schemas.microsoft.com/office/drawing/2014/main" id="{24D688F0-2352-4B39-A376-4C32082BEF88}"/>
                </a:ext>
              </a:extLst>
            </p:cNvPr>
            <p:cNvSpPr/>
            <p:nvPr/>
          </p:nvSpPr>
          <p:spPr>
            <a:xfrm>
              <a:off x="3176708" y="3284700"/>
              <a:ext cx="622850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b="1" i="1" dirty="0">
                  <a:solidFill>
                    <a:srgbClr val="FF0000"/>
                  </a:solidFill>
                  <a:latin typeface="NimbusRomDOT-Reg"/>
                </a:rPr>
                <a:t>N</a:t>
              </a:r>
              <a:endParaRPr lang="zh-CN" altLang="en-US" b="1" i="1" baseline="-25000" dirty="0">
                <a:solidFill>
                  <a:srgbClr val="FF0000"/>
                </a:solidFill>
                <a:latin typeface="NimbusRomDOT-Reg"/>
              </a:endParaRPr>
            </a:p>
          </p:txBody>
        </p:sp>
        <p:sp>
          <p:nvSpPr>
            <p:cNvPr id="123" name="矩形 122">
              <a:extLst>
                <a:ext uri="{FF2B5EF4-FFF2-40B4-BE49-F238E27FC236}">
                  <a16:creationId xmlns:a16="http://schemas.microsoft.com/office/drawing/2014/main" id="{8E247EE7-61CF-4C3D-AEEB-5FE9BCD3808A}"/>
                </a:ext>
              </a:extLst>
            </p:cNvPr>
            <p:cNvSpPr/>
            <p:nvPr/>
          </p:nvSpPr>
          <p:spPr>
            <a:xfrm>
              <a:off x="2549333" y="3284700"/>
              <a:ext cx="622850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b="1" i="1" dirty="0">
                  <a:latin typeface="NimbusRomDOT-Reg"/>
                </a:rPr>
                <a:t>…</a:t>
              </a:r>
              <a:endParaRPr lang="zh-CN" altLang="en-US" b="1" i="1" baseline="-25000" dirty="0">
                <a:latin typeface="NimbusRomDOT-Reg"/>
              </a:endParaRPr>
            </a:p>
          </p:txBody>
        </p:sp>
        <p:sp>
          <p:nvSpPr>
            <p:cNvPr id="125" name="矩形 124">
              <a:extLst>
                <a:ext uri="{FF2B5EF4-FFF2-40B4-BE49-F238E27FC236}">
                  <a16:creationId xmlns:a16="http://schemas.microsoft.com/office/drawing/2014/main" id="{0DA3AE54-360F-427F-8115-57CC98D11D2C}"/>
                </a:ext>
              </a:extLst>
            </p:cNvPr>
            <p:cNvSpPr/>
            <p:nvPr/>
          </p:nvSpPr>
          <p:spPr>
            <a:xfrm>
              <a:off x="1928178" y="3284700"/>
              <a:ext cx="622850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b="1" i="1" dirty="0">
                  <a:latin typeface="NimbusRomDOT-Reg"/>
                </a:rPr>
                <a:t>K</a:t>
              </a:r>
              <a:r>
                <a:rPr lang="en-US" altLang="zh-CN" b="1" i="1" baseline="-25000" dirty="0">
                  <a:latin typeface="NimbusRomDOT-Reg"/>
                </a:rPr>
                <a:t>1</a:t>
              </a:r>
              <a:endParaRPr lang="zh-CN" altLang="en-US" b="1" i="1" baseline="-25000" dirty="0">
                <a:latin typeface="NimbusRomDOT-Reg"/>
              </a:endParaRPr>
            </a:p>
          </p:txBody>
        </p:sp>
        <p:sp>
          <p:nvSpPr>
            <p:cNvPr id="126" name="矩形 125">
              <a:extLst>
                <a:ext uri="{FF2B5EF4-FFF2-40B4-BE49-F238E27FC236}">
                  <a16:creationId xmlns:a16="http://schemas.microsoft.com/office/drawing/2014/main" id="{3CD3DC7A-68FE-4E52-AF10-3133F5B41223}"/>
                </a:ext>
              </a:extLst>
            </p:cNvPr>
            <p:cNvSpPr/>
            <p:nvPr/>
          </p:nvSpPr>
          <p:spPr>
            <a:xfrm>
              <a:off x="1305328" y="3284700"/>
              <a:ext cx="622850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b="1" i="1" dirty="0">
                  <a:latin typeface="NimbusRomDOT-Reg"/>
                </a:rPr>
                <a:t>P</a:t>
              </a:r>
              <a:r>
                <a:rPr lang="en-US" altLang="zh-CN" b="1" i="1" baseline="-25000" dirty="0">
                  <a:latin typeface="NimbusRomDOT-Reg"/>
                </a:rPr>
                <a:t>1</a:t>
              </a:r>
              <a:endParaRPr lang="zh-CN" altLang="en-US" b="1" i="1" baseline="-25000" dirty="0">
                <a:latin typeface="NimbusRomDOT-Reg"/>
              </a:endParaRPr>
            </a:p>
          </p:txBody>
        </p:sp>
      </p:grpSp>
      <p:grpSp>
        <p:nvGrpSpPr>
          <p:cNvPr id="135" name="组合 134">
            <a:extLst>
              <a:ext uri="{FF2B5EF4-FFF2-40B4-BE49-F238E27FC236}">
                <a16:creationId xmlns:a16="http://schemas.microsoft.com/office/drawing/2014/main" id="{9EE09231-3EF5-47DE-A694-BC0B24E57333}"/>
              </a:ext>
            </a:extLst>
          </p:cNvPr>
          <p:cNvGrpSpPr/>
          <p:nvPr/>
        </p:nvGrpSpPr>
        <p:grpSpPr>
          <a:xfrm>
            <a:off x="3813133" y="3285800"/>
            <a:ext cx="3733710" cy="470452"/>
            <a:chOff x="3804083" y="3284700"/>
            <a:chExt cx="3733710" cy="470452"/>
          </a:xfrm>
        </p:grpSpPr>
        <p:sp>
          <p:nvSpPr>
            <p:cNvPr id="120" name="矩形 119">
              <a:extLst>
                <a:ext uri="{FF2B5EF4-FFF2-40B4-BE49-F238E27FC236}">
                  <a16:creationId xmlns:a16="http://schemas.microsoft.com/office/drawing/2014/main" id="{33DBC02A-5A0C-478D-BE40-D4EB65D15C1C}"/>
                </a:ext>
              </a:extLst>
            </p:cNvPr>
            <p:cNvSpPr/>
            <p:nvPr/>
          </p:nvSpPr>
          <p:spPr>
            <a:xfrm>
              <a:off x="6292093" y="3284700"/>
              <a:ext cx="622850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b="1" i="1" dirty="0">
                  <a:latin typeface="NimbusRomDOT-Reg"/>
                </a:rPr>
                <a:t>K</a:t>
              </a:r>
              <a:r>
                <a:rPr lang="en-US" altLang="zh-CN" b="1" i="1" baseline="-25000" dirty="0">
                  <a:latin typeface="NimbusRomDOT-Reg"/>
                </a:rPr>
                <a:t>n-1</a:t>
              </a:r>
              <a:endParaRPr lang="zh-CN" altLang="en-US" b="1" i="1" baseline="-25000" dirty="0">
                <a:latin typeface="NimbusRomDOT-Reg"/>
              </a:endParaRPr>
            </a:p>
          </p:txBody>
        </p:sp>
        <p:sp>
          <p:nvSpPr>
            <p:cNvPr id="121" name="矩形 120">
              <a:extLst>
                <a:ext uri="{FF2B5EF4-FFF2-40B4-BE49-F238E27FC236}">
                  <a16:creationId xmlns:a16="http://schemas.microsoft.com/office/drawing/2014/main" id="{D25D2754-FF35-4BCB-B4DA-1D47FBE43180}"/>
                </a:ext>
              </a:extLst>
            </p:cNvPr>
            <p:cNvSpPr/>
            <p:nvPr/>
          </p:nvSpPr>
          <p:spPr>
            <a:xfrm>
              <a:off x="6914943" y="3284700"/>
              <a:ext cx="622850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b="1" i="1" dirty="0" err="1">
                  <a:latin typeface="NimbusRomDOT-Reg"/>
                </a:rPr>
                <a:t>P</a:t>
              </a:r>
              <a:r>
                <a:rPr lang="en-US" altLang="zh-CN" b="1" i="1" baseline="-25000" dirty="0" err="1">
                  <a:latin typeface="NimbusRomDOT-Reg"/>
                </a:rPr>
                <a:t>n</a:t>
              </a:r>
              <a:endParaRPr lang="zh-CN" altLang="en-US" b="1" i="1" baseline="-25000" dirty="0">
                <a:latin typeface="NimbusRomDOT-Reg"/>
              </a:endParaRPr>
            </a:p>
          </p:txBody>
        </p:sp>
        <p:sp>
          <p:nvSpPr>
            <p:cNvPr id="124" name="矩形 123">
              <a:extLst>
                <a:ext uri="{FF2B5EF4-FFF2-40B4-BE49-F238E27FC236}">
                  <a16:creationId xmlns:a16="http://schemas.microsoft.com/office/drawing/2014/main" id="{6B1A2CDE-D019-4F39-96E4-265D795A918E}"/>
                </a:ext>
              </a:extLst>
            </p:cNvPr>
            <p:cNvSpPr/>
            <p:nvPr/>
          </p:nvSpPr>
          <p:spPr>
            <a:xfrm>
              <a:off x="5669243" y="3284700"/>
              <a:ext cx="622850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b="1" i="1" dirty="0">
                  <a:latin typeface="NimbusRomDOT-Reg"/>
                </a:rPr>
                <a:t>P</a:t>
              </a:r>
              <a:r>
                <a:rPr lang="en-US" altLang="zh-CN" b="1" i="1" baseline="-25000" dirty="0">
                  <a:latin typeface="NimbusRomDOT-Reg"/>
                </a:rPr>
                <a:t>n-1</a:t>
              </a:r>
              <a:endParaRPr lang="zh-CN" altLang="en-US" b="1" i="1" baseline="-25000" dirty="0">
                <a:latin typeface="NimbusRomDOT-Reg"/>
              </a:endParaRPr>
            </a:p>
          </p:txBody>
        </p:sp>
        <p:sp>
          <p:nvSpPr>
            <p:cNvPr id="127" name="矩形 126">
              <a:extLst>
                <a:ext uri="{FF2B5EF4-FFF2-40B4-BE49-F238E27FC236}">
                  <a16:creationId xmlns:a16="http://schemas.microsoft.com/office/drawing/2014/main" id="{2722AFB1-5C8A-495E-9413-AB491DB43882}"/>
                </a:ext>
              </a:extLst>
            </p:cNvPr>
            <p:cNvSpPr/>
            <p:nvPr/>
          </p:nvSpPr>
          <p:spPr>
            <a:xfrm>
              <a:off x="5046393" y="3284700"/>
              <a:ext cx="622850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b="1" i="1" dirty="0">
                  <a:latin typeface="NimbusRomDOT-Reg"/>
                </a:rPr>
                <a:t>…</a:t>
              </a:r>
              <a:endParaRPr lang="zh-CN" altLang="en-US" b="1" i="1" baseline="-25000" dirty="0">
                <a:latin typeface="NimbusRomDOT-Reg"/>
              </a:endParaRPr>
            </a:p>
          </p:txBody>
        </p:sp>
        <p:sp>
          <p:nvSpPr>
            <p:cNvPr id="128" name="矩形 127">
              <a:extLst>
                <a:ext uri="{FF2B5EF4-FFF2-40B4-BE49-F238E27FC236}">
                  <a16:creationId xmlns:a16="http://schemas.microsoft.com/office/drawing/2014/main" id="{37F41C80-04D4-473D-85F5-B9975C03A478}"/>
                </a:ext>
              </a:extLst>
            </p:cNvPr>
            <p:cNvSpPr/>
            <p:nvPr/>
          </p:nvSpPr>
          <p:spPr>
            <a:xfrm>
              <a:off x="3804083" y="3284700"/>
              <a:ext cx="622850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b="1" i="1" dirty="0">
                  <a:latin typeface="NimbusRomDOT-Reg"/>
                </a:rPr>
                <a:t>K</a:t>
              </a:r>
              <a:r>
                <a:rPr lang="en-US" altLang="zh-CN" b="1" i="1" baseline="-25000" dirty="0">
                  <a:latin typeface="NimbusRomDOT-Reg"/>
                </a:rPr>
                <a:t>m</a:t>
              </a:r>
              <a:endParaRPr lang="zh-CN" altLang="en-US" b="1" i="1" baseline="-25000" dirty="0">
                <a:latin typeface="NimbusRomDOT-Reg"/>
              </a:endParaRPr>
            </a:p>
          </p:txBody>
        </p:sp>
        <p:sp>
          <p:nvSpPr>
            <p:cNvPr id="129" name="矩形 128">
              <a:extLst>
                <a:ext uri="{FF2B5EF4-FFF2-40B4-BE49-F238E27FC236}">
                  <a16:creationId xmlns:a16="http://schemas.microsoft.com/office/drawing/2014/main" id="{DE81D0E5-8D7D-4E92-938F-11FB7DFFDE8D}"/>
                </a:ext>
              </a:extLst>
            </p:cNvPr>
            <p:cNvSpPr/>
            <p:nvPr/>
          </p:nvSpPr>
          <p:spPr>
            <a:xfrm>
              <a:off x="4425238" y="3284700"/>
              <a:ext cx="622850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b="1" i="1" dirty="0">
                  <a:latin typeface="NimbusRomDOT-Reg"/>
                </a:rPr>
                <a:t>P</a:t>
              </a:r>
              <a:r>
                <a:rPr lang="en-US" altLang="zh-CN" b="1" i="1" baseline="-25000" dirty="0">
                  <a:latin typeface="NimbusRomDOT-Reg"/>
                </a:rPr>
                <a:t>m+1</a:t>
              </a:r>
              <a:endParaRPr lang="zh-CN" altLang="en-US" b="1" i="1" baseline="-25000" dirty="0">
                <a:latin typeface="NimbusRomDOT-Reg"/>
              </a:endParaRPr>
            </a:p>
          </p:txBody>
        </p:sp>
      </p:grpSp>
      <p:cxnSp>
        <p:nvCxnSpPr>
          <p:cNvPr id="110" name="直接箭头连接符 109">
            <a:extLst>
              <a:ext uri="{FF2B5EF4-FFF2-40B4-BE49-F238E27FC236}">
                <a16:creationId xmlns:a16="http://schemas.microsoft.com/office/drawing/2014/main" id="{645E4CB5-021C-49CA-A526-F30F23CA5ABD}"/>
              </a:ext>
            </a:extLst>
          </p:cNvPr>
          <p:cNvCxnSpPr>
            <a:cxnSpLocks/>
            <a:stCxn id="114" idx="2"/>
            <a:endCxn id="102" idx="0"/>
          </p:cNvCxnSpPr>
          <p:nvPr/>
        </p:nvCxnSpPr>
        <p:spPr>
          <a:xfrm>
            <a:off x="4736663" y="3753661"/>
            <a:ext cx="2496193" cy="690538"/>
          </a:xfrm>
          <a:prstGeom prst="straightConnector1">
            <a:avLst/>
          </a:prstGeom>
          <a:ln w="25400">
            <a:solidFill>
              <a:schemeClr val="tx1"/>
            </a:solidFill>
            <a:headEnd type="oval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直接箭头连接符 89">
            <a:extLst>
              <a:ext uri="{FF2B5EF4-FFF2-40B4-BE49-F238E27FC236}">
                <a16:creationId xmlns:a16="http://schemas.microsoft.com/office/drawing/2014/main" id="{DC0D23D5-C298-43C0-865B-E1BC888ADE5A}"/>
              </a:ext>
            </a:extLst>
          </p:cNvPr>
          <p:cNvCxnSpPr>
            <a:cxnSpLocks/>
            <a:stCxn id="16" idx="2"/>
            <a:endCxn id="93" idx="0"/>
          </p:cNvCxnSpPr>
          <p:nvPr/>
        </p:nvCxnSpPr>
        <p:spPr>
          <a:xfrm flipH="1">
            <a:off x="3346480" y="3753661"/>
            <a:ext cx="141653" cy="690538"/>
          </a:xfrm>
          <a:prstGeom prst="straightConnector1">
            <a:avLst/>
          </a:prstGeom>
          <a:ln w="25400">
            <a:solidFill>
              <a:schemeClr val="tx1"/>
            </a:solidFill>
            <a:headEnd type="oval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8" name="组合 137">
            <a:extLst>
              <a:ext uri="{FF2B5EF4-FFF2-40B4-BE49-F238E27FC236}">
                <a16:creationId xmlns:a16="http://schemas.microsoft.com/office/drawing/2014/main" id="{AF482029-3427-47DC-999E-6081B92B2B3F}"/>
              </a:ext>
            </a:extLst>
          </p:cNvPr>
          <p:cNvGrpSpPr/>
          <p:nvPr/>
        </p:nvGrpSpPr>
        <p:grpSpPr>
          <a:xfrm>
            <a:off x="9346251" y="5476126"/>
            <a:ext cx="1238188" cy="470452"/>
            <a:chOff x="9197883" y="3429000"/>
            <a:chExt cx="1238188" cy="470452"/>
          </a:xfrm>
        </p:grpSpPr>
        <p:sp>
          <p:nvSpPr>
            <p:cNvPr id="136" name="矩形 135">
              <a:extLst>
                <a:ext uri="{FF2B5EF4-FFF2-40B4-BE49-F238E27FC236}">
                  <a16:creationId xmlns:a16="http://schemas.microsoft.com/office/drawing/2014/main" id="{77FDA14A-39FF-44B1-82E2-AE44CA38D158}"/>
                </a:ext>
              </a:extLst>
            </p:cNvPr>
            <p:cNvSpPr/>
            <p:nvPr/>
          </p:nvSpPr>
          <p:spPr>
            <a:xfrm>
              <a:off x="9197883" y="3429000"/>
              <a:ext cx="622850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b="1" i="1" dirty="0">
                  <a:solidFill>
                    <a:srgbClr val="FF0000"/>
                  </a:solidFill>
                  <a:latin typeface="NimbusRomDOT-Reg"/>
                </a:rPr>
                <a:t>K’</a:t>
              </a:r>
              <a:endParaRPr lang="zh-CN" altLang="en-US" b="1" i="1" baseline="-25000" dirty="0">
                <a:solidFill>
                  <a:srgbClr val="FF0000"/>
                </a:solidFill>
                <a:latin typeface="NimbusRomDOT-Reg"/>
              </a:endParaRPr>
            </a:p>
          </p:txBody>
        </p:sp>
        <p:sp>
          <p:nvSpPr>
            <p:cNvPr id="137" name="矩形 136">
              <a:extLst>
                <a:ext uri="{FF2B5EF4-FFF2-40B4-BE49-F238E27FC236}">
                  <a16:creationId xmlns:a16="http://schemas.microsoft.com/office/drawing/2014/main" id="{59834095-5A9A-4BB2-B913-D6FC2369F8C0}"/>
                </a:ext>
              </a:extLst>
            </p:cNvPr>
            <p:cNvSpPr/>
            <p:nvPr/>
          </p:nvSpPr>
          <p:spPr>
            <a:xfrm>
              <a:off x="9813221" y="3429000"/>
              <a:ext cx="622850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b="1" i="1" dirty="0">
                  <a:solidFill>
                    <a:srgbClr val="FF0000"/>
                  </a:solidFill>
                  <a:latin typeface="NimbusRomDOT-Reg"/>
                </a:rPr>
                <a:t>N’</a:t>
              </a:r>
              <a:endParaRPr lang="zh-CN" altLang="en-US" b="1" i="1" baseline="-25000" dirty="0">
                <a:solidFill>
                  <a:srgbClr val="FF0000"/>
                </a:solidFill>
                <a:latin typeface="NimbusRomDOT-Reg"/>
              </a:endParaRPr>
            </a:p>
          </p:txBody>
        </p:sp>
      </p:grpSp>
      <p:grpSp>
        <p:nvGrpSpPr>
          <p:cNvPr id="141" name="组合 140">
            <a:extLst>
              <a:ext uri="{FF2B5EF4-FFF2-40B4-BE49-F238E27FC236}">
                <a16:creationId xmlns:a16="http://schemas.microsoft.com/office/drawing/2014/main" id="{CCD01263-B660-4426-A4AA-5CE55569AD81}"/>
              </a:ext>
            </a:extLst>
          </p:cNvPr>
          <p:cNvGrpSpPr/>
          <p:nvPr/>
        </p:nvGrpSpPr>
        <p:grpSpPr>
          <a:xfrm>
            <a:off x="1305328" y="3283208"/>
            <a:ext cx="6228500" cy="470452"/>
            <a:chOff x="3417306" y="2178715"/>
            <a:chExt cx="6228500" cy="470452"/>
          </a:xfrm>
        </p:grpSpPr>
        <p:sp>
          <p:nvSpPr>
            <p:cNvPr id="68" name="矩形 67">
              <a:extLst>
                <a:ext uri="{FF2B5EF4-FFF2-40B4-BE49-F238E27FC236}">
                  <a16:creationId xmlns:a16="http://schemas.microsoft.com/office/drawing/2014/main" id="{F112C272-4AE0-4C85-84D9-955214B65346}"/>
                </a:ext>
              </a:extLst>
            </p:cNvPr>
            <p:cNvSpPr/>
            <p:nvPr/>
          </p:nvSpPr>
          <p:spPr>
            <a:xfrm>
              <a:off x="7154406" y="2178715"/>
              <a:ext cx="622850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b="1" i="1" baseline="-25000" dirty="0">
                <a:latin typeface="NimbusRomDOT-Reg"/>
              </a:endParaRPr>
            </a:p>
          </p:txBody>
        </p:sp>
        <p:sp>
          <p:nvSpPr>
            <p:cNvPr id="69" name="矩形 68">
              <a:extLst>
                <a:ext uri="{FF2B5EF4-FFF2-40B4-BE49-F238E27FC236}">
                  <a16:creationId xmlns:a16="http://schemas.microsoft.com/office/drawing/2014/main" id="{FCFFB646-BD96-4D1B-B38E-6E9C6626B687}"/>
                </a:ext>
              </a:extLst>
            </p:cNvPr>
            <p:cNvSpPr/>
            <p:nvPr/>
          </p:nvSpPr>
          <p:spPr>
            <a:xfrm>
              <a:off x="7777256" y="2178715"/>
              <a:ext cx="622850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b="1" i="1" baseline="-25000" dirty="0">
                <a:latin typeface="NimbusRomDOT-Reg"/>
              </a:endParaRPr>
            </a:p>
          </p:txBody>
        </p:sp>
        <p:sp>
          <p:nvSpPr>
            <p:cNvPr id="70" name="矩形 69">
              <a:extLst>
                <a:ext uri="{FF2B5EF4-FFF2-40B4-BE49-F238E27FC236}">
                  <a16:creationId xmlns:a16="http://schemas.microsoft.com/office/drawing/2014/main" id="{3463CBFD-6C41-445A-B2FA-4C01C93746F1}"/>
                </a:ext>
              </a:extLst>
            </p:cNvPr>
            <p:cNvSpPr/>
            <p:nvPr/>
          </p:nvSpPr>
          <p:spPr>
            <a:xfrm>
              <a:off x="5285856" y="2178715"/>
              <a:ext cx="622850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b="1" i="1" baseline="-25000" dirty="0">
                <a:latin typeface="NimbusRomDOT-Reg"/>
              </a:endParaRPr>
            </a:p>
          </p:txBody>
        </p:sp>
        <p:sp>
          <p:nvSpPr>
            <p:cNvPr id="71" name="矩形 70">
              <a:extLst>
                <a:ext uri="{FF2B5EF4-FFF2-40B4-BE49-F238E27FC236}">
                  <a16:creationId xmlns:a16="http://schemas.microsoft.com/office/drawing/2014/main" id="{C11F86FF-AFBC-40B0-BDD4-DD5D2582445C}"/>
                </a:ext>
              </a:extLst>
            </p:cNvPr>
            <p:cNvSpPr/>
            <p:nvPr/>
          </p:nvSpPr>
          <p:spPr>
            <a:xfrm>
              <a:off x="4663006" y="2178715"/>
              <a:ext cx="622850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b="1" i="1" baseline="-25000" dirty="0">
                <a:latin typeface="NimbusRomDOT-Reg"/>
              </a:endParaRPr>
            </a:p>
          </p:txBody>
        </p:sp>
        <p:sp>
          <p:nvSpPr>
            <p:cNvPr id="72" name="矩形 71">
              <a:extLst>
                <a:ext uri="{FF2B5EF4-FFF2-40B4-BE49-F238E27FC236}">
                  <a16:creationId xmlns:a16="http://schemas.microsoft.com/office/drawing/2014/main" id="{8F9BAE3A-7574-48C5-BE1A-67DCBBB89ECA}"/>
                </a:ext>
              </a:extLst>
            </p:cNvPr>
            <p:cNvSpPr/>
            <p:nvPr/>
          </p:nvSpPr>
          <p:spPr>
            <a:xfrm>
              <a:off x="5908706" y="2178715"/>
              <a:ext cx="622850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b="1" i="1" dirty="0">
                  <a:latin typeface="NimbusRomDOT-Reg"/>
                </a:rPr>
                <a:t>…</a:t>
              </a:r>
              <a:endParaRPr lang="zh-CN" altLang="en-US" b="1" i="1" baseline="-25000" dirty="0">
                <a:latin typeface="NimbusRomDOT-Reg"/>
              </a:endParaRPr>
            </a:p>
          </p:txBody>
        </p:sp>
        <p:sp>
          <p:nvSpPr>
            <p:cNvPr id="73" name="矩形 72">
              <a:extLst>
                <a:ext uri="{FF2B5EF4-FFF2-40B4-BE49-F238E27FC236}">
                  <a16:creationId xmlns:a16="http://schemas.microsoft.com/office/drawing/2014/main" id="{D1CC6737-6867-487C-AB7F-E954AD48FF9B}"/>
                </a:ext>
              </a:extLst>
            </p:cNvPr>
            <p:cNvSpPr/>
            <p:nvPr/>
          </p:nvSpPr>
          <p:spPr>
            <a:xfrm>
              <a:off x="6531556" y="2178715"/>
              <a:ext cx="622850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b="1" i="1" baseline="-25000" dirty="0">
                <a:latin typeface="NimbusRomDOT-Reg"/>
              </a:endParaRPr>
            </a:p>
          </p:txBody>
        </p:sp>
        <p:sp>
          <p:nvSpPr>
            <p:cNvPr id="74" name="矩形 73">
              <a:extLst>
                <a:ext uri="{FF2B5EF4-FFF2-40B4-BE49-F238E27FC236}">
                  <a16:creationId xmlns:a16="http://schemas.microsoft.com/office/drawing/2014/main" id="{5B61C556-98F3-4BDE-94E7-3A2A165256F8}"/>
                </a:ext>
              </a:extLst>
            </p:cNvPr>
            <p:cNvSpPr/>
            <p:nvPr/>
          </p:nvSpPr>
          <p:spPr>
            <a:xfrm>
              <a:off x="4040156" y="2178715"/>
              <a:ext cx="622850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b="1" i="1" baseline="-25000" dirty="0">
                <a:latin typeface="NimbusRomDOT-Reg"/>
              </a:endParaRPr>
            </a:p>
          </p:txBody>
        </p:sp>
        <p:sp>
          <p:nvSpPr>
            <p:cNvPr id="75" name="矩形 74">
              <a:extLst>
                <a:ext uri="{FF2B5EF4-FFF2-40B4-BE49-F238E27FC236}">
                  <a16:creationId xmlns:a16="http://schemas.microsoft.com/office/drawing/2014/main" id="{0B8B11C9-3BC0-4320-980E-B7555449FC99}"/>
                </a:ext>
              </a:extLst>
            </p:cNvPr>
            <p:cNvSpPr/>
            <p:nvPr/>
          </p:nvSpPr>
          <p:spPr>
            <a:xfrm>
              <a:off x="3417306" y="2178715"/>
              <a:ext cx="622850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b="1" i="1" baseline="-25000" dirty="0">
                <a:latin typeface="NimbusRomDOT-Reg"/>
              </a:endParaRPr>
            </a:p>
          </p:txBody>
        </p:sp>
        <p:sp>
          <p:nvSpPr>
            <p:cNvPr id="139" name="矩形 138">
              <a:extLst>
                <a:ext uri="{FF2B5EF4-FFF2-40B4-BE49-F238E27FC236}">
                  <a16:creationId xmlns:a16="http://schemas.microsoft.com/office/drawing/2014/main" id="{C8A4F65E-0938-4AB6-A33C-84DB4F2F1373}"/>
                </a:ext>
              </a:extLst>
            </p:cNvPr>
            <p:cNvSpPr/>
            <p:nvPr/>
          </p:nvSpPr>
          <p:spPr>
            <a:xfrm>
              <a:off x="8400106" y="2178715"/>
              <a:ext cx="622850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b="1" i="1" baseline="-25000" dirty="0">
                <a:latin typeface="NimbusRomDOT-Reg"/>
              </a:endParaRPr>
            </a:p>
          </p:txBody>
        </p:sp>
        <p:sp>
          <p:nvSpPr>
            <p:cNvPr id="140" name="矩形 139">
              <a:extLst>
                <a:ext uri="{FF2B5EF4-FFF2-40B4-BE49-F238E27FC236}">
                  <a16:creationId xmlns:a16="http://schemas.microsoft.com/office/drawing/2014/main" id="{88A4B63F-E1A6-48BA-9972-5F4F67FBED68}"/>
                </a:ext>
              </a:extLst>
            </p:cNvPr>
            <p:cNvSpPr/>
            <p:nvPr/>
          </p:nvSpPr>
          <p:spPr>
            <a:xfrm>
              <a:off x="9022956" y="2178715"/>
              <a:ext cx="622850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b="1" i="1" baseline="-25000" dirty="0">
                <a:latin typeface="NimbusRomDOT-Reg"/>
              </a:endParaRPr>
            </a:p>
          </p:txBody>
        </p:sp>
      </p:grpSp>
      <p:grpSp>
        <p:nvGrpSpPr>
          <p:cNvPr id="169" name="组合 168">
            <a:extLst>
              <a:ext uri="{FF2B5EF4-FFF2-40B4-BE49-F238E27FC236}">
                <a16:creationId xmlns:a16="http://schemas.microsoft.com/office/drawing/2014/main" id="{5C0111CF-779D-444C-94E5-75C5850E753F}"/>
              </a:ext>
            </a:extLst>
          </p:cNvPr>
          <p:cNvGrpSpPr/>
          <p:nvPr/>
        </p:nvGrpSpPr>
        <p:grpSpPr>
          <a:xfrm>
            <a:off x="1297288" y="5498356"/>
            <a:ext cx="3734439" cy="470452"/>
            <a:chOff x="2868526" y="2164546"/>
            <a:chExt cx="3734439" cy="470452"/>
          </a:xfrm>
        </p:grpSpPr>
        <p:sp>
          <p:nvSpPr>
            <p:cNvPr id="157" name="矩形 156">
              <a:extLst>
                <a:ext uri="{FF2B5EF4-FFF2-40B4-BE49-F238E27FC236}">
                  <a16:creationId xmlns:a16="http://schemas.microsoft.com/office/drawing/2014/main" id="{DCDF0ED5-68E0-4421-81FF-560EA8EBC280}"/>
                </a:ext>
              </a:extLst>
            </p:cNvPr>
            <p:cNvSpPr/>
            <p:nvPr/>
          </p:nvSpPr>
          <p:spPr>
            <a:xfrm>
              <a:off x="4739422" y="2164546"/>
              <a:ext cx="622850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b="1" i="1" dirty="0">
                  <a:latin typeface="NimbusRomDOT-Reg"/>
                </a:rPr>
                <a:t>…</a:t>
              </a:r>
              <a:endParaRPr lang="zh-CN" altLang="en-US" b="1" i="1" baseline="-25000" dirty="0">
                <a:latin typeface="NimbusRomDOT-Reg"/>
              </a:endParaRPr>
            </a:p>
          </p:txBody>
        </p:sp>
        <p:sp>
          <p:nvSpPr>
            <p:cNvPr id="158" name="矩形 157">
              <a:extLst>
                <a:ext uri="{FF2B5EF4-FFF2-40B4-BE49-F238E27FC236}">
                  <a16:creationId xmlns:a16="http://schemas.microsoft.com/office/drawing/2014/main" id="{EEF0A996-EB75-46B7-B17F-BA77FDB1E990}"/>
                </a:ext>
              </a:extLst>
            </p:cNvPr>
            <p:cNvSpPr/>
            <p:nvPr/>
          </p:nvSpPr>
          <p:spPr>
            <a:xfrm>
              <a:off x="4116572" y="2164546"/>
              <a:ext cx="622850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b="1" i="1" dirty="0">
                  <a:latin typeface="NimbusRomDOT-Reg"/>
                </a:rPr>
                <a:t>P</a:t>
              </a:r>
              <a:r>
                <a:rPr lang="en-US" altLang="zh-CN" b="1" i="1" baseline="-25000" dirty="0">
                  <a:latin typeface="NimbusRomDOT-Reg"/>
                </a:rPr>
                <a:t>2</a:t>
              </a:r>
              <a:endParaRPr lang="zh-CN" altLang="en-US" b="1" i="1" baseline="-25000" dirty="0">
                <a:latin typeface="NimbusRomDOT-Reg"/>
              </a:endParaRPr>
            </a:p>
          </p:txBody>
        </p:sp>
        <p:sp>
          <p:nvSpPr>
            <p:cNvPr id="159" name="矩形 158">
              <a:extLst>
                <a:ext uri="{FF2B5EF4-FFF2-40B4-BE49-F238E27FC236}">
                  <a16:creationId xmlns:a16="http://schemas.microsoft.com/office/drawing/2014/main" id="{9F3CB5EA-911C-41AA-B734-D6D8A9407BDA}"/>
                </a:ext>
              </a:extLst>
            </p:cNvPr>
            <p:cNvSpPr/>
            <p:nvPr/>
          </p:nvSpPr>
          <p:spPr>
            <a:xfrm>
              <a:off x="3491376" y="2164546"/>
              <a:ext cx="622850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b="1" i="1" dirty="0">
                  <a:latin typeface="NimbusRomDOT-Reg"/>
                </a:rPr>
                <a:t>K</a:t>
              </a:r>
              <a:r>
                <a:rPr lang="en-US" altLang="zh-CN" b="1" i="1" baseline="-25000" dirty="0">
                  <a:latin typeface="NimbusRomDOT-Reg"/>
                </a:rPr>
                <a:t>1</a:t>
              </a:r>
              <a:endParaRPr lang="zh-CN" altLang="en-US" b="1" i="1" baseline="-25000" dirty="0">
                <a:latin typeface="NimbusRomDOT-Reg"/>
              </a:endParaRPr>
            </a:p>
          </p:txBody>
        </p:sp>
        <p:sp>
          <p:nvSpPr>
            <p:cNvPr id="160" name="矩形 159">
              <a:extLst>
                <a:ext uri="{FF2B5EF4-FFF2-40B4-BE49-F238E27FC236}">
                  <a16:creationId xmlns:a16="http://schemas.microsoft.com/office/drawing/2014/main" id="{40D4E8CF-E3C4-4000-B804-BC8F9677F617}"/>
                </a:ext>
              </a:extLst>
            </p:cNvPr>
            <p:cNvSpPr/>
            <p:nvPr/>
          </p:nvSpPr>
          <p:spPr>
            <a:xfrm>
              <a:off x="2868526" y="2164546"/>
              <a:ext cx="622850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b="1" i="1" dirty="0">
                  <a:latin typeface="NimbusRomDOT-Reg"/>
                </a:rPr>
                <a:t>P</a:t>
              </a:r>
              <a:r>
                <a:rPr lang="en-US" altLang="zh-CN" b="1" i="1" baseline="-25000" dirty="0">
                  <a:latin typeface="NimbusRomDOT-Reg"/>
                </a:rPr>
                <a:t>1</a:t>
              </a:r>
              <a:endParaRPr lang="zh-CN" altLang="en-US" b="1" i="1" baseline="-25000" dirty="0">
                <a:latin typeface="NimbusRomDOT-Reg"/>
              </a:endParaRPr>
            </a:p>
          </p:txBody>
        </p:sp>
        <p:sp>
          <p:nvSpPr>
            <p:cNvPr id="162" name="矩形 161">
              <a:extLst>
                <a:ext uri="{FF2B5EF4-FFF2-40B4-BE49-F238E27FC236}">
                  <a16:creationId xmlns:a16="http://schemas.microsoft.com/office/drawing/2014/main" id="{32702939-1ECD-44D4-B9C8-2E03F8A30E6A}"/>
                </a:ext>
              </a:extLst>
            </p:cNvPr>
            <p:cNvSpPr/>
            <p:nvPr/>
          </p:nvSpPr>
          <p:spPr>
            <a:xfrm>
              <a:off x="5358960" y="2164546"/>
              <a:ext cx="622850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en-US" altLang="zh-CN" b="1" i="1" dirty="0">
                  <a:solidFill>
                    <a:prstClr val="black"/>
                  </a:solidFill>
                  <a:latin typeface="NimbusRomDOT-Reg"/>
                </a:rPr>
                <a:t>K</a:t>
              </a:r>
              <a:r>
                <a:rPr lang="en-US" altLang="zh-CN" sz="1200" b="1" baseline="-25000" dirty="0">
                  <a:solidFill>
                    <a:prstClr val="black"/>
                  </a:solidFill>
                  <a:latin typeface="NimbusRomDOT-Reg"/>
                </a:rPr>
                <a:t>⌈(</a:t>
              </a:r>
              <a:r>
                <a:rPr lang="en-US" altLang="zh-CN" sz="1200" b="1" i="1" baseline="-25000" dirty="0">
                  <a:solidFill>
                    <a:prstClr val="black"/>
                  </a:solidFill>
                  <a:latin typeface="NimbusRomDOT-Reg"/>
                </a:rPr>
                <a:t>n</a:t>
              </a:r>
              <a:r>
                <a:rPr lang="en-US" altLang="zh-CN" sz="1200" b="1" baseline="-25000" dirty="0">
                  <a:solidFill>
                    <a:prstClr val="black"/>
                  </a:solidFill>
                  <a:latin typeface="NimbusRomDOT-Reg"/>
                </a:rPr>
                <a:t>+1)∕2⌉-1</a:t>
              </a:r>
              <a:endParaRPr lang="zh-CN" altLang="en-US" sz="1100" b="1" i="1" baseline="-25000" dirty="0">
                <a:solidFill>
                  <a:prstClr val="black"/>
                </a:solidFill>
                <a:latin typeface="NimbusRomDOT-Reg"/>
              </a:endParaRPr>
            </a:p>
          </p:txBody>
        </p:sp>
        <p:sp>
          <p:nvSpPr>
            <p:cNvPr id="163" name="矩形 162">
              <a:extLst>
                <a:ext uri="{FF2B5EF4-FFF2-40B4-BE49-F238E27FC236}">
                  <a16:creationId xmlns:a16="http://schemas.microsoft.com/office/drawing/2014/main" id="{89DB270E-5BC3-40A3-B6DA-D5A76B983495}"/>
                </a:ext>
              </a:extLst>
            </p:cNvPr>
            <p:cNvSpPr/>
            <p:nvPr/>
          </p:nvSpPr>
          <p:spPr>
            <a:xfrm>
              <a:off x="5980115" y="2164546"/>
              <a:ext cx="622850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b="1" i="1" dirty="0">
                  <a:solidFill>
                    <a:prstClr val="black"/>
                  </a:solidFill>
                  <a:latin typeface="NimbusRomDOT-Reg"/>
                </a:rPr>
                <a:t>P</a:t>
              </a:r>
              <a:r>
                <a:rPr lang="en-US" altLang="zh-CN" sz="1400" b="1" baseline="-25000" dirty="0">
                  <a:solidFill>
                    <a:prstClr val="black"/>
                  </a:solidFill>
                  <a:latin typeface="NimbusRomDOT-Reg"/>
                </a:rPr>
                <a:t>⌈(</a:t>
              </a:r>
              <a:r>
                <a:rPr lang="en-US" altLang="zh-CN" sz="1400" b="1" i="1" baseline="-25000" dirty="0">
                  <a:solidFill>
                    <a:prstClr val="black"/>
                  </a:solidFill>
                  <a:latin typeface="NimbusRomDOT-Reg"/>
                </a:rPr>
                <a:t>n</a:t>
              </a:r>
              <a:r>
                <a:rPr lang="en-US" altLang="zh-CN" sz="1400" b="1" baseline="-25000" dirty="0">
                  <a:solidFill>
                    <a:prstClr val="black"/>
                  </a:solidFill>
                  <a:latin typeface="NimbusRomDOT-Reg"/>
                </a:rPr>
                <a:t>+1)∕2⌉</a:t>
              </a:r>
              <a:endParaRPr lang="zh-CN" altLang="en-US" sz="1100" b="1" i="1" baseline="-25000" dirty="0">
                <a:latin typeface="NimbusRomDOT-Reg"/>
              </a:endParaRPr>
            </a:p>
          </p:txBody>
        </p:sp>
      </p:grpSp>
      <p:sp>
        <p:nvSpPr>
          <p:cNvPr id="166" name="矩形 165">
            <a:extLst>
              <a:ext uri="{FF2B5EF4-FFF2-40B4-BE49-F238E27FC236}">
                <a16:creationId xmlns:a16="http://schemas.microsoft.com/office/drawing/2014/main" id="{5D58FF79-569C-4F94-AB39-EBD15BEFAB03}"/>
              </a:ext>
            </a:extLst>
          </p:cNvPr>
          <p:cNvSpPr/>
          <p:nvPr/>
        </p:nvSpPr>
        <p:spPr>
          <a:xfrm>
            <a:off x="5033422" y="5498356"/>
            <a:ext cx="622850" cy="47045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lvl="0" algn="ctr"/>
            <a:r>
              <a:rPr lang="en-US" altLang="zh-CN" b="1" i="1" dirty="0">
                <a:solidFill>
                  <a:prstClr val="black"/>
                </a:solidFill>
                <a:latin typeface="NimbusRomDOT-Reg"/>
              </a:rPr>
              <a:t>K</a:t>
            </a:r>
            <a:r>
              <a:rPr lang="en-US" altLang="zh-CN" sz="1200" b="1" baseline="-25000" dirty="0">
                <a:solidFill>
                  <a:prstClr val="black"/>
                </a:solidFill>
                <a:latin typeface="NimbusRomDOT-Reg"/>
              </a:rPr>
              <a:t>⌈(</a:t>
            </a:r>
            <a:r>
              <a:rPr lang="en-US" altLang="zh-CN" sz="1200" b="1" i="1" baseline="-25000" dirty="0">
                <a:solidFill>
                  <a:prstClr val="black"/>
                </a:solidFill>
                <a:latin typeface="NimbusRomDOT-Reg"/>
              </a:rPr>
              <a:t>n</a:t>
            </a:r>
            <a:r>
              <a:rPr lang="en-US" altLang="zh-CN" sz="1200" b="1" baseline="-25000" dirty="0">
                <a:solidFill>
                  <a:prstClr val="black"/>
                </a:solidFill>
                <a:latin typeface="NimbusRomDOT-Reg"/>
              </a:rPr>
              <a:t>+1)∕2⌉</a:t>
            </a:r>
            <a:endParaRPr lang="zh-CN" altLang="en-US" sz="1100" b="1" i="1" baseline="-25000" dirty="0">
              <a:solidFill>
                <a:prstClr val="black"/>
              </a:solidFill>
              <a:latin typeface="NimbusRomDOT-Reg"/>
            </a:endParaRPr>
          </a:p>
        </p:txBody>
      </p:sp>
      <p:grpSp>
        <p:nvGrpSpPr>
          <p:cNvPr id="171" name="组合 170">
            <a:extLst>
              <a:ext uri="{FF2B5EF4-FFF2-40B4-BE49-F238E27FC236}">
                <a16:creationId xmlns:a16="http://schemas.microsoft.com/office/drawing/2014/main" id="{95B2EF3B-8887-427F-95E7-04680E68D7E0}"/>
              </a:ext>
            </a:extLst>
          </p:cNvPr>
          <p:cNvGrpSpPr/>
          <p:nvPr/>
        </p:nvGrpSpPr>
        <p:grpSpPr>
          <a:xfrm>
            <a:off x="5039150" y="2018282"/>
            <a:ext cx="6228500" cy="470452"/>
            <a:chOff x="3417306" y="2178715"/>
            <a:chExt cx="6228500" cy="470452"/>
          </a:xfrm>
        </p:grpSpPr>
        <p:sp>
          <p:nvSpPr>
            <p:cNvPr id="172" name="矩形 171">
              <a:extLst>
                <a:ext uri="{FF2B5EF4-FFF2-40B4-BE49-F238E27FC236}">
                  <a16:creationId xmlns:a16="http://schemas.microsoft.com/office/drawing/2014/main" id="{294CDB87-53B5-45F5-A9FC-6B64A11772EF}"/>
                </a:ext>
              </a:extLst>
            </p:cNvPr>
            <p:cNvSpPr/>
            <p:nvPr/>
          </p:nvSpPr>
          <p:spPr>
            <a:xfrm>
              <a:off x="7154406" y="2178715"/>
              <a:ext cx="622850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b="1" i="1" baseline="-25000" dirty="0">
                <a:latin typeface="NimbusRomDOT-Reg"/>
              </a:endParaRPr>
            </a:p>
          </p:txBody>
        </p:sp>
        <p:sp>
          <p:nvSpPr>
            <p:cNvPr id="173" name="矩形 172">
              <a:extLst>
                <a:ext uri="{FF2B5EF4-FFF2-40B4-BE49-F238E27FC236}">
                  <a16:creationId xmlns:a16="http://schemas.microsoft.com/office/drawing/2014/main" id="{AD551B36-3ACB-467F-8C1B-381743649405}"/>
                </a:ext>
              </a:extLst>
            </p:cNvPr>
            <p:cNvSpPr/>
            <p:nvPr/>
          </p:nvSpPr>
          <p:spPr>
            <a:xfrm>
              <a:off x="7777256" y="2178715"/>
              <a:ext cx="622850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b="1" i="1" baseline="-25000" dirty="0">
                <a:latin typeface="NimbusRomDOT-Reg"/>
              </a:endParaRPr>
            </a:p>
          </p:txBody>
        </p:sp>
        <p:sp>
          <p:nvSpPr>
            <p:cNvPr id="174" name="矩形 173">
              <a:extLst>
                <a:ext uri="{FF2B5EF4-FFF2-40B4-BE49-F238E27FC236}">
                  <a16:creationId xmlns:a16="http://schemas.microsoft.com/office/drawing/2014/main" id="{BD9B1A0F-C20B-41C8-964E-47E65FF25EA2}"/>
                </a:ext>
              </a:extLst>
            </p:cNvPr>
            <p:cNvSpPr/>
            <p:nvPr/>
          </p:nvSpPr>
          <p:spPr>
            <a:xfrm>
              <a:off x="5285856" y="2178715"/>
              <a:ext cx="622850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b="1" i="1" baseline="-25000" dirty="0">
                <a:latin typeface="NimbusRomDOT-Reg"/>
              </a:endParaRPr>
            </a:p>
          </p:txBody>
        </p:sp>
        <p:sp>
          <p:nvSpPr>
            <p:cNvPr id="175" name="矩形 174">
              <a:extLst>
                <a:ext uri="{FF2B5EF4-FFF2-40B4-BE49-F238E27FC236}">
                  <a16:creationId xmlns:a16="http://schemas.microsoft.com/office/drawing/2014/main" id="{693616D9-67A1-4926-BBA7-4D01F9579334}"/>
                </a:ext>
              </a:extLst>
            </p:cNvPr>
            <p:cNvSpPr/>
            <p:nvPr/>
          </p:nvSpPr>
          <p:spPr>
            <a:xfrm>
              <a:off x="4663006" y="2178715"/>
              <a:ext cx="622850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b="1" i="1" baseline="-25000" dirty="0">
                <a:latin typeface="NimbusRomDOT-Reg"/>
              </a:endParaRPr>
            </a:p>
          </p:txBody>
        </p:sp>
        <p:sp>
          <p:nvSpPr>
            <p:cNvPr id="176" name="矩形 175">
              <a:extLst>
                <a:ext uri="{FF2B5EF4-FFF2-40B4-BE49-F238E27FC236}">
                  <a16:creationId xmlns:a16="http://schemas.microsoft.com/office/drawing/2014/main" id="{5ADDA16E-4551-43CA-95FF-16F60132ACC8}"/>
                </a:ext>
              </a:extLst>
            </p:cNvPr>
            <p:cNvSpPr/>
            <p:nvPr/>
          </p:nvSpPr>
          <p:spPr>
            <a:xfrm>
              <a:off x="5908706" y="2178715"/>
              <a:ext cx="622850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b="1" i="1" dirty="0">
                  <a:latin typeface="NimbusRomDOT-Reg"/>
                </a:rPr>
                <a:t>…</a:t>
              </a:r>
              <a:endParaRPr lang="zh-CN" altLang="en-US" b="1" i="1" baseline="-25000" dirty="0">
                <a:latin typeface="NimbusRomDOT-Reg"/>
              </a:endParaRPr>
            </a:p>
          </p:txBody>
        </p:sp>
        <p:sp>
          <p:nvSpPr>
            <p:cNvPr id="177" name="矩形 176">
              <a:extLst>
                <a:ext uri="{FF2B5EF4-FFF2-40B4-BE49-F238E27FC236}">
                  <a16:creationId xmlns:a16="http://schemas.microsoft.com/office/drawing/2014/main" id="{3F5D5D19-051B-4B48-9397-6900FFE19256}"/>
                </a:ext>
              </a:extLst>
            </p:cNvPr>
            <p:cNvSpPr/>
            <p:nvPr/>
          </p:nvSpPr>
          <p:spPr>
            <a:xfrm>
              <a:off x="6531556" y="2178715"/>
              <a:ext cx="622850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b="1" i="1" baseline="-25000" dirty="0">
                <a:latin typeface="NimbusRomDOT-Reg"/>
              </a:endParaRPr>
            </a:p>
          </p:txBody>
        </p:sp>
        <p:sp>
          <p:nvSpPr>
            <p:cNvPr id="178" name="矩形 177">
              <a:extLst>
                <a:ext uri="{FF2B5EF4-FFF2-40B4-BE49-F238E27FC236}">
                  <a16:creationId xmlns:a16="http://schemas.microsoft.com/office/drawing/2014/main" id="{1A136BB3-0233-4B7C-8DDA-D6D0650D0E4F}"/>
                </a:ext>
              </a:extLst>
            </p:cNvPr>
            <p:cNvSpPr/>
            <p:nvPr/>
          </p:nvSpPr>
          <p:spPr>
            <a:xfrm>
              <a:off x="4040156" y="2178715"/>
              <a:ext cx="622850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b="1" i="1" baseline="-25000" dirty="0">
                <a:latin typeface="NimbusRomDOT-Reg"/>
              </a:endParaRPr>
            </a:p>
          </p:txBody>
        </p:sp>
        <p:sp>
          <p:nvSpPr>
            <p:cNvPr id="179" name="矩形 178">
              <a:extLst>
                <a:ext uri="{FF2B5EF4-FFF2-40B4-BE49-F238E27FC236}">
                  <a16:creationId xmlns:a16="http://schemas.microsoft.com/office/drawing/2014/main" id="{E813D7B1-5291-4958-91F6-8ABCB6E1515D}"/>
                </a:ext>
              </a:extLst>
            </p:cNvPr>
            <p:cNvSpPr/>
            <p:nvPr/>
          </p:nvSpPr>
          <p:spPr>
            <a:xfrm>
              <a:off x="3417306" y="2178715"/>
              <a:ext cx="622850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b="1" i="1" baseline="-25000" dirty="0">
                <a:latin typeface="NimbusRomDOT-Reg"/>
              </a:endParaRPr>
            </a:p>
          </p:txBody>
        </p:sp>
        <p:sp>
          <p:nvSpPr>
            <p:cNvPr id="180" name="矩形 179">
              <a:extLst>
                <a:ext uri="{FF2B5EF4-FFF2-40B4-BE49-F238E27FC236}">
                  <a16:creationId xmlns:a16="http://schemas.microsoft.com/office/drawing/2014/main" id="{58DCC08C-C15B-496A-8683-3C0ECD09CCD4}"/>
                </a:ext>
              </a:extLst>
            </p:cNvPr>
            <p:cNvSpPr/>
            <p:nvPr/>
          </p:nvSpPr>
          <p:spPr>
            <a:xfrm>
              <a:off x="8400106" y="2178715"/>
              <a:ext cx="622850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b="1" i="1" baseline="-25000" dirty="0">
                <a:latin typeface="NimbusRomDOT-Reg"/>
              </a:endParaRPr>
            </a:p>
          </p:txBody>
        </p:sp>
        <p:sp>
          <p:nvSpPr>
            <p:cNvPr id="181" name="矩形 180">
              <a:extLst>
                <a:ext uri="{FF2B5EF4-FFF2-40B4-BE49-F238E27FC236}">
                  <a16:creationId xmlns:a16="http://schemas.microsoft.com/office/drawing/2014/main" id="{A5404820-07AF-4AAA-8963-BB502EFEF8FB}"/>
                </a:ext>
              </a:extLst>
            </p:cNvPr>
            <p:cNvSpPr/>
            <p:nvPr/>
          </p:nvSpPr>
          <p:spPr>
            <a:xfrm>
              <a:off x="9022956" y="2178715"/>
              <a:ext cx="622850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b="1" i="1" baseline="-25000" dirty="0">
                <a:latin typeface="NimbusRomDOT-Reg"/>
              </a:endParaRPr>
            </a:p>
          </p:txBody>
        </p:sp>
      </p:grpSp>
      <p:grpSp>
        <p:nvGrpSpPr>
          <p:cNvPr id="182" name="组合 181">
            <a:extLst>
              <a:ext uri="{FF2B5EF4-FFF2-40B4-BE49-F238E27FC236}">
                <a16:creationId xmlns:a16="http://schemas.microsoft.com/office/drawing/2014/main" id="{AF47AB66-630C-4704-AFDE-5CEB3FDB2BB9}"/>
              </a:ext>
            </a:extLst>
          </p:cNvPr>
          <p:cNvGrpSpPr/>
          <p:nvPr/>
        </p:nvGrpSpPr>
        <p:grpSpPr>
          <a:xfrm>
            <a:off x="5652197" y="5498356"/>
            <a:ext cx="3114250" cy="470452"/>
            <a:chOff x="8165618" y="2761264"/>
            <a:chExt cx="3114250" cy="470452"/>
          </a:xfrm>
        </p:grpSpPr>
        <p:sp>
          <p:nvSpPr>
            <p:cNvPr id="154" name="矩形 153">
              <a:extLst>
                <a:ext uri="{FF2B5EF4-FFF2-40B4-BE49-F238E27FC236}">
                  <a16:creationId xmlns:a16="http://schemas.microsoft.com/office/drawing/2014/main" id="{05D626C3-9F50-40EF-B3F5-33282C3EF044}"/>
                </a:ext>
              </a:extLst>
            </p:cNvPr>
            <p:cNvSpPr/>
            <p:nvPr/>
          </p:nvSpPr>
          <p:spPr>
            <a:xfrm>
              <a:off x="8788468" y="2761264"/>
              <a:ext cx="622850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b="1" i="1" dirty="0">
                  <a:latin typeface="NimbusRomDOT-Reg"/>
                </a:rPr>
                <a:t>…</a:t>
              </a:r>
              <a:endParaRPr lang="zh-CN" altLang="en-US" b="1" i="1" baseline="-25000" dirty="0">
                <a:latin typeface="NimbusRomDOT-Reg"/>
              </a:endParaRPr>
            </a:p>
          </p:txBody>
        </p:sp>
        <p:sp>
          <p:nvSpPr>
            <p:cNvPr id="155" name="矩形 154">
              <a:extLst>
                <a:ext uri="{FF2B5EF4-FFF2-40B4-BE49-F238E27FC236}">
                  <a16:creationId xmlns:a16="http://schemas.microsoft.com/office/drawing/2014/main" id="{DCA32BAE-439A-4BFC-B410-A57635885F05}"/>
                </a:ext>
              </a:extLst>
            </p:cNvPr>
            <p:cNvSpPr/>
            <p:nvPr/>
          </p:nvSpPr>
          <p:spPr>
            <a:xfrm>
              <a:off x="9411318" y="2761264"/>
              <a:ext cx="622850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b="1" i="1" dirty="0" err="1">
                  <a:latin typeface="NimbusRomDOT-Reg"/>
                </a:rPr>
                <a:t>P</a:t>
              </a:r>
              <a:r>
                <a:rPr lang="en-US" altLang="zh-CN" b="1" i="1" baseline="-25000" dirty="0" err="1">
                  <a:latin typeface="NimbusRomDOT-Reg"/>
                </a:rPr>
                <a:t>n</a:t>
              </a:r>
              <a:endParaRPr lang="zh-CN" altLang="en-US" b="1" i="1" baseline="-25000" dirty="0">
                <a:latin typeface="NimbusRomDOT-Reg"/>
              </a:endParaRPr>
            </a:p>
          </p:txBody>
        </p:sp>
        <p:sp>
          <p:nvSpPr>
            <p:cNvPr id="164" name="矩形 163">
              <a:extLst>
                <a:ext uri="{FF2B5EF4-FFF2-40B4-BE49-F238E27FC236}">
                  <a16:creationId xmlns:a16="http://schemas.microsoft.com/office/drawing/2014/main" id="{99FDFBC1-2851-4CAD-8DC5-4076AB513EDD}"/>
                </a:ext>
              </a:extLst>
            </p:cNvPr>
            <p:cNvSpPr/>
            <p:nvPr/>
          </p:nvSpPr>
          <p:spPr>
            <a:xfrm>
              <a:off x="10034168" y="2761264"/>
              <a:ext cx="622850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b="1" i="1" dirty="0" err="1">
                  <a:latin typeface="NimbusRomDOT-Reg"/>
                </a:rPr>
                <a:t>K</a:t>
              </a:r>
              <a:r>
                <a:rPr lang="en-US" altLang="zh-CN" b="1" i="1" baseline="-25000" dirty="0" err="1">
                  <a:latin typeface="NimbusRomDOT-Reg"/>
                </a:rPr>
                <a:t>n</a:t>
              </a:r>
              <a:endParaRPr lang="zh-CN" altLang="en-US" b="1" i="1" baseline="-25000" dirty="0">
                <a:latin typeface="NimbusRomDOT-Reg"/>
              </a:endParaRPr>
            </a:p>
          </p:txBody>
        </p:sp>
        <p:sp>
          <p:nvSpPr>
            <p:cNvPr id="165" name="矩形 164">
              <a:extLst>
                <a:ext uri="{FF2B5EF4-FFF2-40B4-BE49-F238E27FC236}">
                  <a16:creationId xmlns:a16="http://schemas.microsoft.com/office/drawing/2014/main" id="{95736B32-AE08-4094-A6E8-5FD3247C015C}"/>
                </a:ext>
              </a:extLst>
            </p:cNvPr>
            <p:cNvSpPr/>
            <p:nvPr/>
          </p:nvSpPr>
          <p:spPr>
            <a:xfrm>
              <a:off x="10657018" y="2761264"/>
              <a:ext cx="622850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b="1" i="1" dirty="0">
                  <a:latin typeface="NimbusRomDOT-Reg"/>
                </a:rPr>
                <a:t>P</a:t>
              </a:r>
              <a:r>
                <a:rPr lang="en-US" altLang="zh-CN" b="1" i="1" baseline="-25000" dirty="0">
                  <a:latin typeface="NimbusRomDOT-Reg"/>
                </a:rPr>
                <a:t>n+1</a:t>
              </a:r>
              <a:endParaRPr lang="zh-CN" altLang="en-US" b="1" i="1" baseline="-25000" dirty="0">
                <a:latin typeface="NimbusRomDOT-Reg"/>
              </a:endParaRPr>
            </a:p>
          </p:txBody>
        </p:sp>
        <p:sp>
          <p:nvSpPr>
            <p:cNvPr id="168" name="矩形 167">
              <a:extLst>
                <a:ext uri="{FF2B5EF4-FFF2-40B4-BE49-F238E27FC236}">
                  <a16:creationId xmlns:a16="http://schemas.microsoft.com/office/drawing/2014/main" id="{8CB90583-2572-4189-9705-6A2B22F5CFF8}"/>
                </a:ext>
              </a:extLst>
            </p:cNvPr>
            <p:cNvSpPr/>
            <p:nvPr/>
          </p:nvSpPr>
          <p:spPr>
            <a:xfrm>
              <a:off x="8165618" y="2761264"/>
              <a:ext cx="622850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b="1" i="1" dirty="0">
                  <a:solidFill>
                    <a:prstClr val="black"/>
                  </a:solidFill>
                  <a:latin typeface="NimbusRomDOT-Reg"/>
                </a:rPr>
                <a:t>P</a:t>
              </a:r>
              <a:r>
                <a:rPr lang="en-US" altLang="zh-CN" sz="1200" b="1" baseline="-25000" dirty="0">
                  <a:solidFill>
                    <a:prstClr val="black"/>
                  </a:solidFill>
                  <a:latin typeface="NimbusRomDOT-Reg"/>
                </a:rPr>
                <a:t>⌈(</a:t>
              </a:r>
              <a:r>
                <a:rPr lang="en-US" altLang="zh-CN" sz="1200" b="1" i="1" baseline="-25000" dirty="0">
                  <a:solidFill>
                    <a:prstClr val="black"/>
                  </a:solidFill>
                  <a:latin typeface="NimbusRomDOT-Reg"/>
                </a:rPr>
                <a:t>n</a:t>
              </a:r>
              <a:r>
                <a:rPr lang="en-US" altLang="zh-CN" sz="1200" b="1" baseline="-25000" dirty="0">
                  <a:solidFill>
                    <a:prstClr val="black"/>
                  </a:solidFill>
                  <a:latin typeface="NimbusRomDOT-Reg"/>
                </a:rPr>
                <a:t>+1)∕2⌉+1</a:t>
              </a:r>
              <a:endParaRPr lang="zh-CN" altLang="en-US" sz="1100" b="1" i="1" baseline="-25000" dirty="0">
                <a:latin typeface="NimbusRomDOT-Reg"/>
              </a:endParaRPr>
            </a:p>
          </p:txBody>
        </p:sp>
      </p:grpSp>
      <p:sp>
        <p:nvSpPr>
          <p:cNvPr id="183" name="矩形 182">
            <a:extLst>
              <a:ext uri="{FF2B5EF4-FFF2-40B4-BE49-F238E27FC236}">
                <a16:creationId xmlns:a16="http://schemas.microsoft.com/office/drawing/2014/main" id="{B4A1A6B3-9308-40EB-A3BE-473A2774CE12}"/>
              </a:ext>
            </a:extLst>
          </p:cNvPr>
          <p:cNvSpPr/>
          <p:nvPr/>
        </p:nvSpPr>
        <p:spPr>
          <a:xfrm>
            <a:off x="4434288" y="2022675"/>
            <a:ext cx="43505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i="1" dirty="0">
                <a:solidFill>
                  <a:srgbClr val="00B050"/>
                </a:solidFill>
                <a:latin typeface="NimbusRomDOT-Reg"/>
              </a:rPr>
              <a:t>P’</a:t>
            </a:r>
            <a:endParaRPr lang="zh-CN" altLang="en-US" sz="2400" dirty="0"/>
          </a:p>
        </p:txBody>
      </p:sp>
      <p:sp>
        <p:nvSpPr>
          <p:cNvPr id="184" name="矩形 183">
            <a:extLst>
              <a:ext uri="{FF2B5EF4-FFF2-40B4-BE49-F238E27FC236}">
                <a16:creationId xmlns:a16="http://schemas.microsoft.com/office/drawing/2014/main" id="{62CAC9E5-CABA-4EB0-B4D7-54BEE06A896E}"/>
              </a:ext>
            </a:extLst>
          </p:cNvPr>
          <p:cNvSpPr/>
          <p:nvPr/>
        </p:nvSpPr>
        <p:spPr>
          <a:xfrm>
            <a:off x="733962" y="2069969"/>
            <a:ext cx="364441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lang="en-US" altLang="zh-CN" sz="2000" b="1" dirty="0" err="1">
                <a:latin typeface="NimbusRomDOT-Reg"/>
              </a:rPr>
              <a:t>Insert_in_parent</a:t>
            </a:r>
            <a:r>
              <a:rPr lang="en-US" altLang="zh-CN" sz="2000" b="1" dirty="0">
                <a:latin typeface="NimbusRomDOT-Reg"/>
              </a:rPr>
              <a:t>(</a:t>
            </a:r>
            <a:r>
              <a:rPr lang="en-US" altLang="zh-CN" sz="2000" b="1" i="1" dirty="0">
                <a:latin typeface="NimbusRomDOT-Reg"/>
              </a:rPr>
              <a:t>P</a:t>
            </a:r>
            <a:r>
              <a:rPr lang="en-US" altLang="zh-CN" sz="2000" b="1" dirty="0">
                <a:latin typeface="NimbusRomDOT-Reg"/>
              </a:rPr>
              <a:t>, </a:t>
            </a:r>
            <a:r>
              <a:rPr lang="en-US" altLang="zh-CN" sz="2000" b="1" i="1" dirty="0">
                <a:highlight>
                  <a:srgbClr val="FFDB97"/>
                </a:highlight>
                <a:latin typeface="NimbusRomDOT-Reg"/>
              </a:rPr>
              <a:t>K</a:t>
            </a:r>
            <a:r>
              <a:rPr lang="en-US" altLang="zh-CN" sz="2000" b="1" baseline="-25000" dirty="0">
                <a:highlight>
                  <a:srgbClr val="FFDB97"/>
                </a:highlight>
                <a:latin typeface="NimbusRomDOT-Reg"/>
              </a:rPr>
              <a:t>⌈(</a:t>
            </a:r>
            <a:r>
              <a:rPr lang="en-US" altLang="zh-CN" sz="2000" b="1" i="1" baseline="-25000" dirty="0">
                <a:highlight>
                  <a:srgbClr val="FFDB97"/>
                </a:highlight>
                <a:latin typeface="NimbusRomDOT-Reg"/>
              </a:rPr>
              <a:t>n</a:t>
            </a:r>
            <a:r>
              <a:rPr lang="en-US" altLang="zh-CN" sz="2000" b="1" baseline="-25000" dirty="0">
                <a:highlight>
                  <a:srgbClr val="FFDB97"/>
                </a:highlight>
                <a:latin typeface="NimbusRomDOT-Reg"/>
              </a:rPr>
              <a:t>+1)∕2⌉</a:t>
            </a:r>
            <a:r>
              <a:rPr lang="en-US" altLang="zh-CN" sz="2000" b="1" dirty="0">
                <a:latin typeface="NimbusRomDOT-Reg"/>
              </a:rPr>
              <a:t>, </a:t>
            </a:r>
            <a:r>
              <a:rPr lang="en-US" altLang="zh-CN" sz="2000" b="1" i="1" dirty="0">
                <a:latin typeface="NimbusRomDOT-Reg"/>
              </a:rPr>
              <a:t>P</a:t>
            </a:r>
            <a:r>
              <a:rPr lang="en-US" altLang="zh-CN" sz="2000" b="1" dirty="0">
                <a:latin typeface="NimbusRomDOT-Reg"/>
              </a:rPr>
              <a:t>′)</a:t>
            </a:r>
          </a:p>
        </p:txBody>
      </p:sp>
      <p:cxnSp>
        <p:nvCxnSpPr>
          <p:cNvPr id="95" name="直接箭头连接符 94">
            <a:extLst>
              <a:ext uri="{FF2B5EF4-FFF2-40B4-BE49-F238E27FC236}">
                <a16:creationId xmlns:a16="http://schemas.microsoft.com/office/drawing/2014/main" id="{DAEE64B0-DB15-4015-A30A-DF709EE0878E}"/>
              </a:ext>
            </a:extLst>
          </p:cNvPr>
          <p:cNvCxnSpPr>
            <a:cxnSpLocks/>
            <a:stCxn id="73" idx="2"/>
            <a:endCxn id="93" idx="0"/>
          </p:cNvCxnSpPr>
          <p:nvPr/>
        </p:nvCxnSpPr>
        <p:spPr>
          <a:xfrm flipH="1">
            <a:off x="3346480" y="3753660"/>
            <a:ext cx="1384523" cy="690539"/>
          </a:xfrm>
          <a:prstGeom prst="straightConnector1">
            <a:avLst/>
          </a:prstGeom>
          <a:ln w="25400">
            <a:solidFill>
              <a:schemeClr val="tx1"/>
            </a:solidFill>
            <a:headEnd type="oval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直接箭头连接符 95">
            <a:extLst>
              <a:ext uri="{FF2B5EF4-FFF2-40B4-BE49-F238E27FC236}">
                <a16:creationId xmlns:a16="http://schemas.microsoft.com/office/drawing/2014/main" id="{C49A4F8F-1870-451A-8FDF-99682775DE36}"/>
              </a:ext>
            </a:extLst>
          </p:cNvPr>
          <p:cNvCxnSpPr>
            <a:cxnSpLocks/>
            <a:stCxn id="179" idx="2"/>
            <a:endCxn id="101" idx="0"/>
          </p:cNvCxnSpPr>
          <p:nvPr/>
        </p:nvCxnSpPr>
        <p:spPr>
          <a:xfrm flipH="1">
            <a:off x="5115641" y="2488734"/>
            <a:ext cx="234934" cy="1955465"/>
          </a:xfrm>
          <a:prstGeom prst="straightConnector1">
            <a:avLst/>
          </a:prstGeom>
          <a:ln w="25400">
            <a:solidFill>
              <a:schemeClr val="tx1"/>
            </a:solidFill>
            <a:headEnd type="oval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56941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79167E-6 -4.44444E-6 L 0.00027 0.32408 " pathEditMode="relative" rAng="0" ptsTypes="AA">
                                      <p:cBhvr>
                                        <p:cTn id="12" dur="2000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" y="16204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58333E-6 4.07407E-6 L -0.0017 0.325 " pathEditMode="relative" rAng="0" ptsTypes="AA">
                                      <p:cBhvr>
                                        <p:cTn id="14" dur="2000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1" y="1625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17 0.325 L 0.10104 0.32407 " pathEditMode="relative" rAng="0" ptsTypes="AA">
                                      <p:cBhvr>
                                        <p:cTn id="18" dur="2000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130" y="-4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29167E-6 -3.7037E-7 L -0.45599 0.0037 " pathEditMode="relative" rAng="0" ptsTypes="AA">
                                      <p:cBhvr>
                                        <p:cTn id="25" dur="2000" fill="hold"/>
                                        <p:tgtEl>
                                          <p:spTgt spid="1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2799" y="18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79167E-6 -1.11111E-6 L 0.00039 -0.32199 " pathEditMode="relative" rAng="0" ptsTypes="AA">
                                      <p:cBhvr>
                                        <p:cTn id="51" dur="2000" fill="hold"/>
                                        <p:tgtEl>
                                          <p:spTgt spid="16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" y="-1611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95833E-6 -1.11111E-6 L -0.05131 -0.50671 " pathEditMode="relative" rAng="0" ptsTypes="AA">
                                      <p:cBhvr>
                                        <p:cTn id="55" dur="2000" fill="hold"/>
                                        <p:tgtEl>
                                          <p:spTgt spid="18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565" y="-2534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/>
      <p:bldP spid="166" grpId="0" animBg="1"/>
      <p:bldP spid="183" grpId="0"/>
      <p:bldP spid="184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63A6BA-E7A8-4199-A9F7-13D20F493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Example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C82B485-330C-4F7C-AD75-86FB6EFA3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31316-E726-4321-BDE2-F77828877C61}" type="datetime1">
              <a:rPr lang="zh-CN" altLang="en-US" smtClean="0"/>
              <a:t>2024/5/8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9398CB-94F3-4CE3-9880-9F79A418A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Tree Indices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98061EF-E67D-4B6D-B836-FE67DC6C8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5A79-C12E-4282-8451-1BC984B858F9}" type="slidenum">
              <a:rPr lang="zh-CN" altLang="en-US" smtClean="0"/>
              <a:t>25</a:t>
            </a:fld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2106ACE-7C40-4A01-8A48-D278BB764743}"/>
              </a:ext>
            </a:extLst>
          </p:cNvPr>
          <p:cNvSpPr/>
          <p:nvPr/>
        </p:nvSpPr>
        <p:spPr>
          <a:xfrm>
            <a:off x="3809471" y="894538"/>
            <a:ext cx="23887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b="1" dirty="0"/>
              <a:t>insertion of </a:t>
            </a:r>
            <a:r>
              <a:rPr lang="ja-JP" altLang="en-US" b="1" dirty="0"/>
              <a:t>“</a:t>
            </a:r>
            <a:r>
              <a:rPr lang="en-US" altLang="ja-JP" b="1" dirty="0"/>
              <a:t>Adams</a:t>
            </a:r>
            <a:r>
              <a:rPr lang="ja-JP" altLang="en-US" b="1" dirty="0"/>
              <a:t>”</a:t>
            </a:r>
            <a:endParaRPr lang="zh-CN" altLang="en-US" b="1" dirty="0"/>
          </a:p>
        </p:txBody>
      </p:sp>
      <p:pic>
        <p:nvPicPr>
          <p:cNvPr id="8" name="Picture 5">
            <a:extLst>
              <a:ext uri="{FF2B5EF4-FFF2-40B4-BE49-F238E27FC236}">
                <a16:creationId xmlns:a16="http://schemas.microsoft.com/office/drawing/2014/main" id="{C85EA532-EE58-4B91-9575-8E3DE3D94E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0747" y="4005060"/>
            <a:ext cx="8799513" cy="205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5">
            <a:extLst>
              <a:ext uri="{FF2B5EF4-FFF2-40B4-BE49-F238E27FC236}">
                <a16:creationId xmlns:a16="http://schemas.microsoft.com/office/drawing/2014/main" id="{0B2086D7-DEB6-437A-967F-0DE770B0CF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2524"/>
          <a:stretch>
            <a:fillRect/>
          </a:stretch>
        </p:blipFill>
        <p:spPr bwMode="auto">
          <a:xfrm>
            <a:off x="1920747" y="1877607"/>
            <a:ext cx="8648700" cy="1833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0EA1BBE9-4E9C-4EA5-B6D5-39576067388E}"/>
              </a:ext>
            </a:extLst>
          </p:cNvPr>
          <p:cNvSpPr/>
          <p:nvPr/>
        </p:nvSpPr>
        <p:spPr>
          <a:xfrm>
            <a:off x="989144" y="2560079"/>
            <a:ext cx="87395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b="1" dirty="0"/>
              <a:t>Before</a:t>
            </a:r>
            <a:endParaRPr lang="zh-CN" altLang="en-US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6C3819D-5D65-4BA1-84C8-769B19C6BFEA}"/>
              </a:ext>
            </a:extLst>
          </p:cNvPr>
          <p:cNvSpPr/>
          <p:nvPr/>
        </p:nvSpPr>
        <p:spPr>
          <a:xfrm>
            <a:off x="989143" y="4828358"/>
            <a:ext cx="71205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b="1" dirty="0"/>
              <a:t>After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6519712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63A6BA-E7A8-4199-A9F7-13D20F493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Example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C82B485-330C-4F7C-AD75-86FB6EFA3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DCB8C2-1DE5-4CA9-8118-024D92C86310}" type="datetime1">
              <a:rPr lang="zh-CN" altLang="en-US" smtClean="0"/>
              <a:t>2024/5/8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9398CB-94F3-4CE3-9880-9F79A418A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Tree Indices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98061EF-E67D-4B6D-B836-FE67DC6C8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5A79-C12E-4282-8451-1BC984B858F9}" type="slidenum">
              <a:rPr lang="zh-CN" altLang="en-US" smtClean="0"/>
              <a:t>26</a:t>
            </a:fld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EA1BBE9-4E9C-4EA5-B6D5-39576067388E}"/>
              </a:ext>
            </a:extLst>
          </p:cNvPr>
          <p:cNvSpPr/>
          <p:nvPr/>
        </p:nvSpPr>
        <p:spPr>
          <a:xfrm>
            <a:off x="989144" y="2560079"/>
            <a:ext cx="87395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b="1" dirty="0"/>
              <a:t>Before</a:t>
            </a:r>
            <a:endParaRPr lang="zh-CN" altLang="en-US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6C3819D-5D65-4BA1-84C8-769B19C6BFEA}"/>
              </a:ext>
            </a:extLst>
          </p:cNvPr>
          <p:cNvSpPr/>
          <p:nvPr/>
        </p:nvSpPr>
        <p:spPr>
          <a:xfrm>
            <a:off x="989143" y="4828358"/>
            <a:ext cx="71205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b="1" dirty="0"/>
              <a:t>After</a:t>
            </a:r>
            <a:endParaRPr lang="zh-CN" altLang="en-US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CA6155B-C887-48A7-A081-8F19CD5BE2E9}"/>
              </a:ext>
            </a:extLst>
          </p:cNvPr>
          <p:cNvSpPr/>
          <p:nvPr/>
        </p:nvSpPr>
        <p:spPr>
          <a:xfrm>
            <a:off x="3692795" y="894539"/>
            <a:ext cx="255230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b="1" dirty="0"/>
              <a:t>insertion of </a:t>
            </a:r>
            <a:r>
              <a:rPr lang="ja-JP" altLang="en-US" b="1" dirty="0"/>
              <a:t>“</a:t>
            </a:r>
            <a:r>
              <a:rPr lang="en-US" altLang="ja-JP" b="1" dirty="0" err="1"/>
              <a:t>Lamport</a:t>
            </a:r>
            <a:r>
              <a:rPr lang="ja-JP" altLang="en-US" b="1" dirty="0"/>
              <a:t>”</a:t>
            </a:r>
            <a:endParaRPr lang="zh-CN" altLang="en-US" dirty="0"/>
          </a:p>
        </p:txBody>
      </p:sp>
      <p:pic>
        <p:nvPicPr>
          <p:cNvPr id="12" name="Picture 5">
            <a:extLst>
              <a:ext uri="{FF2B5EF4-FFF2-40B4-BE49-F238E27FC236}">
                <a16:creationId xmlns:a16="http://schemas.microsoft.com/office/drawing/2014/main" id="{2B0D4A43-C446-4663-8D95-ABDA25C80F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4023" y="4143696"/>
            <a:ext cx="8512175" cy="1947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5">
            <a:extLst>
              <a:ext uri="{FF2B5EF4-FFF2-40B4-BE49-F238E27FC236}">
                <a16:creationId xmlns:a16="http://schemas.microsoft.com/office/drawing/2014/main" id="{EC2F45C6-E3E5-4F5D-A3BE-C238FF76E3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0301" y="1871190"/>
            <a:ext cx="8799512" cy="205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6599500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63A6BA-E7A8-4199-A9F7-13D20F493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Deletion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C82B485-330C-4F7C-AD75-86FB6EFA3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5A750-E02F-4B42-8D51-870D2A0EE806}" type="datetime1">
              <a:rPr lang="zh-CN" altLang="en-US" smtClean="0"/>
              <a:t>2024/5/8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9398CB-94F3-4CE3-9880-9F79A418A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Tree Indices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98061EF-E67D-4B6D-B836-FE67DC6C8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5A79-C12E-4282-8451-1BC984B858F9}" type="slidenum">
              <a:rPr lang="zh-CN" altLang="en-US" smtClean="0"/>
              <a:t>27</a:t>
            </a:fld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89806D2-82B0-4771-8610-943BEB18858C}"/>
              </a:ext>
            </a:extLst>
          </p:cNvPr>
          <p:cNvSpPr/>
          <p:nvPr/>
        </p:nvSpPr>
        <p:spPr>
          <a:xfrm>
            <a:off x="838200" y="1747248"/>
            <a:ext cx="8572837" cy="13542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US" altLang="zh-CN" sz="2400" b="1" dirty="0">
                <a:latin typeface="NimbusRomDOT-Reg"/>
              </a:rPr>
              <a:t>procedure</a:t>
            </a:r>
            <a:r>
              <a:rPr lang="en-US" altLang="zh-CN" sz="2400" dirty="0">
                <a:latin typeface="NimbusRomDOT-Reg"/>
              </a:rPr>
              <a:t> </a:t>
            </a:r>
            <a:r>
              <a:rPr lang="en-US" altLang="zh-CN" sz="2400" i="1" dirty="0">
                <a:latin typeface="NimbusRomDOT-Reg"/>
              </a:rPr>
              <a:t>delete</a:t>
            </a:r>
            <a:r>
              <a:rPr lang="en-US" altLang="zh-CN" sz="2400" dirty="0">
                <a:latin typeface="NimbusRomDOT-Reg"/>
              </a:rPr>
              <a:t>(</a:t>
            </a:r>
            <a:r>
              <a:rPr lang="en-US" altLang="zh-CN" sz="2400" i="1" dirty="0">
                <a:latin typeface="NimbusRomDOT-Reg"/>
              </a:rPr>
              <a:t>value K</a:t>
            </a:r>
            <a:r>
              <a:rPr lang="en-US" altLang="zh-CN" sz="2400" dirty="0">
                <a:latin typeface="NimbusRomDOT-Reg"/>
              </a:rPr>
              <a:t>, </a:t>
            </a:r>
            <a:r>
              <a:rPr lang="en-US" altLang="zh-CN" sz="2400" i="1" dirty="0">
                <a:latin typeface="NimbusRomDOT-Reg"/>
              </a:rPr>
              <a:t>pointer P</a:t>
            </a:r>
            <a:r>
              <a:rPr lang="en-US" altLang="zh-CN" sz="2400" dirty="0">
                <a:latin typeface="NimbusRomDOT-Reg"/>
              </a:rPr>
              <a:t>)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US" altLang="zh-CN" sz="2400" dirty="0">
                <a:latin typeface="NimbusRomDOT-Reg"/>
              </a:rPr>
              <a:t>         </a:t>
            </a:r>
            <a:r>
              <a:rPr lang="en-US" altLang="zh-CN" sz="2400" b="1" i="1" dirty="0">
                <a:solidFill>
                  <a:srgbClr val="00B050"/>
                </a:solidFill>
                <a:latin typeface="NimbusRomDOT-Reg"/>
                <a:cs typeface="Arial" panose="020B0604020202020204" pitchFamily="34" charset="0"/>
              </a:rPr>
              <a:t>find(K)   </a:t>
            </a:r>
            <a:r>
              <a:rPr lang="en-US" altLang="zh-CN" sz="2400" i="1" dirty="0">
                <a:solidFill>
                  <a:schemeClr val="bg1">
                    <a:lumMod val="85000"/>
                  </a:schemeClr>
                </a:solidFill>
                <a:latin typeface="NimbusRomDOT-Reg"/>
                <a:cs typeface="Arial" panose="020B0604020202020204" pitchFamily="34" charset="0"/>
              </a:rPr>
              <a:t>/* </a:t>
            </a:r>
            <a:r>
              <a:rPr lang="en-US" altLang="zh-CN" sz="2400" dirty="0">
                <a:solidFill>
                  <a:schemeClr val="bg1">
                    <a:lumMod val="85000"/>
                  </a:schemeClr>
                </a:solidFill>
                <a:latin typeface="NimbusRomDOT-Reg"/>
              </a:rPr>
              <a:t>find the leaf node </a:t>
            </a:r>
            <a:r>
              <a:rPr lang="en-US" altLang="zh-CN" sz="2400" i="1" dirty="0">
                <a:solidFill>
                  <a:schemeClr val="bg1">
                    <a:lumMod val="85000"/>
                  </a:schemeClr>
                </a:solidFill>
                <a:latin typeface="NimbusRomDOT-Reg"/>
              </a:rPr>
              <a:t>L </a:t>
            </a:r>
            <a:r>
              <a:rPr lang="en-US" altLang="zh-CN" sz="2400" dirty="0">
                <a:solidFill>
                  <a:schemeClr val="bg1">
                    <a:lumMod val="85000"/>
                  </a:schemeClr>
                </a:solidFill>
                <a:latin typeface="NimbusRomDOT-Reg"/>
              </a:rPr>
              <a:t>that contains (</a:t>
            </a:r>
            <a:r>
              <a:rPr lang="en-US" altLang="zh-CN" sz="2400" i="1" dirty="0">
                <a:solidFill>
                  <a:schemeClr val="bg1">
                    <a:lumMod val="85000"/>
                  </a:schemeClr>
                </a:solidFill>
                <a:latin typeface="NimbusRomDOT-Reg"/>
              </a:rPr>
              <a:t>K</a:t>
            </a:r>
            <a:r>
              <a:rPr lang="en-US" altLang="zh-CN" sz="2400" dirty="0">
                <a:solidFill>
                  <a:schemeClr val="bg1">
                    <a:lumMod val="85000"/>
                  </a:schemeClr>
                </a:solidFill>
                <a:latin typeface="NimbusRomDOT-Reg"/>
              </a:rPr>
              <a:t>, </a:t>
            </a:r>
            <a:r>
              <a:rPr lang="en-US" altLang="zh-CN" sz="2400" i="1" dirty="0">
                <a:solidFill>
                  <a:schemeClr val="bg1">
                    <a:lumMod val="85000"/>
                  </a:schemeClr>
                </a:solidFill>
                <a:latin typeface="NimbusRomDOT-Reg"/>
              </a:rPr>
              <a:t>P</a:t>
            </a:r>
            <a:r>
              <a:rPr lang="en-US" altLang="zh-CN" sz="2400" dirty="0">
                <a:solidFill>
                  <a:schemeClr val="bg1">
                    <a:lumMod val="85000"/>
                  </a:schemeClr>
                </a:solidFill>
                <a:latin typeface="NimbusRomDOT-Reg"/>
              </a:rPr>
              <a:t>) */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US" altLang="zh-CN" sz="2400" dirty="0">
                <a:latin typeface="NimbusRomDOT-Reg"/>
              </a:rPr>
              <a:t>         </a:t>
            </a:r>
            <a:r>
              <a:rPr lang="en-US" altLang="zh-CN" sz="2400" dirty="0" err="1">
                <a:latin typeface="NimbusRomDOT-Reg"/>
              </a:rPr>
              <a:t>delete_entry</a:t>
            </a:r>
            <a:r>
              <a:rPr lang="en-US" altLang="zh-CN" sz="2400" dirty="0">
                <a:latin typeface="NimbusRomDOT-Reg"/>
              </a:rPr>
              <a:t>(</a:t>
            </a:r>
            <a:r>
              <a:rPr lang="en-US" altLang="zh-CN" sz="2400" i="1" dirty="0">
                <a:latin typeface="NimbusRomDOT-Reg"/>
              </a:rPr>
              <a:t>L</a:t>
            </a:r>
            <a:r>
              <a:rPr lang="en-US" altLang="zh-CN" sz="2400" dirty="0">
                <a:latin typeface="NimbusRomDOT-Reg"/>
              </a:rPr>
              <a:t>, </a:t>
            </a:r>
            <a:r>
              <a:rPr lang="en-US" altLang="zh-CN" sz="2400" i="1" dirty="0">
                <a:latin typeface="NimbusRomDOT-Reg"/>
              </a:rPr>
              <a:t>K</a:t>
            </a:r>
            <a:r>
              <a:rPr lang="en-US" altLang="zh-CN" sz="2400" dirty="0">
                <a:latin typeface="NimbusRomDOT-Reg"/>
              </a:rPr>
              <a:t>, </a:t>
            </a:r>
            <a:r>
              <a:rPr lang="en-US" altLang="zh-CN" sz="2400" i="1" dirty="0">
                <a:latin typeface="NimbusRomDOT-Reg"/>
              </a:rPr>
              <a:t>P</a:t>
            </a:r>
            <a:r>
              <a:rPr lang="en-US" altLang="zh-CN" sz="2400" dirty="0">
                <a:latin typeface="NimbusRomDOT-Reg"/>
              </a:rPr>
              <a:t>)</a:t>
            </a:r>
            <a:endParaRPr lang="zh-CN" altLang="en-US" sz="2400" dirty="0">
              <a:latin typeface="NimbusRomDOT-Reg"/>
            </a:endParaRPr>
          </a:p>
        </p:txBody>
      </p:sp>
      <p:grpSp>
        <p:nvGrpSpPr>
          <p:cNvPr id="42" name="组合 41">
            <a:extLst>
              <a:ext uri="{FF2B5EF4-FFF2-40B4-BE49-F238E27FC236}">
                <a16:creationId xmlns:a16="http://schemas.microsoft.com/office/drawing/2014/main" id="{4395955C-141A-4672-8ACA-9D931033826A}"/>
              </a:ext>
            </a:extLst>
          </p:cNvPr>
          <p:cNvGrpSpPr/>
          <p:nvPr/>
        </p:nvGrpSpPr>
        <p:grpSpPr>
          <a:xfrm>
            <a:off x="2535066" y="3746210"/>
            <a:ext cx="7121868" cy="2596171"/>
            <a:chOff x="2535066" y="3746210"/>
            <a:chExt cx="7121868" cy="2596171"/>
          </a:xfrm>
        </p:grpSpPr>
        <p:grpSp>
          <p:nvGrpSpPr>
            <p:cNvPr id="41" name="组合 40">
              <a:extLst>
                <a:ext uri="{FF2B5EF4-FFF2-40B4-BE49-F238E27FC236}">
                  <a16:creationId xmlns:a16="http://schemas.microsoft.com/office/drawing/2014/main" id="{E0FD3298-89C0-468D-A38E-4548F2AE6B40}"/>
                </a:ext>
              </a:extLst>
            </p:cNvPr>
            <p:cNvGrpSpPr/>
            <p:nvPr/>
          </p:nvGrpSpPr>
          <p:grpSpPr>
            <a:xfrm>
              <a:off x="3793450" y="3746210"/>
              <a:ext cx="4359950" cy="470452"/>
              <a:chOff x="3604600" y="3788293"/>
              <a:chExt cx="4359950" cy="470452"/>
            </a:xfrm>
          </p:grpSpPr>
          <p:sp>
            <p:nvSpPr>
              <p:cNvPr id="24" name="矩形 23">
                <a:extLst>
                  <a:ext uri="{FF2B5EF4-FFF2-40B4-BE49-F238E27FC236}">
                    <a16:creationId xmlns:a16="http://schemas.microsoft.com/office/drawing/2014/main" id="{08EEFE97-9DDC-496F-A403-7B3F4F351824}"/>
                  </a:ext>
                </a:extLst>
              </p:cNvPr>
              <p:cNvSpPr/>
              <p:nvPr/>
            </p:nvSpPr>
            <p:spPr>
              <a:xfrm>
                <a:off x="7341700" y="3788293"/>
                <a:ext cx="622850" cy="470452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lvl="0" algn="ctr"/>
                <a:r>
                  <a:rPr lang="en-US" altLang="zh-CN" b="1" i="1" dirty="0">
                    <a:latin typeface="NimbusRomDOT-Reg"/>
                  </a:rPr>
                  <a:t>…</a:t>
                </a:r>
                <a:endParaRPr lang="zh-CN" altLang="en-US" b="1" i="1" baseline="-25000" dirty="0">
                  <a:solidFill>
                    <a:prstClr val="black"/>
                  </a:solidFill>
                  <a:latin typeface="NimbusRomDOT-Reg"/>
                </a:endParaRPr>
              </a:p>
            </p:txBody>
          </p:sp>
          <p:sp>
            <p:nvSpPr>
              <p:cNvPr id="25" name="矩形 24">
                <a:extLst>
                  <a:ext uri="{FF2B5EF4-FFF2-40B4-BE49-F238E27FC236}">
                    <a16:creationId xmlns:a16="http://schemas.microsoft.com/office/drawing/2014/main" id="{9A40BE23-C8E9-4624-90CA-C07A748388CD}"/>
                  </a:ext>
                </a:extLst>
              </p:cNvPr>
              <p:cNvSpPr/>
              <p:nvPr/>
            </p:nvSpPr>
            <p:spPr>
              <a:xfrm>
                <a:off x="6096000" y="3788293"/>
                <a:ext cx="622850" cy="470452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 b="1" i="1" baseline="-25000" dirty="0">
                  <a:latin typeface="NimbusRomDOT-Reg"/>
                </a:endParaRPr>
              </a:p>
            </p:txBody>
          </p:sp>
          <p:sp>
            <p:nvSpPr>
              <p:cNvPr id="26" name="矩形 25">
                <a:extLst>
                  <a:ext uri="{FF2B5EF4-FFF2-40B4-BE49-F238E27FC236}">
                    <a16:creationId xmlns:a16="http://schemas.microsoft.com/office/drawing/2014/main" id="{9A3884E2-E560-4874-83F8-B5D3C84638A9}"/>
                  </a:ext>
                </a:extLst>
              </p:cNvPr>
              <p:cNvSpPr/>
              <p:nvPr/>
            </p:nvSpPr>
            <p:spPr>
              <a:xfrm>
                <a:off x="5473150" y="3788293"/>
                <a:ext cx="622850" cy="470452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 b="1" i="1" baseline="-25000" dirty="0">
                  <a:latin typeface="NimbusRomDOT-Reg"/>
                </a:endParaRPr>
              </a:p>
            </p:txBody>
          </p:sp>
          <p:sp>
            <p:nvSpPr>
              <p:cNvPr id="27" name="矩形 26">
                <a:extLst>
                  <a:ext uri="{FF2B5EF4-FFF2-40B4-BE49-F238E27FC236}">
                    <a16:creationId xmlns:a16="http://schemas.microsoft.com/office/drawing/2014/main" id="{96710C87-D127-4139-84C7-CAC0CC21C4D0}"/>
                  </a:ext>
                </a:extLst>
              </p:cNvPr>
              <p:cNvSpPr/>
              <p:nvPr/>
            </p:nvSpPr>
            <p:spPr>
              <a:xfrm>
                <a:off x="3604600" y="3788293"/>
                <a:ext cx="622850" cy="470452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b="1" i="1" dirty="0">
                    <a:latin typeface="NimbusRomDOT-Reg"/>
                  </a:rPr>
                  <a:t>…</a:t>
                </a:r>
                <a:endParaRPr lang="zh-CN" altLang="en-US" b="1" i="1" baseline="-25000" dirty="0">
                  <a:latin typeface="NimbusRomDOT-Reg"/>
                </a:endParaRPr>
              </a:p>
            </p:txBody>
          </p:sp>
          <p:sp>
            <p:nvSpPr>
              <p:cNvPr id="28" name="矩形 27">
                <a:extLst>
                  <a:ext uri="{FF2B5EF4-FFF2-40B4-BE49-F238E27FC236}">
                    <a16:creationId xmlns:a16="http://schemas.microsoft.com/office/drawing/2014/main" id="{05397ACF-F1AD-44E7-A552-5B326EECC36A}"/>
                  </a:ext>
                </a:extLst>
              </p:cNvPr>
              <p:cNvSpPr/>
              <p:nvPr/>
            </p:nvSpPr>
            <p:spPr>
              <a:xfrm>
                <a:off x="4850300" y="3788293"/>
                <a:ext cx="622850" cy="470452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 b="1" i="1" baseline="-25000" dirty="0">
                  <a:latin typeface="NimbusRomDOT-Reg"/>
                </a:endParaRPr>
              </a:p>
            </p:txBody>
          </p:sp>
          <p:sp>
            <p:nvSpPr>
              <p:cNvPr id="29" name="矩形 28">
                <a:extLst>
                  <a:ext uri="{FF2B5EF4-FFF2-40B4-BE49-F238E27FC236}">
                    <a16:creationId xmlns:a16="http://schemas.microsoft.com/office/drawing/2014/main" id="{0F1CDC61-C5A8-41CF-A0DC-1FD5407BB088}"/>
                  </a:ext>
                </a:extLst>
              </p:cNvPr>
              <p:cNvSpPr/>
              <p:nvPr/>
            </p:nvSpPr>
            <p:spPr>
              <a:xfrm>
                <a:off x="4227450" y="3788293"/>
                <a:ext cx="622850" cy="470452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 b="1" i="1" baseline="-25000" dirty="0">
                  <a:latin typeface="NimbusRomDOT-Reg"/>
                </a:endParaRPr>
              </a:p>
            </p:txBody>
          </p:sp>
          <p:sp>
            <p:nvSpPr>
              <p:cNvPr id="38" name="矩形 37">
                <a:extLst>
                  <a:ext uri="{FF2B5EF4-FFF2-40B4-BE49-F238E27FC236}">
                    <a16:creationId xmlns:a16="http://schemas.microsoft.com/office/drawing/2014/main" id="{4DFFF71E-5A55-4121-B277-88A3CD160570}"/>
                  </a:ext>
                </a:extLst>
              </p:cNvPr>
              <p:cNvSpPr/>
              <p:nvPr/>
            </p:nvSpPr>
            <p:spPr>
              <a:xfrm>
                <a:off x="6716668" y="3788293"/>
                <a:ext cx="622850" cy="470452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 b="1" i="1" baseline="-25000" dirty="0">
                  <a:latin typeface="NimbusRomDOT-Reg"/>
                </a:endParaRPr>
              </a:p>
            </p:txBody>
          </p:sp>
        </p:grpSp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B1BD485C-DD70-43D2-91EF-B4164632DE8E}"/>
                </a:ext>
              </a:extLst>
            </p:cNvPr>
            <p:cNvGrpSpPr/>
            <p:nvPr/>
          </p:nvGrpSpPr>
          <p:grpSpPr>
            <a:xfrm>
              <a:off x="4850300" y="5331860"/>
              <a:ext cx="2491400" cy="470452"/>
              <a:chOff x="2957629" y="618685"/>
              <a:chExt cx="2491400" cy="470452"/>
            </a:xfrm>
          </p:grpSpPr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F0A90BA5-028F-46FE-A77A-15AD88EB34B0}"/>
                  </a:ext>
                </a:extLst>
              </p:cNvPr>
              <p:cNvSpPr/>
              <p:nvPr/>
            </p:nvSpPr>
            <p:spPr>
              <a:xfrm>
                <a:off x="4826179" y="618685"/>
                <a:ext cx="622850" cy="470452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lvl="0" algn="ctr"/>
                <a:r>
                  <a:rPr lang="en-US" altLang="zh-CN" b="1" i="1" dirty="0">
                    <a:latin typeface="NimbusRomDOT-Reg"/>
                  </a:rPr>
                  <a:t>…</a:t>
                </a:r>
                <a:endParaRPr lang="zh-CN" altLang="en-US" b="1" i="1" baseline="-25000" dirty="0">
                  <a:solidFill>
                    <a:prstClr val="black"/>
                  </a:solidFill>
                  <a:latin typeface="NimbusRomDOT-Reg"/>
                </a:endParaRPr>
              </a:p>
            </p:txBody>
          </p:sp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4B53C951-ADED-4F3B-B251-F5D3F47BE6F4}"/>
                  </a:ext>
                </a:extLst>
              </p:cNvPr>
              <p:cNvSpPr/>
              <p:nvPr/>
            </p:nvSpPr>
            <p:spPr>
              <a:xfrm>
                <a:off x="4203329" y="618685"/>
                <a:ext cx="622850" cy="470452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b="1" i="1" dirty="0">
                    <a:latin typeface="NimbusRomDOT-Reg"/>
                  </a:rPr>
                  <a:t>K</a:t>
                </a:r>
                <a:endParaRPr lang="zh-CN" altLang="en-US" b="1" i="1" baseline="-25000" dirty="0">
                  <a:latin typeface="NimbusRomDOT-Reg"/>
                </a:endParaRPr>
              </a:p>
            </p:txBody>
          </p:sp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63D45BCB-E652-49CA-95A5-B3A6333F0547}"/>
                  </a:ext>
                </a:extLst>
              </p:cNvPr>
              <p:cNvSpPr/>
              <p:nvPr/>
            </p:nvSpPr>
            <p:spPr>
              <a:xfrm>
                <a:off x="3580479" y="618685"/>
                <a:ext cx="622850" cy="470452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b="1" i="1" dirty="0">
                    <a:latin typeface="NimbusRomDOT-Reg"/>
                  </a:rPr>
                  <a:t>P</a:t>
                </a:r>
                <a:endParaRPr lang="zh-CN" altLang="en-US" b="1" i="1" baseline="-25000" dirty="0">
                  <a:latin typeface="NimbusRomDOT-Reg"/>
                </a:endParaRPr>
              </a:p>
            </p:txBody>
          </p:sp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5EF60B57-DB6B-4979-A163-D1855A75A3E2}"/>
                  </a:ext>
                </a:extLst>
              </p:cNvPr>
              <p:cNvSpPr/>
              <p:nvPr/>
            </p:nvSpPr>
            <p:spPr>
              <a:xfrm>
                <a:off x="2957629" y="618685"/>
                <a:ext cx="622850" cy="470452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b="1" i="1" dirty="0">
                    <a:latin typeface="NimbusRomDOT-Reg"/>
                  </a:rPr>
                  <a:t>…</a:t>
                </a:r>
                <a:endParaRPr lang="zh-CN" altLang="en-US" b="1" i="1" baseline="-25000" dirty="0">
                  <a:latin typeface="NimbusRomDOT-Reg"/>
                </a:endParaRPr>
              </a:p>
            </p:txBody>
          </p:sp>
        </p:grp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9D20C782-DC2E-484A-AED8-FC76EC74BB70}"/>
                </a:ext>
              </a:extLst>
            </p:cNvPr>
            <p:cNvSpPr/>
            <p:nvPr/>
          </p:nvSpPr>
          <p:spPr>
            <a:xfrm>
              <a:off x="2535066" y="5331860"/>
              <a:ext cx="1503534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b="1" i="1" baseline="-25000" dirty="0">
                <a:latin typeface="NimbusRomDOT-Reg"/>
              </a:endParaRPr>
            </a:p>
          </p:txBody>
        </p: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4702B554-AE6B-4199-A2F4-CA2BC2BF8383}"/>
                </a:ext>
              </a:extLst>
            </p:cNvPr>
            <p:cNvSpPr/>
            <p:nvPr/>
          </p:nvSpPr>
          <p:spPr>
            <a:xfrm>
              <a:off x="8153400" y="5331860"/>
              <a:ext cx="1503534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b="1" i="1" baseline="-25000" dirty="0">
                <a:latin typeface="NimbusRomDOT-Reg"/>
              </a:endParaRPr>
            </a:p>
          </p:txBody>
        </p:sp>
        <p:cxnSp>
          <p:nvCxnSpPr>
            <p:cNvPr id="16" name="直接箭头连接符 15">
              <a:extLst>
                <a:ext uri="{FF2B5EF4-FFF2-40B4-BE49-F238E27FC236}">
                  <a16:creationId xmlns:a16="http://schemas.microsoft.com/office/drawing/2014/main" id="{C1632A85-9C56-47EF-87EB-01EBD0980C46}"/>
                </a:ext>
              </a:extLst>
            </p:cNvPr>
            <p:cNvCxnSpPr>
              <a:cxnSpLocks/>
              <a:stCxn id="14" idx="3"/>
              <a:endCxn id="12" idx="1"/>
            </p:cNvCxnSpPr>
            <p:nvPr/>
          </p:nvCxnSpPr>
          <p:spPr>
            <a:xfrm>
              <a:off x="4038600" y="5567086"/>
              <a:ext cx="811700" cy="0"/>
            </a:xfrm>
            <a:prstGeom prst="straightConnector1">
              <a:avLst/>
            </a:prstGeom>
            <a:ln w="25400">
              <a:solidFill>
                <a:schemeClr val="tx1"/>
              </a:solidFill>
              <a:headEnd type="oval"/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箭头连接符 18">
              <a:extLst>
                <a:ext uri="{FF2B5EF4-FFF2-40B4-BE49-F238E27FC236}">
                  <a16:creationId xmlns:a16="http://schemas.microsoft.com/office/drawing/2014/main" id="{8FF47C9C-281E-4CFA-9A30-7620502BF7DD}"/>
                </a:ext>
              </a:extLst>
            </p:cNvPr>
            <p:cNvCxnSpPr>
              <a:cxnSpLocks/>
              <a:stCxn id="9" idx="3"/>
              <a:endCxn id="15" idx="1"/>
            </p:cNvCxnSpPr>
            <p:nvPr/>
          </p:nvCxnSpPr>
          <p:spPr>
            <a:xfrm>
              <a:off x="7341700" y="5567086"/>
              <a:ext cx="811700" cy="0"/>
            </a:xfrm>
            <a:prstGeom prst="straightConnector1">
              <a:avLst/>
            </a:prstGeom>
            <a:ln w="25400">
              <a:solidFill>
                <a:schemeClr val="tx1"/>
              </a:solidFill>
              <a:headEnd type="oval"/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EA3E88AE-741D-407D-9893-0A9CDE691714}"/>
                </a:ext>
              </a:extLst>
            </p:cNvPr>
            <p:cNvSpPr/>
            <p:nvPr/>
          </p:nvSpPr>
          <p:spPr>
            <a:xfrm>
              <a:off x="5938745" y="5880716"/>
              <a:ext cx="314510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400" b="1" i="1" dirty="0">
                  <a:solidFill>
                    <a:srgbClr val="FF0000"/>
                  </a:solidFill>
                  <a:latin typeface="NimbusRomDOT-Reg"/>
                  <a:cs typeface="Arial" panose="020B0604020202020204" pitchFamily="34" charset="0"/>
                </a:rPr>
                <a:t>L</a:t>
              </a:r>
              <a:endParaRPr lang="zh-CN" altLang="en-US" sz="2400" dirty="0"/>
            </a:p>
          </p:txBody>
        </p:sp>
        <p:cxnSp>
          <p:nvCxnSpPr>
            <p:cNvPr id="30" name="直接箭头连接符 29">
              <a:extLst>
                <a:ext uri="{FF2B5EF4-FFF2-40B4-BE49-F238E27FC236}">
                  <a16:creationId xmlns:a16="http://schemas.microsoft.com/office/drawing/2014/main" id="{8E78F950-FCFE-4FD7-BB88-7582BF4278F7}"/>
                </a:ext>
              </a:extLst>
            </p:cNvPr>
            <p:cNvCxnSpPr>
              <a:cxnSpLocks/>
              <a:stCxn id="26" idx="2"/>
              <a:endCxn id="11" idx="0"/>
            </p:cNvCxnSpPr>
            <p:nvPr/>
          </p:nvCxnSpPr>
          <p:spPr>
            <a:xfrm flipH="1">
              <a:off x="5784575" y="4216662"/>
              <a:ext cx="188850" cy="1115198"/>
            </a:xfrm>
            <a:prstGeom prst="straightConnector1">
              <a:avLst/>
            </a:prstGeom>
            <a:ln w="25400">
              <a:solidFill>
                <a:schemeClr val="tx1"/>
              </a:solidFill>
              <a:headEnd type="oval"/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箭头连接符 32">
              <a:extLst>
                <a:ext uri="{FF2B5EF4-FFF2-40B4-BE49-F238E27FC236}">
                  <a16:creationId xmlns:a16="http://schemas.microsoft.com/office/drawing/2014/main" id="{963A1412-A20D-466E-AD90-5038FA25B73A}"/>
                </a:ext>
              </a:extLst>
            </p:cNvPr>
            <p:cNvCxnSpPr>
              <a:cxnSpLocks/>
              <a:stCxn id="29" idx="2"/>
              <a:endCxn id="14" idx="0"/>
            </p:cNvCxnSpPr>
            <p:nvPr/>
          </p:nvCxnSpPr>
          <p:spPr>
            <a:xfrm flipH="1">
              <a:off x="3286833" y="4216662"/>
              <a:ext cx="1440892" cy="1115198"/>
            </a:xfrm>
            <a:prstGeom prst="straightConnector1">
              <a:avLst/>
            </a:prstGeom>
            <a:ln w="25400">
              <a:solidFill>
                <a:schemeClr val="tx1"/>
              </a:solidFill>
              <a:headEnd type="oval"/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箭头连接符 35">
              <a:extLst>
                <a:ext uri="{FF2B5EF4-FFF2-40B4-BE49-F238E27FC236}">
                  <a16:creationId xmlns:a16="http://schemas.microsoft.com/office/drawing/2014/main" id="{6780C250-B39E-4153-8601-5F8EF638DF9C}"/>
                </a:ext>
              </a:extLst>
            </p:cNvPr>
            <p:cNvCxnSpPr>
              <a:cxnSpLocks/>
              <a:stCxn id="38" idx="2"/>
              <a:endCxn id="15" idx="0"/>
            </p:cNvCxnSpPr>
            <p:nvPr/>
          </p:nvCxnSpPr>
          <p:spPr>
            <a:xfrm>
              <a:off x="7216943" y="4216662"/>
              <a:ext cx="1688224" cy="1115198"/>
            </a:xfrm>
            <a:prstGeom prst="straightConnector1">
              <a:avLst/>
            </a:prstGeom>
            <a:ln w="25400">
              <a:solidFill>
                <a:schemeClr val="tx1"/>
              </a:solidFill>
              <a:headEnd type="oval"/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48061622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5" name="组合 354">
            <a:extLst>
              <a:ext uri="{FF2B5EF4-FFF2-40B4-BE49-F238E27FC236}">
                <a16:creationId xmlns:a16="http://schemas.microsoft.com/office/drawing/2014/main" id="{8066BE24-4707-4E0C-B055-BBB6A94067BB}"/>
              </a:ext>
            </a:extLst>
          </p:cNvPr>
          <p:cNvGrpSpPr/>
          <p:nvPr/>
        </p:nvGrpSpPr>
        <p:grpSpPr>
          <a:xfrm>
            <a:off x="3488631" y="2310073"/>
            <a:ext cx="8090903" cy="3844347"/>
            <a:chOff x="3488631" y="2310073"/>
            <a:chExt cx="8090903" cy="3844347"/>
          </a:xfrm>
        </p:grpSpPr>
        <p:sp>
          <p:nvSpPr>
            <p:cNvPr id="128" name="矩形: 圆角 127">
              <a:extLst>
                <a:ext uri="{FF2B5EF4-FFF2-40B4-BE49-F238E27FC236}">
                  <a16:creationId xmlns:a16="http://schemas.microsoft.com/office/drawing/2014/main" id="{38367540-C5E8-4F2C-B35B-2F9587382ED4}"/>
                </a:ext>
              </a:extLst>
            </p:cNvPr>
            <p:cNvSpPr/>
            <p:nvPr/>
          </p:nvSpPr>
          <p:spPr>
            <a:xfrm>
              <a:off x="8836335" y="5789295"/>
              <a:ext cx="2743199" cy="365125"/>
            </a:xfrm>
            <a:prstGeom prst="roundRect">
              <a:avLst>
                <a:gd name="adj" fmla="val 50000"/>
              </a:avLst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>
                  <a:latin typeface="NimbusRomDOT-Reg"/>
                </a:rPr>
                <a:t>End</a:t>
              </a:r>
              <a:endParaRPr lang="zh-CN" altLang="en-US" sz="1200" dirty="0">
                <a:latin typeface="NimbusRomDOT-Reg"/>
              </a:endParaRPr>
            </a:p>
          </p:txBody>
        </p:sp>
        <p:cxnSp>
          <p:nvCxnSpPr>
            <p:cNvPr id="345" name="直接箭头连接符 26">
              <a:extLst>
                <a:ext uri="{FF2B5EF4-FFF2-40B4-BE49-F238E27FC236}">
                  <a16:creationId xmlns:a16="http://schemas.microsoft.com/office/drawing/2014/main" id="{F0EB5143-C6BF-49E4-BDC6-3E04658BEBFC}"/>
                </a:ext>
              </a:extLst>
            </p:cNvPr>
            <p:cNvCxnSpPr>
              <a:cxnSpLocks/>
              <a:stCxn id="21" idx="3"/>
              <a:endCxn id="128" idx="2"/>
            </p:cNvCxnSpPr>
            <p:nvPr/>
          </p:nvCxnSpPr>
          <p:spPr>
            <a:xfrm>
              <a:off x="3488631" y="2310073"/>
              <a:ext cx="6719304" cy="3844347"/>
            </a:xfrm>
            <a:prstGeom prst="bentConnector4">
              <a:avLst>
                <a:gd name="adj1" fmla="val 2321"/>
                <a:gd name="adj2" fmla="val 115426"/>
              </a:avLst>
            </a:prstGeom>
            <a:ln w="12700">
              <a:solidFill>
                <a:schemeClr val="bg1">
                  <a:lumMod val="75000"/>
                </a:schemeClr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61" name="组合 360">
            <a:extLst>
              <a:ext uri="{FF2B5EF4-FFF2-40B4-BE49-F238E27FC236}">
                <a16:creationId xmlns:a16="http://schemas.microsoft.com/office/drawing/2014/main" id="{0BB49437-7D7F-472E-B108-04240AE3CD70}"/>
              </a:ext>
            </a:extLst>
          </p:cNvPr>
          <p:cNvGrpSpPr/>
          <p:nvPr/>
        </p:nvGrpSpPr>
        <p:grpSpPr>
          <a:xfrm>
            <a:off x="2999113" y="2701115"/>
            <a:ext cx="7208822" cy="3453305"/>
            <a:chOff x="2999113" y="2701115"/>
            <a:chExt cx="7208822" cy="3453305"/>
          </a:xfrm>
        </p:grpSpPr>
        <p:sp>
          <p:nvSpPr>
            <p:cNvPr id="360" name="文本框 359">
              <a:extLst>
                <a:ext uri="{FF2B5EF4-FFF2-40B4-BE49-F238E27FC236}">
                  <a16:creationId xmlns:a16="http://schemas.microsoft.com/office/drawing/2014/main" id="{1D767C07-978B-49FE-ACF0-930FA90070E1}"/>
                </a:ext>
              </a:extLst>
            </p:cNvPr>
            <p:cNvSpPr txBox="1"/>
            <p:nvPr/>
          </p:nvSpPr>
          <p:spPr>
            <a:xfrm>
              <a:off x="2999113" y="2701115"/>
              <a:ext cx="50263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00" b="1" dirty="0">
                  <a:solidFill>
                    <a:srgbClr val="FF0000"/>
                  </a:solidFill>
                  <a:latin typeface="NimbusRomDOT-Reg"/>
                </a:rPr>
                <a:t>False</a:t>
              </a:r>
              <a:endParaRPr lang="zh-CN" altLang="en-US" sz="1200" b="1" dirty="0">
                <a:solidFill>
                  <a:srgbClr val="FF0000"/>
                </a:solidFill>
                <a:latin typeface="NimbusRomDOT-Reg"/>
              </a:endParaRPr>
            </a:p>
          </p:txBody>
        </p:sp>
        <p:cxnSp>
          <p:nvCxnSpPr>
            <p:cNvPr id="349" name="直接箭头连接符 26">
              <a:extLst>
                <a:ext uri="{FF2B5EF4-FFF2-40B4-BE49-F238E27FC236}">
                  <a16:creationId xmlns:a16="http://schemas.microsoft.com/office/drawing/2014/main" id="{04BAE008-1447-4FD9-BAAD-3CA9FA2AFA3D}"/>
                </a:ext>
              </a:extLst>
            </p:cNvPr>
            <p:cNvCxnSpPr>
              <a:cxnSpLocks/>
              <a:stCxn id="26" idx="3"/>
              <a:endCxn id="128" idx="2"/>
            </p:cNvCxnSpPr>
            <p:nvPr/>
          </p:nvCxnSpPr>
          <p:spPr>
            <a:xfrm>
              <a:off x="3394885" y="3022518"/>
              <a:ext cx="6813050" cy="3131902"/>
            </a:xfrm>
            <a:prstGeom prst="bentConnector4">
              <a:avLst>
                <a:gd name="adj1" fmla="val 3471"/>
                <a:gd name="adj2" fmla="val 118409"/>
              </a:avLst>
            </a:prstGeom>
            <a:ln w="12700">
              <a:solidFill>
                <a:schemeClr val="bg1">
                  <a:lumMod val="85000"/>
                </a:schemeClr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C82B485-330C-4F7C-AD75-86FB6EFA376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09866" y="6356350"/>
            <a:ext cx="2743200" cy="365125"/>
          </a:xfrm>
        </p:spPr>
        <p:txBody>
          <a:bodyPr/>
          <a:lstStyle/>
          <a:p>
            <a:fld id="{F1B75E58-6384-46F9-A1FD-0FF43493EB1C}" type="datetime1">
              <a:rPr lang="zh-CN" altLang="en-US" smtClean="0"/>
              <a:t>2024/5/8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9398CB-94F3-4CE3-9880-9F79A418A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Tree Indices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98061EF-E67D-4B6D-B836-FE67DC6C8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5A79-C12E-4282-8451-1BC984B858F9}" type="slidenum">
              <a:rPr lang="zh-CN" altLang="en-US" smtClean="0"/>
              <a:t>28</a:t>
            </a:fld>
            <a:endParaRPr lang="zh-CN" altLang="en-US"/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B7A078E-7D93-47AA-9E1A-E70573F2E153}"/>
              </a:ext>
            </a:extLst>
          </p:cNvPr>
          <p:cNvSpPr/>
          <p:nvPr/>
        </p:nvSpPr>
        <p:spPr>
          <a:xfrm>
            <a:off x="745433" y="156414"/>
            <a:ext cx="2743199" cy="365125"/>
          </a:xfrm>
          <a:prstGeom prst="roundRect">
            <a:avLst>
              <a:gd name="adj" fmla="val 50000"/>
            </a:avLst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 err="1">
                <a:latin typeface="NimbusRomDOT-Reg"/>
              </a:rPr>
              <a:t>delete_entry</a:t>
            </a:r>
            <a:r>
              <a:rPr lang="en-US" altLang="zh-CN" sz="1200" dirty="0">
                <a:latin typeface="NimbusRomDOT-Reg"/>
              </a:rPr>
              <a:t>(node </a:t>
            </a:r>
            <a:r>
              <a:rPr lang="en-US" altLang="zh-CN" sz="1200" b="1" dirty="0">
                <a:solidFill>
                  <a:srgbClr val="FF0000"/>
                </a:solidFill>
                <a:latin typeface="NimbusRomDOT-Reg"/>
              </a:rPr>
              <a:t>N</a:t>
            </a:r>
            <a:r>
              <a:rPr lang="en-US" altLang="zh-CN" sz="1200" dirty="0">
                <a:latin typeface="NimbusRomDOT-Reg"/>
              </a:rPr>
              <a:t>, </a:t>
            </a:r>
            <a:r>
              <a:rPr lang="en-US" altLang="zh-CN" sz="1200" dirty="0" err="1">
                <a:latin typeface="NimbusRomDOT-Reg"/>
              </a:rPr>
              <a:t>val</a:t>
            </a:r>
            <a:r>
              <a:rPr lang="en-US" altLang="zh-CN" sz="1200" dirty="0">
                <a:latin typeface="NimbusRomDOT-Reg"/>
              </a:rPr>
              <a:t> </a:t>
            </a:r>
            <a:r>
              <a:rPr lang="en-US" altLang="zh-CN" sz="1200" b="1" dirty="0">
                <a:solidFill>
                  <a:srgbClr val="FF0000"/>
                </a:solidFill>
                <a:latin typeface="NimbusRomDOT-Reg"/>
              </a:rPr>
              <a:t>K</a:t>
            </a:r>
            <a:r>
              <a:rPr lang="en-US" altLang="zh-CN" sz="1200" dirty="0">
                <a:latin typeface="NimbusRomDOT-Reg"/>
              </a:rPr>
              <a:t>, </a:t>
            </a:r>
            <a:r>
              <a:rPr lang="en-US" altLang="zh-CN" sz="1200" dirty="0" err="1">
                <a:latin typeface="NimbusRomDOT-Reg"/>
              </a:rPr>
              <a:t>ptr</a:t>
            </a:r>
            <a:r>
              <a:rPr lang="en-US" altLang="zh-CN" sz="1200" dirty="0">
                <a:latin typeface="NimbusRomDOT-Reg"/>
              </a:rPr>
              <a:t> </a:t>
            </a:r>
            <a:r>
              <a:rPr lang="en-US" altLang="zh-CN" sz="1200" b="1" dirty="0">
                <a:solidFill>
                  <a:srgbClr val="FF0000"/>
                </a:solidFill>
                <a:latin typeface="NimbusRomDOT-Reg"/>
              </a:rPr>
              <a:t>P</a:t>
            </a:r>
            <a:r>
              <a:rPr lang="en-US" altLang="zh-CN" sz="1200" dirty="0">
                <a:latin typeface="NimbusRomDOT-Reg"/>
              </a:rPr>
              <a:t>)</a:t>
            </a:r>
            <a:endParaRPr lang="zh-CN" altLang="en-US" sz="1200" dirty="0">
              <a:latin typeface="NimbusRomDOT-Reg"/>
            </a:endParaRPr>
          </a:p>
        </p:txBody>
      </p:sp>
      <p:grpSp>
        <p:nvGrpSpPr>
          <p:cNvPr id="223" name="组合 222">
            <a:extLst>
              <a:ext uri="{FF2B5EF4-FFF2-40B4-BE49-F238E27FC236}">
                <a16:creationId xmlns:a16="http://schemas.microsoft.com/office/drawing/2014/main" id="{FD885AD3-DF3F-4379-9504-A61A65DAACA3}"/>
              </a:ext>
            </a:extLst>
          </p:cNvPr>
          <p:cNvGrpSpPr/>
          <p:nvPr/>
        </p:nvGrpSpPr>
        <p:grpSpPr>
          <a:xfrm>
            <a:off x="745435" y="521539"/>
            <a:ext cx="2743199" cy="537604"/>
            <a:chOff x="745435" y="521539"/>
            <a:chExt cx="2743199" cy="537604"/>
          </a:xfrm>
        </p:grpSpPr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6F89895F-101C-4471-9D75-8670F035DDB6}"/>
                </a:ext>
              </a:extLst>
            </p:cNvPr>
            <p:cNvSpPr/>
            <p:nvPr/>
          </p:nvSpPr>
          <p:spPr>
            <a:xfrm>
              <a:off x="745435" y="761431"/>
              <a:ext cx="2743199" cy="297712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>
                  <a:latin typeface="NimbusRomDOT-Reg"/>
                </a:rPr>
                <a:t>delete (K, P) from N;</a:t>
              </a:r>
              <a:endParaRPr lang="zh-CN" altLang="en-US" sz="1200" dirty="0">
                <a:latin typeface="NimbusRomDOT-Reg"/>
              </a:endParaRPr>
            </a:p>
          </p:txBody>
        </p:sp>
        <p:cxnSp>
          <p:nvCxnSpPr>
            <p:cNvPr id="13" name="直接箭头连接符 12">
              <a:extLst>
                <a:ext uri="{FF2B5EF4-FFF2-40B4-BE49-F238E27FC236}">
                  <a16:creationId xmlns:a16="http://schemas.microsoft.com/office/drawing/2014/main" id="{FFF91ED1-3A6C-4081-8AE0-E3403425F029}"/>
                </a:ext>
              </a:extLst>
            </p:cNvPr>
            <p:cNvCxnSpPr>
              <a:stCxn id="10" idx="2"/>
              <a:endCxn id="11" idx="0"/>
            </p:cNvCxnSpPr>
            <p:nvPr/>
          </p:nvCxnSpPr>
          <p:spPr>
            <a:xfrm>
              <a:off x="2117033" y="521539"/>
              <a:ext cx="2" cy="239892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0" name="组合 229">
            <a:extLst>
              <a:ext uri="{FF2B5EF4-FFF2-40B4-BE49-F238E27FC236}">
                <a16:creationId xmlns:a16="http://schemas.microsoft.com/office/drawing/2014/main" id="{6A795DF5-F24D-44E3-9798-200E5B8C25BE}"/>
              </a:ext>
            </a:extLst>
          </p:cNvPr>
          <p:cNvGrpSpPr/>
          <p:nvPr/>
        </p:nvGrpSpPr>
        <p:grpSpPr>
          <a:xfrm>
            <a:off x="837882" y="1059143"/>
            <a:ext cx="2557004" cy="721426"/>
            <a:chOff x="837882" y="1059143"/>
            <a:chExt cx="2557004" cy="721426"/>
          </a:xfrm>
        </p:grpSpPr>
        <p:sp>
          <p:nvSpPr>
            <p:cNvPr id="15" name="流程图: 决策 14">
              <a:extLst>
                <a:ext uri="{FF2B5EF4-FFF2-40B4-BE49-F238E27FC236}">
                  <a16:creationId xmlns:a16="http://schemas.microsoft.com/office/drawing/2014/main" id="{F26FE85B-620C-4DAE-B42A-8C352E99B830}"/>
                </a:ext>
              </a:extLst>
            </p:cNvPr>
            <p:cNvSpPr/>
            <p:nvPr/>
          </p:nvSpPr>
          <p:spPr>
            <a:xfrm>
              <a:off x="837882" y="1296865"/>
              <a:ext cx="2557004" cy="483704"/>
            </a:xfrm>
            <a:prstGeom prst="flowChartDecision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050" dirty="0">
                  <a:latin typeface="NimbusRomDOT-Reg"/>
                </a:rPr>
                <a:t>N is root &amp; only one remaining child</a:t>
              </a:r>
            </a:p>
          </p:txBody>
        </p:sp>
        <p:cxnSp>
          <p:nvCxnSpPr>
            <p:cNvPr id="16" name="直接箭头连接符 15">
              <a:extLst>
                <a:ext uri="{FF2B5EF4-FFF2-40B4-BE49-F238E27FC236}">
                  <a16:creationId xmlns:a16="http://schemas.microsoft.com/office/drawing/2014/main" id="{5D6990D0-872F-4596-A1FF-F33FF5C09740}"/>
                </a:ext>
              </a:extLst>
            </p:cNvPr>
            <p:cNvCxnSpPr>
              <a:cxnSpLocks/>
              <a:stCxn id="11" idx="2"/>
              <a:endCxn id="15" idx="0"/>
            </p:cNvCxnSpPr>
            <p:nvPr/>
          </p:nvCxnSpPr>
          <p:spPr>
            <a:xfrm flipH="1">
              <a:off x="2116384" y="1059143"/>
              <a:ext cx="651" cy="237722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1" name="组合 230">
            <a:extLst>
              <a:ext uri="{FF2B5EF4-FFF2-40B4-BE49-F238E27FC236}">
                <a16:creationId xmlns:a16="http://schemas.microsoft.com/office/drawing/2014/main" id="{4B97CAFA-E4BB-4BCF-A085-68388C672048}"/>
              </a:ext>
            </a:extLst>
          </p:cNvPr>
          <p:cNvGrpSpPr/>
          <p:nvPr/>
        </p:nvGrpSpPr>
        <p:grpSpPr>
          <a:xfrm>
            <a:off x="745432" y="1729703"/>
            <a:ext cx="2743199" cy="822222"/>
            <a:chOff x="745432" y="1729703"/>
            <a:chExt cx="2743199" cy="82222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224E9A5C-76DA-4AB7-B11F-10DC085FCC96}"/>
                </a:ext>
              </a:extLst>
            </p:cNvPr>
            <p:cNvSpPr txBox="1"/>
            <p:nvPr/>
          </p:nvSpPr>
          <p:spPr>
            <a:xfrm>
              <a:off x="1663806" y="1729703"/>
              <a:ext cx="46852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00" b="1" dirty="0">
                  <a:solidFill>
                    <a:srgbClr val="00B050"/>
                  </a:solidFill>
                  <a:latin typeface="NimbusRomDOT-Reg"/>
                </a:rPr>
                <a:t>True</a:t>
              </a:r>
              <a:endParaRPr lang="zh-CN" altLang="en-US" sz="1200" b="1" dirty="0">
                <a:solidFill>
                  <a:srgbClr val="00B050"/>
                </a:solidFill>
                <a:latin typeface="NimbusRomDOT-Reg"/>
              </a:endParaRPr>
            </a:p>
          </p:txBody>
        </p:sp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9DF54609-092C-49A5-B69D-F929DCA4A1E4}"/>
                </a:ext>
              </a:extLst>
            </p:cNvPr>
            <p:cNvSpPr/>
            <p:nvPr/>
          </p:nvSpPr>
          <p:spPr>
            <a:xfrm>
              <a:off x="745432" y="2068221"/>
              <a:ext cx="2743199" cy="483704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>
                  <a:solidFill>
                    <a:srgbClr val="323232"/>
                  </a:solidFill>
                  <a:latin typeface="NimbusRomDOT-Reg"/>
                </a:rPr>
                <a:t>make the child of N the new root;</a:t>
              </a:r>
            </a:p>
            <a:p>
              <a:pPr algn="ctr"/>
              <a:r>
                <a:rPr lang="en-US" altLang="zh-CN" sz="1200" dirty="0">
                  <a:solidFill>
                    <a:srgbClr val="323232"/>
                  </a:solidFill>
                  <a:latin typeface="NimbusRomDOT-Reg"/>
                </a:rPr>
                <a:t>delete N;</a:t>
              </a:r>
            </a:p>
          </p:txBody>
        </p:sp>
        <p:cxnSp>
          <p:nvCxnSpPr>
            <p:cNvPr id="22" name="直接箭头连接符 21">
              <a:extLst>
                <a:ext uri="{FF2B5EF4-FFF2-40B4-BE49-F238E27FC236}">
                  <a16:creationId xmlns:a16="http://schemas.microsoft.com/office/drawing/2014/main" id="{0022F3EE-BFE0-46C2-887A-89E36D475119}"/>
                </a:ext>
              </a:extLst>
            </p:cNvPr>
            <p:cNvCxnSpPr>
              <a:cxnSpLocks/>
              <a:stCxn id="15" idx="2"/>
              <a:endCxn id="21" idx="0"/>
            </p:cNvCxnSpPr>
            <p:nvPr/>
          </p:nvCxnSpPr>
          <p:spPr>
            <a:xfrm>
              <a:off x="2116384" y="1780569"/>
              <a:ext cx="648" cy="287652"/>
            </a:xfrm>
            <a:prstGeom prst="straightConnector1">
              <a:avLst/>
            </a:prstGeom>
            <a:ln w="12700">
              <a:solidFill>
                <a:srgbClr val="00B050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2" name="组合 241">
            <a:extLst>
              <a:ext uri="{FF2B5EF4-FFF2-40B4-BE49-F238E27FC236}">
                <a16:creationId xmlns:a16="http://schemas.microsoft.com/office/drawing/2014/main" id="{843BA48B-50E4-45B6-AE8C-B396186343D4}"/>
              </a:ext>
            </a:extLst>
          </p:cNvPr>
          <p:cNvGrpSpPr/>
          <p:nvPr/>
        </p:nvGrpSpPr>
        <p:grpSpPr>
          <a:xfrm>
            <a:off x="545343" y="1277718"/>
            <a:ext cx="2849542" cy="1942399"/>
            <a:chOff x="545343" y="1277718"/>
            <a:chExt cx="2849542" cy="1942399"/>
          </a:xfrm>
        </p:grpSpPr>
        <p:sp>
          <p:nvSpPr>
            <p:cNvPr id="26" name="流程图: 决策 25">
              <a:extLst>
                <a:ext uri="{FF2B5EF4-FFF2-40B4-BE49-F238E27FC236}">
                  <a16:creationId xmlns:a16="http://schemas.microsoft.com/office/drawing/2014/main" id="{B211CF00-01EE-4635-9842-66312D248A52}"/>
                </a:ext>
              </a:extLst>
            </p:cNvPr>
            <p:cNvSpPr/>
            <p:nvPr/>
          </p:nvSpPr>
          <p:spPr>
            <a:xfrm>
              <a:off x="837882" y="2824918"/>
              <a:ext cx="2557003" cy="395199"/>
            </a:xfrm>
            <a:prstGeom prst="flowChartDecision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050" dirty="0">
                  <a:latin typeface="NimbusRomDOT-Reg"/>
                </a:rPr>
                <a:t>N has too few v/p</a:t>
              </a:r>
            </a:p>
          </p:txBody>
        </p:sp>
        <p:cxnSp>
          <p:nvCxnSpPr>
            <p:cNvPr id="27" name="直接箭头连接符 26">
              <a:extLst>
                <a:ext uri="{FF2B5EF4-FFF2-40B4-BE49-F238E27FC236}">
                  <a16:creationId xmlns:a16="http://schemas.microsoft.com/office/drawing/2014/main" id="{8478DD54-5CD2-4314-800A-89CE5588C9D5}"/>
                </a:ext>
              </a:extLst>
            </p:cNvPr>
            <p:cNvCxnSpPr>
              <a:cxnSpLocks/>
              <a:stCxn id="15" idx="1"/>
              <a:endCxn id="26" idx="1"/>
            </p:cNvCxnSpPr>
            <p:nvPr/>
          </p:nvCxnSpPr>
          <p:spPr>
            <a:xfrm rot="10800000" flipV="1">
              <a:off x="837882" y="1538716"/>
              <a:ext cx="12700" cy="1483801"/>
            </a:xfrm>
            <a:prstGeom prst="bentConnector3">
              <a:avLst>
                <a:gd name="adj1" fmla="val 1800000"/>
              </a:avLst>
            </a:prstGeom>
            <a:ln w="12700">
              <a:solidFill>
                <a:srgbClr val="FF0000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F074E86C-3FC6-4C00-B602-17F81C173465}"/>
                </a:ext>
              </a:extLst>
            </p:cNvPr>
            <p:cNvSpPr txBox="1"/>
            <p:nvPr/>
          </p:nvSpPr>
          <p:spPr>
            <a:xfrm>
              <a:off x="545343" y="1277718"/>
              <a:ext cx="50263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00" b="1" dirty="0">
                  <a:solidFill>
                    <a:srgbClr val="FF0000"/>
                  </a:solidFill>
                  <a:latin typeface="NimbusRomDOT-Reg"/>
                </a:rPr>
                <a:t>False</a:t>
              </a:r>
              <a:endParaRPr lang="zh-CN" altLang="en-US" sz="1200" b="1" dirty="0">
                <a:solidFill>
                  <a:srgbClr val="FF0000"/>
                </a:solidFill>
                <a:latin typeface="NimbusRomDOT-Reg"/>
              </a:endParaRPr>
            </a:p>
          </p:txBody>
        </p:sp>
      </p:grpSp>
      <p:grpSp>
        <p:nvGrpSpPr>
          <p:cNvPr id="248" name="组合 247">
            <a:extLst>
              <a:ext uri="{FF2B5EF4-FFF2-40B4-BE49-F238E27FC236}">
                <a16:creationId xmlns:a16="http://schemas.microsoft.com/office/drawing/2014/main" id="{89CF4496-E0CF-4FC0-A7D2-ED66EA8C9A1F}"/>
              </a:ext>
            </a:extLst>
          </p:cNvPr>
          <p:cNvGrpSpPr/>
          <p:nvPr/>
        </p:nvGrpSpPr>
        <p:grpSpPr>
          <a:xfrm>
            <a:off x="742263" y="3157334"/>
            <a:ext cx="2741177" cy="866206"/>
            <a:chOff x="742263" y="3157334"/>
            <a:chExt cx="2741177" cy="866206"/>
          </a:xfrm>
        </p:grpSpPr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AD005793-5BBE-49FA-AB35-48DD82DA3242}"/>
                </a:ext>
              </a:extLst>
            </p:cNvPr>
            <p:cNvSpPr/>
            <p:nvPr/>
          </p:nvSpPr>
          <p:spPr>
            <a:xfrm>
              <a:off x="742263" y="3539836"/>
              <a:ext cx="2741177" cy="483704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b="1" dirty="0">
                  <a:solidFill>
                    <a:srgbClr val="0070C0"/>
                  </a:solidFill>
                  <a:latin typeface="NimbusRomDOT-Reg"/>
                </a:rPr>
                <a:t>N′ = sibling of N;</a:t>
              </a:r>
            </a:p>
            <a:p>
              <a:pPr algn="ctr"/>
              <a:r>
                <a:rPr lang="en-US" altLang="zh-CN" sz="1200" dirty="0">
                  <a:solidFill>
                    <a:srgbClr val="323232"/>
                  </a:solidFill>
                  <a:latin typeface="NimbusRomDOT-Reg"/>
                </a:rPr>
                <a:t>K′ = the value between pointers N and N′; </a:t>
              </a:r>
            </a:p>
          </p:txBody>
        </p:sp>
        <p:cxnSp>
          <p:nvCxnSpPr>
            <p:cNvPr id="32" name="直接箭头连接符 31">
              <a:extLst>
                <a:ext uri="{FF2B5EF4-FFF2-40B4-BE49-F238E27FC236}">
                  <a16:creationId xmlns:a16="http://schemas.microsoft.com/office/drawing/2014/main" id="{A9B1A5AD-5A3D-4BF1-A54A-B65C2E732D4D}"/>
                </a:ext>
              </a:extLst>
            </p:cNvPr>
            <p:cNvCxnSpPr>
              <a:cxnSpLocks/>
              <a:stCxn id="26" idx="2"/>
              <a:endCxn id="31" idx="0"/>
            </p:cNvCxnSpPr>
            <p:nvPr/>
          </p:nvCxnSpPr>
          <p:spPr>
            <a:xfrm flipH="1">
              <a:off x="2112852" y="3220117"/>
              <a:ext cx="3532" cy="319719"/>
            </a:xfrm>
            <a:prstGeom prst="straightConnector1">
              <a:avLst/>
            </a:prstGeom>
            <a:ln w="12700">
              <a:solidFill>
                <a:srgbClr val="00B050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98B8D5FC-6AC1-4F2D-A458-A4D443AC7438}"/>
                </a:ext>
              </a:extLst>
            </p:cNvPr>
            <p:cNvSpPr txBox="1"/>
            <p:nvPr/>
          </p:nvSpPr>
          <p:spPr>
            <a:xfrm>
              <a:off x="1679876" y="3157334"/>
              <a:ext cx="46852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00" b="1" dirty="0">
                  <a:solidFill>
                    <a:srgbClr val="00B050"/>
                  </a:solidFill>
                  <a:latin typeface="NimbusRomDOT-Reg"/>
                </a:rPr>
                <a:t>True</a:t>
              </a:r>
              <a:endParaRPr lang="zh-CN" altLang="en-US" sz="1200" b="1" dirty="0">
                <a:solidFill>
                  <a:srgbClr val="00B050"/>
                </a:solidFill>
                <a:latin typeface="NimbusRomDOT-Reg"/>
              </a:endParaRPr>
            </a:p>
          </p:txBody>
        </p:sp>
      </p:grpSp>
      <p:grpSp>
        <p:nvGrpSpPr>
          <p:cNvPr id="258" name="组合 257">
            <a:extLst>
              <a:ext uri="{FF2B5EF4-FFF2-40B4-BE49-F238E27FC236}">
                <a16:creationId xmlns:a16="http://schemas.microsoft.com/office/drawing/2014/main" id="{9FED6B87-472D-4F55-B0F2-70200A9EC144}"/>
              </a:ext>
            </a:extLst>
          </p:cNvPr>
          <p:cNvGrpSpPr/>
          <p:nvPr/>
        </p:nvGrpSpPr>
        <p:grpSpPr>
          <a:xfrm>
            <a:off x="683797" y="4023540"/>
            <a:ext cx="2859138" cy="793320"/>
            <a:chOff x="683797" y="4023540"/>
            <a:chExt cx="2859138" cy="793320"/>
          </a:xfrm>
        </p:grpSpPr>
        <p:sp>
          <p:nvSpPr>
            <p:cNvPr id="37" name="流程图: 决策 36">
              <a:extLst>
                <a:ext uri="{FF2B5EF4-FFF2-40B4-BE49-F238E27FC236}">
                  <a16:creationId xmlns:a16="http://schemas.microsoft.com/office/drawing/2014/main" id="{E9909189-E618-4766-AD67-751073C25D01}"/>
                </a:ext>
              </a:extLst>
            </p:cNvPr>
            <p:cNvSpPr/>
            <p:nvPr/>
          </p:nvSpPr>
          <p:spPr>
            <a:xfrm>
              <a:off x="683797" y="4333156"/>
              <a:ext cx="2859138" cy="483704"/>
            </a:xfrm>
            <a:prstGeom prst="flowChartDecision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050" dirty="0">
                  <a:latin typeface="NimbusRomDOT-Reg"/>
                </a:rPr>
                <a:t>entries in N and N′ can </a:t>
              </a:r>
            </a:p>
            <a:p>
              <a:pPr algn="ctr"/>
              <a:r>
                <a:rPr lang="en-US" altLang="zh-CN" sz="1050" dirty="0">
                  <a:latin typeface="NimbusRomDOT-Reg"/>
                </a:rPr>
                <a:t>fit in a single node</a:t>
              </a:r>
            </a:p>
          </p:txBody>
        </p:sp>
        <p:cxnSp>
          <p:nvCxnSpPr>
            <p:cNvPr id="38" name="直接箭头连接符 26">
              <a:extLst>
                <a:ext uri="{FF2B5EF4-FFF2-40B4-BE49-F238E27FC236}">
                  <a16:creationId xmlns:a16="http://schemas.microsoft.com/office/drawing/2014/main" id="{81C91A95-4590-4005-8A4B-E065902C88B1}"/>
                </a:ext>
              </a:extLst>
            </p:cNvPr>
            <p:cNvCxnSpPr>
              <a:cxnSpLocks/>
              <a:stCxn id="31" idx="2"/>
              <a:endCxn id="37" idx="0"/>
            </p:cNvCxnSpPr>
            <p:nvPr/>
          </p:nvCxnSpPr>
          <p:spPr>
            <a:xfrm rot="16200000" flipH="1">
              <a:off x="1958301" y="4178091"/>
              <a:ext cx="309616" cy="514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9" name="组合 258">
            <a:extLst>
              <a:ext uri="{FF2B5EF4-FFF2-40B4-BE49-F238E27FC236}">
                <a16:creationId xmlns:a16="http://schemas.microsoft.com/office/drawing/2014/main" id="{F10CFB1F-5751-4AE2-9D90-7B14EBF64234}"/>
              </a:ext>
            </a:extLst>
          </p:cNvPr>
          <p:cNvGrpSpPr/>
          <p:nvPr/>
        </p:nvGrpSpPr>
        <p:grpSpPr>
          <a:xfrm>
            <a:off x="624163" y="4773641"/>
            <a:ext cx="2982568" cy="760002"/>
            <a:chOff x="624163" y="4773641"/>
            <a:chExt cx="2982568" cy="760002"/>
          </a:xfrm>
        </p:grpSpPr>
        <p:sp>
          <p:nvSpPr>
            <p:cNvPr id="43" name="流程图: 决策 42">
              <a:extLst>
                <a:ext uri="{FF2B5EF4-FFF2-40B4-BE49-F238E27FC236}">
                  <a16:creationId xmlns:a16="http://schemas.microsoft.com/office/drawing/2014/main" id="{BA4A9460-6B09-4BCC-A3A8-920F41EDDF93}"/>
                </a:ext>
              </a:extLst>
            </p:cNvPr>
            <p:cNvSpPr/>
            <p:nvPr/>
          </p:nvSpPr>
          <p:spPr>
            <a:xfrm>
              <a:off x="624163" y="5118442"/>
              <a:ext cx="2982568" cy="415201"/>
            </a:xfrm>
            <a:prstGeom prst="flowChartDecision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050" dirty="0">
                  <a:latin typeface="NimbusRomDOT-Reg"/>
                </a:rPr>
                <a:t>N is a predecessor of N′</a:t>
              </a:r>
            </a:p>
          </p:txBody>
        </p:sp>
        <p:sp>
          <p:nvSpPr>
            <p:cNvPr id="44" name="文本框 43">
              <a:extLst>
                <a:ext uri="{FF2B5EF4-FFF2-40B4-BE49-F238E27FC236}">
                  <a16:creationId xmlns:a16="http://schemas.microsoft.com/office/drawing/2014/main" id="{0187268D-DBE8-4CDC-8866-E051E9A0C47F}"/>
                </a:ext>
              </a:extLst>
            </p:cNvPr>
            <p:cNvSpPr txBox="1"/>
            <p:nvPr/>
          </p:nvSpPr>
          <p:spPr>
            <a:xfrm>
              <a:off x="1669733" y="4773641"/>
              <a:ext cx="46852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00" b="1" dirty="0">
                  <a:solidFill>
                    <a:srgbClr val="00B050"/>
                  </a:solidFill>
                  <a:latin typeface="NimbusRomDOT-Reg"/>
                </a:rPr>
                <a:t>True</a:t>
              </a:r>
              <a:endParaRPr lang="zh-CN" altLang="en-US" sz="1200" b="1" dirty="0">
                <a:solidFill>
                  <a:srgbClr val="00B050"/>
                </a:solidFill>
                <a:latin typeface="NimbusRomDOT-Reg"/>
              </a:endParaRPr>
            </a:p>
          </p:txBody>
        </p:sp>
        <p:cxnSp>
          <p:nvCxnSpPr>
            <p:cNvPr id="45" name="直接箭头连接符 26">
              <a:extLst>
                <a:ext uri="{FF2B5EF4-FFF2-40B4-BE49-F238E27FC236}">
                  <a16:creationId xmlns:a16="http://schemas.microsoft.com/office/drawing/2014/main" id="{AB245870-7032-49FA-84E5-4D26D0CE6FE2}"/>
                </a:ext>
              </a:extLst>
            </p:cNvPr>
            <p:cNvCxnSpPr>
              <a:cxnSpLocks/>
              <a:stCxn id="37" idx="2"/>
              <a:endCxn id="43" idx="0"/>
            </p:cNvCxnSpPr>
            <p:nvPr/>
          </p:nvCxnSpPr>
          <p:spPr>
            <a:xfrm rot="16200000" flipH="1">
              <a:off x="1963615" y="4966610"/>
              <a:ext cx="301582" cy="2081"/>
            </a:xfrm>
            <a:prstGeom prst="bentConnector3">
              <a:avLst>
                <a:gd name="adj1" fmla="val 50000"/>
              </a:avLst>
            </a:prstGeom>
            <a:ln w="12700">
              <a:solidFill>
                <a:srgbClr val="00B050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0" name="组合 259">
            <a:extLst>
              <a:ext uri="{FF2B5EF4-FFF2-40B4-BE49-F238E27FC236}">
                <a16:creationId xmlns:a16="http://schemas.microsoft.com/office/drawing/2014/main" id="{F854D879-549C-4BF0-8719-AF91961C33A0}"/>
              </a:ext>
            </a:extLst>
          </p:cNvPr>
          <p:cNvGrpSpPr/>
          <p:nvPr/>
        </p:nvGrpSpPr>
        <p:grpSpPr>
          <a:xfrm>
            <a:off x="742263" y="5507137"/>
            <a:ext cx="2743199" cy="624059"/>
            <a:chOff x="742263" y="5507137"/>
            <a:chExt cx="2743199" cy="624059"/>
          </a:xfrm>
        </p:grpSpPr>
        <p:sp>
          <p:nvSpPr>
            <p:cNvPr id="62" name="文本框 61">
              <a:extLst>
                <a:ext uri="{FF2B5EF4-FFF2-40B4-BE49-F238E27FC236}">
                  <a16:creationId xmlns:a16="http://schemas.microsoft.com/office/drawing/2014/main" id="{61E06AA3-C1ED-4ABF-B27A-87BD9D2601C6}"/>
                </a:ext>
              </a:extLst>
            </p:cNvPr>
            <p:cNvSpPr txBox="1"/>
            <p:nvPr/>
          </p:nvSpPr>
          <p:spPr>
            <a:xfrm>
              <a:off x="1690656" y="5507137"/>
              <a:ext cx="46852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b="1" dirty="0">
                  <a:solidFill>
                    <a:srgbClr val="00B050"/>
                  </a:solidFill>
                  <a:latin typeface="NimbusRomDOT-Reg"/>
                </a:rPr>
                <a:t>True</a:t>
              </a:r>
              <a:endParaRPr lang="zh-CN" altLang="en-US" sz="1200" b="1" dirty="0">
                <a:solidFill>
                  <a:srgbClr val="00B050"/>
                </a:solidFill>
                <a:latin typeface="NimbusRomDOT-Reg"/>
              </a:endParaRPr>
            </a:p>
          </p:txBody>
        </p:sp>
        <p:sp>
          <p:nvSpPr>
            <p:cNvPr id="49" name="矩形 48">
              <a:extLst>
                <a:ext uri="{FF2B5EF4-FFF2-40B4-BE49-F238E27FC236}">
                  <a16:creationId xmlns:a16="http://schemas.microsoft.com/office/drawing/2014/main" id="{92722795-CED5-4720-905B-F61F0C0E4875}"/>
                </a:ext>
              </a:extLst>
            </p:cNvPr>
            <p:cNvSpPr/>
            <p:nvPr/>
          </p:nvSpPr>
          <p:spPr>
            <a:xfrm>
              <a:off x="742263" y="5833484"/>
              <a:ext cx="2743199" cy="297712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 err="1">
                  <a:latin typeface="NimbusRomDOT-Reg"/>
                </a:rPr>
                <a:t>Swap_variables</a:t>
              </a:r>
              <a:r>
                <a:rPr lang="en-US" altLang="zh-CN" sz="1200" dirty="0">
                  <a:latin typeface="NimbusRomDOT-Reg"/>
                </a:rPr>
                <a:t>(N, N′)</a:t>
              </a:r>
              <a:endParaRPr lang="zh-CN" altLang="en-US" sz="1200" dirty="0">
                <a:latin typeface="NimbusRomDOT-Reg"/>
              </a:endParaRPr>
            </a:p>
          </p:txBody>
        </p:sp>
        <p:cxnSp>
          <p:nvCxnSpPr>
            <p:cNvPr id="50" name="直接箭头连接符 26">
              <a:extLst>
                <a:ext uri="{FF2B5EF4-FFF2-40B4-BE49-F238E27FC236}">
                  <a16:creationId xmlns:a16="http://schemas.microsoft.com/office/drawing/2014/main" id="{D7B81FD6-0933-4B49-B559-0AA3F2DEEADB}"/>
                </a:ext>
              </a:extLst>
            </p:cNvPr>
            <p:cNvCxnSpPr>
              <a:cxnSpLocks/>
              <a:stCxn id="43" idx="2"/>
              <a:endCxn id="49" idx="0"/>
            </p:cNvCxnSpPr>
            <p:nvPr/>
          </p:nvCxnSpPr>
          <p:spPr>
            <a:xfrm rot="5400000">
              <a:off x="1964735" y="5682771"/>
              <a:ext cx="299841" cy="1584"/>
            </a:xfrm>
            <a:prstGeom prst="bentConnector3">
              <a:avLst>
                <a:gd name="adj1" fmla="val 50000"/>
              </a:avLst>
            </a:prstGeom>
            <a:ln w="12700">
              <a:solidFill>
                <a:srgbClr val="00B050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6" name="组合 265">
            <a:extLst>
              <a:ext uri="{FF2B5EF4-FFF2-40B4-BE49-F238E27FC236}">
                <a16:creationId xmlns:a16="http://schemas.microsoft.com/office/drawing/2014/main" id="{93FE7FAC-246B-4477-8193-74C8648AAA13}"/>
              </a:ext>
            </a:extLst>
          </p:cNvPr>
          <p:cNvGrpSpPr/>
          <p:nvPr/>
        </p:nvGrpSpPr>
        <p:grpSpPr>
          <a:xfrm>
            <a:off x="2113863" y="217412"/>
            <a:ext cx="5223572" cy="5913784"/>
            <a:chOff x="2113863" y="217412"/>
            <a:chExt cx="5223572" cy="5913784"/>
          </a:xfrm>
        </p:grpSpPr>
        <p:sp>
          <p:nvSpPr>
            <p:cNvPr id="54" name="流程图: 决策 53">
              <a:extLst>
                <a:ext uri="{FF2B5EF4-FFF2-40B4-BE49-F238E27FC236}">
                  <a16:creationId xmlns:a16="http://schemas.microsoft.com/office/drawing/2014/main" id="{B44BA42F-5DC3-4439-8842-82A4BB552A39}"/>
                </a:ext>
              </a:extLst>
            </p:cNvPr>
            <p:cNvSpPr/>
            <p:nvPr/>
          </p:nvSpPr>
          <p:spPr>
            <a:xfrm>
              <a:off x="4983929" y="217412"/>
              <a:ext cx="2353506" cy="297712"/>
            </a:xfrm>
            <a:prstGeom prst="flowChartDecision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050" dirty="0">
                  <a:latin typeface="NimbusRomDOT-Reg"/>
                </a:rPr>
                <a:t>N is not a leaf</a:t>
              </a:r>
            </a:p>
          </p:txBody>
        </p:sp>
        <p:cxnSp>
          <p:nvCxnSpPr>
            <p:cNvPr id="55" name="直接箭头连接符 26">
              <a:extLst>
                <a:ext uri="{FF2B5EF4-FFF2-40B4-BE49-F238E27FC236}">
                  <a16:creationId xmlns:a16="http://schemas.microsoft.com/office/drawing/2014/main" id="{89895512-A4B4-4E7F-8AA2-DFC7756FE6CE}"/>
                </a:ext>
              </a:extLst>
            </p:cNvPr>
            <p:cNvCxnSpPr>
              <a:cxnSpLocks/>
              <a:stCxn id="49" idx="2"/>
              <a:endCxn id="54" idx="1"/>
            </p:cNvCxnSpPr>
            <p:nvPr/>
          </p:nvCxnSpPr>
          <p:spPr>
            <a:xfrm rot="5400000" flipH="1" flipV="1">
              <a:off x="666432" y="1813699"/>
              <a:ext cx="5764928" cy="2870066"/>
            </a:xfrm>
            <a:prstGeom prst="bentConnector4">
              <a:avLst>
                <a:gd name="adj1" fmla="val -3965"/>
                <a:gd name="adj2" fmla="val 71817"/>
              </a:avLst>
            </a:prstGeom>
            <a:ln w="127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4" name="组合 303">
            <a:extLst>
              <a:ext uri="{FF2B5EF4-FFF2-40B4-BE49-F238E27FC236}">
                <a16:creationId xmlns:a16="http://schemas.microsoft.com/office/drawing/2014/main" id="{FEC97296-6B16-4557-94C6-E4170DE85174}"/>
              </a:ext>
            </a:extLst>
          </p:cNvPr>
          <p:cNvGrpSpPr/>
          <p:nvPr/>
        </p:nvGrpSpPr>
        <p:grpSpPr>
          <a:xfrm>
            <a:off x="3246073" y="366268"/>
            <a:ext cx="1737856" cy="4959775"/>
            <a:chOff x="3246073" y="366268"/>
            <a:chExt cx="1737856" cy="4959775"/>
          </a:xfrm>
        </p:grpSpPr>
        <p:cxnSp>
          <p:nvCxnSpPr>
            <p:cNvPr id="58" name="直接箭头连接符 26">
              <a:extLst>
                <a:ext uri="{FF2B5EF4-FFF2-40B4-BE49-F238E27FC236}">
                  <a16:creationId xmlns:a16="http://schemas.microsoft.com/office/drawing/2014/main" id="{4F560ECD-1CD1-41C6-B982-108CFDEBF2E6}"/>
                </a:ext>
              </a:extLst>
            </p:cNvPr>
            <p:cNvCxnSpPr>
              <a:cxnSpLocks/>
              <a:stCxn id="43" idx="3"/>
              <a:endCxn id="54" idx="1"/>
            </p:cNvCxnSpPr>
            <p:nvPr/>
          </p:nvCxnSpPr>
          <p:spPr>
            <a:xfrm flipV="1">
              <a:off x="3606731" y="366268"/>
              <a:ext cx="1377198" cy="4959775"/>
            </a:xfrm>
            <a:prstGeom prst="bentConnector3">
              <a:avLst>
                <a:gd name="adj1" fmla="val 40377"/>
              </a:avLst>
            </a:prstGeom>
            <a:ln w="12700">
              <a:solidFill>
                <a:srgbClr val="FF0000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文本框 62">
              <a:extLst>
                <a:ext uri="{FF2B5EF4-FFF2-40B4-BE49-F238E27FC236}">
                  <a16:creationId xmlns:a16="http://schemas.microsoft.com/office/drawing/2014/main" id="{13D5286C-8EE2-4A7E-AABB-D90D710451F3}"/>
                </a:ext>
              </a:extLst>
            </p:cNvPr>
            <p:cNvSpPr txBox="1"/>
            <p:nvPr/>
          </p:nvSpPr>
          <p:spPr>
            <a:xfrm>
              <a:off x="3246073" y="5038993"/>
              <a:ext cx="50263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00" b="1" dirty="0">
                  <a:solidFill>
                    <a:srgbClr val="FF0000"/>
                  </a:solidFill>
                  <a:latin typeface="NimbusRomDOT-Reg"/>
                </a:rPr>
                <a:t>False</a:t>
              </a:r>
              <a:endParaRPr lang="zh-CN" altLang="en-US" sz="1200" b="1" dirty="0">
                <a:solidFill>
                  <a:srgbClr val="FF0000"/>
                </a:solidFill>
                <a:latin typeface="NimbusRomDOT-Reg"/>
              </a:endParaRPr>
            </a:p>
          </p:txBody>
        </p:sp>
      </p:grpSp>
      <p:grpSp>
        <p:nvGrpSpPr>
          <p:cNvPr id="269" name="组合 268">
            <a:extLst>
              <a:ext uri="{FF2B5EF4-FFF2-40B4-BE49-F238E27FC236}">
                <a16:creationId xmlns:a16="http://schemas.microsoft.com/office/drawing/2014/main" id="{39A88B19-CEAC-45AA-933A-91526A4FBE4C}"/>
              </a:ext>
            </a:extLst>
          </p:cNvPr>
          <p:cNvGrpSpPr/>
          <p:nvPr/>
        </p:nvGrpSpPr>
        <p:grpSpPr>
          <a:xfrm>
            <a:off x="4590356" y="494328"/>
            <a:ext cx="3141594" cy="645187"/>
            <a:chOff x="4590356" y="494328"/>
            <a:chExt cx="3141594" cy="645187"/>
          </a:xfrm>
        </p:grpSpPr>
        <p:sp>
          <p:nvSpPr>
            <p:cNvPr id="64" name="矩形 63">
              <a:extLst>
                <a:ext uri="{FF2B5EF4-FFF2-40B4-BE49-F238E27FC236}">
                  <a16:creationId xmlns:a16="http://schemas.microsoft.com/office/drawing/2014/main" id="{2208985D-129C-4C21-9CB3-69CC7C18A272}"/>
                </a:ext>
              </a:extLst>
            </p:cNvPr>
            <p:cNvSpPr/>
            <p:nvPr/>
          </p:nvSpPr>
          <p:spPr>
            <a:xfrm>
              <a:off x="4590356" y="841803"/>
              <a:ext cx="3141594" cy="297712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>
                  <a:solidFill>
                    <a:srgbClr val="323232"/>
                  </a:solidFill>
                  <a:latin typeface="NimbusRomDOT-Reg"/>
                </a:rPr>
                <a:t>append K′ and all pointers and values in N to N′;</a:t>
              </a:r>
            </a:p>
          </p:txBody>
        </p:sp>
        <p:cxnSp>
          <p:nvCxnSpPr>
            <p:cNvPr id="65" name="直接箭头连接符 26">
              <a:extLst>
                <a:ext uri="{FF2B5EF4-FFF2-40B4-BE49-F238E27FC236}">
                  <a16:creationId xmlns:a16="http://schemas.microsoft.com/office/drawing/2014/main" id="{8FC8C6C0-0A99-4B90-852F-B6C68909CA66}"/>
                </a:ext>
              </a:extLst>
            </p:cNvPr>
            <p:cNvCxnSpPr>
              <a:cxnSpLocks/>
              <a:stCxn id="54" idx="2"/>
              <a:endCxn id="64" idx="0"/>
            </p:cNvCxnSpPr>
            <p:nvPr/>
          </p:nvCxnSpPr>
          <p:spPr>
            <a:xfrm rot="16200000" flipH="1">
              <a:off x="5997578" y="678227"/>
              <a:ext cx="326679" cy="471"/>
            </a:xfrm>
            <a:prstGeom prst="bentConnector3">
              <a:avLst>
                <a:gd name="adj1" fmla="val 50000"/>
              </a:avLst>
            </a:prstGeom>
            <a:ln w="12700">
              <a:solidFill>
                <a:srgbClr val="00B050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4" name="文本框 73">
              <a:extLst>
                <a:ext uri="{FF2B5EF4-FFF2-40B4-BE49-F238E27FC236}">
                  <a16:creationId xmlns:a16="http://schemas.microsoft.com/office/drawing/2014/main" id="{6B73D6ED-DE71-4EC1-BD77-4FD67F9932EB}"/>
                </a:ext>
              </a:extLst>
            </p:cNvPr>
            <p:cNvSpPr txBox="1"/>
            <p:nvPr/>
          </p:nvSpPr>
          <p:spPr>
            <a:xfrm>
              <a:off x="5683482" y="494328"/>
              <a:ext cx="46852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00" b="1" dirty="0">
                  <a:solidFill>
                    <a:srgbClr val="00B050"/>
                  </a:solidFill>
                  <a:latin typeface="NimbusRomDOT-Reg"/>
                </a:rPr>
                <a:t>True</a:t>
              </a:r>
              <a:endParaRPr lang="zh-CN" altLang="en-US" sz="1200" b="1" dirty="0">
                <a:solidFill>
                  <a:srgbClr val="00B050"/>
                </a:solidFill>
                <a:latin typeface="NimbusRomDOT-Reg"/>
              </a:endParaRPr>
            </a:p>
          </p:txBody>
        </p:sp>
      </p:grpSp>
      <p:grpSp>
        <p:nvGrpSpPr>
          <p:cNvPr id="274" name="组合 273">
            <a:extLst>
              <a:ext uri="{FF2B5EF4-FFF2-40B4-BE49-F238E27FC236}">
                <a16:creationId xmlns:a16="http://schemas.microsoft.com/office/drawing/2014/main" id="{EF8F3124-D981-45FE-9D2F-3C27F315A40B}"/>
              </a:ext>
            </a:extLst>
          </p:cNvPr>
          <p:cNvGrpSpPr/>
          <p:nvPr/>
        </p:nvGrpSpPr>
        <p:grpSpPr>
          <a:xfrm>
            <a:off x="4590356" y="990659"/>
            <a:ext cx="3151262" cy="1457885"/>
            <a:chOff x="4590356" y="990659"/>
            <a:chExt cx="3151262" cy="1457885"/>
          </a:xfrm>
        </p:grpSpPr>
        <p:sp>
          <p:nvSpPr>
            <p:cNvPr id="96" name="矩形 95">
              <a:extLst>
                <a:ext uri="{FF2B5EF4-FFF2-40B4-BE49-F238E27FC236}">
                  <a16:creationId xmlns:a16="http://schemas.microsoft.com/office/drawing/2014/main" id="{E473104A-3FA3-4B86-B987-C5CF91D9C679}"/>
                </a:ext>
              </a:extLst>
            </p:cNvPr>
            <p:cNvSpPr/>
            <p:nvPr/>
          </p:nvSpPr>
          <p:spPr>
            <a:xfrm>
              <a:off x="4600024" y="2000461"/>
              <a:ext cx="3141594" cy="448083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pt-BR" altLang="zh-CN" sz="1200" dirty="0">
                  <a:solidFill>
                    <a:srgbClr val="323232"/>
                  </a:solidFill>
                  <a:latin typeface="NimbusRomDOT-Reg"/>
                </a:rPr>
                <a:t>delete_entry(parent(N), K′, N); </a:t>
              </a:r>
            </a:p>
            <a:p>
              <a:pPr algn="ctr"/>
              <a:r>
                <a:rPr lang="pt-BR" altLang="zh-CN" sz="1200" dirty="0">
                  <a:solidFill>
                    <a:srgbClr val="323232"/>
                  </a:solidFill>
                  <a:latin typeface="NimbusRomDOT-Reg"/>
                </a:rPr>
                <a:t>delete node N;</a:t>
              </a:r>
              <a:endParaRPr lang="en-US" altLang="zh-CN" sz="1200" dirty="0">
                <a:solidFill>
                  <a:srgbClr val="323232"/>
                </a:solidFill>
                <a:latin typeface="NimbusRomDOT-Reg"/>
              </a:endParaRPr>
            </a:p>
          </p:txBody>
        </p:sp>
        <p:cxnSp>
          <p:nvCxnSpPr>
            <p:cNvPr id="97" name="直接箭头连接符 26">
              <a:extLst>
                <a:ext uri="{FF2B5EF4-FFF2-40B4-BE49-F238E27FC236}">
                  <a16:creationId xmlns:a16="http://schemas.microsoft.com/office/drawing/2014/main" id="{F8740FCF-9DD9-4714-B77E-72459C63BDAF}"/>
                </a:ext>
              </a:extLst>
            </p:cNvPr>
            <p:cNvCxnSpPr>
              <a:cxnSpLocks/>
              <a:stCxn id="69" idx="2"/>
              <a:endCxn id="96" idx="0"/>
            </p:cNvCxnSpPr>
            <p:nvPr/>
          </p:nvCxnSpPr>
          <p:spPr>
            <a:xfrm rot="5400000">
              <a:off x="6049867" y="1877714"/>
              <a:ext cx="243701" cy="1792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直接箭头连接符 26">
              <a:extLst>
                <a:ext uri="{FF2B5EF4-FFF2-40B4-BE49-F238E27FC236}">
                  <a16:creationId xmlns:a16="http://schemas.microsoft.com/office/drawing/2014/main" id="{CB46122C-1EEB-4E35-A50A-6AC459903619}"/>
                </a:ext>
              </a:extLst>
            </p:cNvPr>
            <p:cNvCxnSpPr>
              <a:cxnSpLocks/>
              <a:stCxn id="64" idx="1"/>
              <a:endCxn id="96" idx="1"/>
            </p:cNvCxnSpPr>
            <p:nvPr/>
          </p:nvCxnSpPr>
          <p:spPr>
            <a:xfrm rot="10800000" flipH="1" flipV="1">
              <a:off x="4590356" y="990659"/>
              <a:ext cx="9668" cy="1233844"/>
            </a:xfrm>
            <a:prstGeom prst="bentConnector3">
              <a:avLst>
                <a:gd name="adj1" fmla="val -2090360"/>
              </a:avLst>
            </a:prstGeom>
            <a:ln w="127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2" name="组合 271">
            <a:extLst>
              <a:ext uri="{FF2B5EF4-FFF2-40B4-BE49-F238E27FC236}">
                <a16:creationId xmlns:a16="http://schemas.microsoft.com/office/drawing/2014/main" id="{A18D309B-B676-4F87-9C62-12340BB8D546}"/>
              </a:ext>
            </a:extLst>
          </p:cNvPr>
          <p:cNvGrpSpPr/>
          <p:nvPr/>
        </p:nvGrpSpPr>
        <p:grpSpPr>
          <a:xfrm>
            <a:off x="4601816" y="340788"/>
            <a:ext cx="3176931" cy="1415972"/>
            <a:chOff x="4601816" y="340788"/>
            <a:chExt cx="3176931" cy="1415972"/>
          </a:xfrm>
        </p:grpSpPr>
        <p:sp>
          <p:nvSpPr>
            <p:cNvPr id="69" name="矩形 68">
              <a:extLst>
                <a:ext uri="{FF2B5EF4-FFF2-40B4-BE49-F238E27FC236}">
                  <a16:creationId xmlns:a16="http://schemas.microsoft.com/office/drawing/2014/main" id="{BCC6706E-DA61-48E0-9DDC-62B7AFA750C1}"/>
                </a:ext>
              </a:extLst>
            </p:cNvPr>
            <p:cNvSpPr/>
            <p:nvPr/>
          </p:nvSpPr>
          <p:spPr>
            <a:xfrm>
              <a:off x="4601816" y="1308677"/>
              <a:ext cx="3141594" cy="448083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>
                  <a:solidFill>
                    <a:srgbClr val="323232"/>
                  </a:solidFill>
                  <a:latin typeface="NimbusRomDOT-Reg"/>
                </a:rPr>
                <a:t>append all (K</a:t>
              </a:r>
              <a:r>
                <a:rPr lang="en-US" altLang="zh-CN" sz="1200" baseline="-25000" dirty="0">
                  <a:solidFill>
                    <a:srgbClr val="323232"/>
                  </a:solidFill>
                  <a:latin typeface="NimbusRomDOT-Reg"/>
                </a:rPr>
                <a:t>i</a:t>
              </a:r>
              <a:r>
                <a:rPr lang="en-US" altLang="zh-CN" sz="1200" dirty="0">
                  <a:solidFill>
                    <a:srgbClr val="323232"/>
                  </a:solidFill>
                  <a:latin typeface="NimbusRomDOT-Reg"/>
                </a:rPr>
                <a:t>, P</a:t>
              </a:r>
              <a:r>
                <a:rPr lang="en-US" altLang="zh-CN" sz="1200" baseline="-25000" dirty="0">
                  <a:solidFill>
                    <a:srgbClr val="323232"/>
                  </a:solidFill>
                  <a:latin typeface="NimbusRomDOT-Reg"/>
                </a:rPr>
                <a:t>i</a:t>
              </a:r>
              <a:r>
                <a:rPr lang="en-US" altLang="zh-CN" sz="1200" dirty="0">
                  <a:solidFill>
                    <a:srgbClr val="323232"/>
                  </a:solidFill>
                  <a:latin typeface="NimbusRomDOT-Reg"/>
                </a:rPr>
                <a:t>) pairs in N to N′; </a:t>
              </a:r>
            </a:p>
            <a:p>
              <a:pPr algn="ctr"/>
              <a:r>
                <a:rPr lang="en-US" altLang="zh-CN" sz="1200" dirty="0">
                  <a:solidFill>
                    <a:srgbClr val="323232"/>
                  </a:solidFill>
                  <a:latin typeface="NimbusRomDOT-Reg"/>
                </a:rPr>
                <a:t>set N′.</a:t>
              </a:r>
              <a:r>
                <a:rPr lang="en-US" altLang="zh-CN" sz="1200" dirty="0" err="1">
                  <a:solidFill>
                    <a:srgbClr val="323232"/>
                  </a:solidFill>
                  <a:latin typeface="NimbusRomDOT-Reg"/>
                </a:rPr>
                <a:t>P</a:t>
              </a:r>
              <a:r>
                <a:rPr lang="en-US" altLang="zh-CN" sz="1200" baseline="-25000" dirty="0" err="1">
                  <a:solidFill>
                    <a:srgbClr val="323232"/>
                  </a:solidFill>
                  <a:latin typeface="NimbusRomDOT-Reg"/>
                </a:rPr>
                <a:t>n</a:t>
              </a:r>
              <a:r>
                <a:rPr lang="en-US" altLang="zh-CN" sz="1200" dirty="0">
                  <a:solidFill>
                    <a:srgbClr val="323232"/>
                  </a:solidFill>
                  <a:latin typeface="NimbusRomDOT-Reg"/>
                </a:rPr>
                <a:t> = </a:t>
              </a:r>
              <a:r>
                <a:rPr lang="en-US" altLang="zh-CN" sz="1200" dirty="0" err="1">
                  <a:solidFill>
                    <a:srgbClr val="323232"/>
                  </a:solidFill>
                  <a:latin typeface="NimbusRomDOT-Reg"/>
                </a:rPr>
                <a:t>N.P</a:t>
              </a:r>
              <a:r>
                <a:rPr lang="en-US" altLang="zh-CN" sz="1200" baseline="-25000" dirty="0" err="1">
                  <a:solidFill>
                    <a:srgbClr val="323232"/>
                  </a:solidFill>
                  <a:latin typeface="NimbusRomDOT-Reg"/>
                </a:rPr>
                <a:t>n</a:t>
              </a:r>
              <a:r>
                <a:rPr lang="en-US" altLang="zh-CN" sz="1200" dirty="0">
                  <a:solidFill>
                    <a:srgbClr val="323232"/>
                  </a:solidFill>
                  <a:latin typeface="NimbusRomDOT-Reg"/>
                </a:rPr>
                <a:t>;</a:t>
              </a:r>
            </a:p>
          </p:txBody>
        </p:sp>
        <p:cxnSp>
          <p:nvCxnSpPr>
            <p:cNvPr id="70" name="直接箭头连接符 26">
              <a:extLst>
                <a:ext uri="{FF2B5EF4-FFF2-40B4-BE49-F238E27FC236}">
                  <a16:creationId xmlns:a16="http://schemas.microsoft.com/office/drawing/2014/main" id="{366729B8-99D7-4B3C-8FEC-9CC2FDAFCD60}"/>
                </a:ext>
              </a:extLst>
            </p:cNvPr>
            <p:cNvCxnSpPr>
              <a:cxnSpLocks/>
              <a:stCxn id="54" idx="3"/>
              <a:endCxn id="69" idx="3"/>
            </p:cNvCxnSpPr>
            <p:nvPr/>
          </p:nvCxnSpPr>
          <p:spPr>
            <a:xfrm>
              <a:off x="7337435" y="366268"/>
              <a:ext cx="405975" cy="1166451"/>
            </a:xfrm>
            <a:prstGeom prst="bentConnector3">
              <a:avLst>
                <a:gd name="adj1" fmla="val 156309"/>
              </a:avLst>
            </a:prstGeom>
            <a:ln w="12700">
              <a:solidFill>
                <a:srgbClr val="FF0000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8" name="文本框 107">
              <a:extLst>
                <a:ext uri="{FF2B5EF4-FFF2-40B4-BE49-F238E27FC236}">
                  <a16:creationId xmlns:a16="http://schemas.microsoft.com/office/drawing/2014/main" id="{10F981EF-8B15-4F4B-B8DB-54F13D1BB4AD}"/>
                </a:ext>
              </a:extLst>
            </p:cNvPr>
            <p:cNvSpPr txBox="1"/>
            <p:nvPr/>
          </p:nvSpPr>
          <p:spPr>
            <a:xfrm>
              <a:off x="7254182" y="340788"/>
              <a:ext cx="52456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b="1" dirty="0">
                  <a:solidFill>
                    <a:srgbClr val="FF0000"/>
                  </a:solidFill>
                  <a:latin typeface="NimbusRomDOT-Reg"/>
                </a:rPr>
                <a:t>False</a:t>
              </a:r>
              <a:endParaRPr lang="zh-CN" altLang="en-US" sz="1200" b="1" dirty="0">
                <a:solidFill>
                  <a:srgbClr val="FF0000"/>
                </a:solidFill>
                <a:latin typeface="NimbusRomDOT-Reg"/>
              </a:endParaRPr>
            </a:p>
          </p:txBody>
        </p:sp>
      </p:grpSp>
      <p:grpSp>
        <p:nvGrpSpPr>
          <p:cNvPr id="294" name="组合 293">
            <a:extLst>
              <a:ext uri="{FF2B5EF4-FFF2-40B4-BE49-F238E27FC236}">
                <a16:creationId xmlns:a16="http://schemas.microsoft.com/office/drawing/2014/main" id="{A952604D-1409-4E16-9D6C-30E81CD7297D}"/>
              </a:ext>
            </a:extLst>
          </p:cNvPr>
          <p:cNvGrpSpPr/>
          <p:nvPr/>
        </p:nvGrpSpPr>
        <p:grpSpPr>
          <a:xfrm>
            <a:off x="4700030" y="3085664"/>
            <a:ext cx="2982568" cy="812260"/>
            <a:chOff x="4700030" y="3085664"/>
            <a:chExt cx="2982568" cy="812260"/>
          </a:xfrm>
        </p:grpSpPr>
        <p:sp>
          <p:nvSpPr>
            <p:cNvPr id="107" name="流程图: 决策 106">
              <a:extLst>
                <a:ext uri="{FF2B5EF4-FFF2-40B4-BE49-F238E27FC236}">
                  <a16:creationId xmlns:a16="http://schemas.microsoft.com/office/drawing/2014/main" id="{23553694-F72D-4689-9C70-EB61D0A8DD32}"/>
                </a:ext>
              </a:extLst>
            </p:cNvPr>
            <p:cNvSpPr/>
            <p:nvPr/>
          </p:nvSpPr>
          <p:spPr>
            <a:xfrm>
              <a:off x="4700030" y="3482723"/>
              <a:ext cx="2982568" cy="415201"/>
            </a:xfrm>
            <a:prstGeom prst="flowChartDecision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050" dirty="0">
                  <a:latin typeface="NimbusRomDOT-Reg"/>
                </a:rPr>
                <a:t>N is a non-leaf node</a:t>
              </a:r>
            </a:p>
          </p:txBody>
        </p:sp>
        <p:cxnSp>
          <p:nvCxnSpPr>
            <p:cNvPr id="109" name="直接箭头连接符 26">
              <a:extLst>
                <a:ext uri="{FF2B5EF4-FFF2-40B4-BE49-F238E27FC236}">
                  <a16:creationId xmlns:a16="http://schemas.microsoft.com/office/drawing/2014/main" id="{0E555220-0581-41D5-80CC-13D65908241D}"/>
                </a:ext>
              </a:extLst>
            </p:cNvPr>
            <p:cNvCxnSpPr>
              <a:cxnSpLocks/>
              <a:stCxn id="103" idx="2"/>
              <a:endCxn id="107" idx="0"/>
            </p:cNvCxnSpPr>
            <p:nvPr/>
          </p:nvCxnSpPr>
          <p:spPr>
            <a:xfrm rot="16200000" flipH="1">
              <a:off x="6006487" y="3297896"/>
              <a:ext cx="369652" cy="1"/>
            </a:xfrm>
            <a:prstGeom prst="bentConnector3">
              <a:avLst>
                <a:gd name="adj1" fmla="val 50000"/>
              </a:avLst>
            </a:prstGeom>
            <a:ln w="12700">
              <a:solidFill>
                <a:srgbClr val="00B050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2" name="文本框 111">
              <a:extLst>
                <a:ext uri="{FF2B5EF4-FFF2-40B4-BE49-F238E27FC236}">
                  <a16:creationId xmlns:a16="http://schemas.microsoft.com/office/drawing/2014/main" id="{2D2369BC-EE48-4CF9-A0B6-E52ECD05E6E6}"/>
                </a:ext>
              </a:extLst>
            </p:cNvPr>
            <p:cNvSpPr txBox="1"/>
            <p:nvPr/>
          </p:nvSpPr>
          <p:spPr>
            <a:xfrm>
              <a:off x="5758479" y="3085664"/>
              <a:ext cx="46852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b="1" dirty="0">
                  <a:solidFill>
                    <a:srgbClr val="00B050"/>
                  </a:solidFill>
                  <a:latin typeface="NimbusRomDOT-Reg"/>
                </a:rPr>
                <a:t>True</a:t>
              </a:r>
              <a:endParaRPr lang="zh-CN" altLang="en-US" sz="1200" b="1" dirty="0">
                <a:solidFill>
                  <a:srgbClr val="00B050"/>
                </a:solidFill>
                <a:latin typeface="NimbusRomDOT-Reg"/>
              </a:endParaRPr>
            </a:p>
          </p:txBody>
        </p:sp>
      </p:grpSp>
      <p:grpSp>
        <p:nvGrpSpPr>
          <p:cNvPr id="298" name="组合 297">
            <a:extLst>
              <a:ext uri="{FF2B5EF4-FFF2-40B4-BE49-F238E27FC236}">
                <a16:creationId xmlns:a16="http://schemas.microsoft.com/office/drawing/2014/main" id="{CAB5CFF0-3FEA-4967-A207-AFBC682A7404}"/>
              </a:ext>
            </a:extLst>
          </p:cNvPr>
          <p:cNvGrpSpPr/>
          <p:nvPr/>
        </p:nvGrpSpPr>
        <p:grpSpPr>
          <a:xfrm>
            <a:off x="4618523" y="3879484"/>
            <a:ext cx="3141594" cy="1205613"/>
            <a:chOff x="4618523" y="3879484"/>
            <a:chExt cx="3141594" cy="1205613"/>
          </a:xfrm>
        </p:grpSpPr>
        <p:sp>
          <p:nvSpPr>
            <p:cNvPr id="114" name="矩形 113">
              <a:extLst>
                <a:ext uri="{FF2B5EF4-FFF2-40B4-BE49-F238E27FC236}">
                  <a16:creationId xmlns:a16="http://schemas.microsoft.com/office/drawing/2014/main" id="{B8EA8320-1432-4D56-8619-2CBA815D9FCF}"/>
                </a:ext>
              </a:extLst>
            </p:cNvPr>
            <p:cNvSpPr/>
            <p:nvPr/>
          </p:nvSpPr>
          <p:spPr>
            <a:xfrm>
              <a:off x="4618523" y="4244829"/>
              <a:ext cx="3141594" cy="840268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 err="1">
                  <a:solidFill>
                    <a:srgbClr val="323232"/>
                  </a:solidFill>
                  <a:latin typeface="NimbusRomDOT-Reg"/>
                </a:rPr>
                <a:t>N′.P</a:t>
              </a:r>
              <a:r>
                <a:rPr lang="en-US" altLang="zh-CN" sz="1200" baseline="-25000" dirty="0" err="1">
                  <a:solidFill>
                    <a:srgbClr val="323232"/>
                  </a:solidFill>
                  <a:latin typeface="NimbusRomDOT-Reg"/>
                </a:rPr>
                <a:t>m</a:t>
              </a:r>
              <a:r>
                <a:rPr lang="en-US" altLang="zh-CN" sz="1200" dirty="0">
                  <a:solidFill>
                    <a:srgbClr val="323232"/>
                  </a:solidFill>
                  <a:latin typeface="NimbusRomDOT-Reg"/>
                </a:rPr>
                <a:t> is the last pointer in N′;</a:t>
              </a:r>
            </a:p>
            <a:p>
              <a:pPr algn="ctr"/>
              <a:r>
                <a:rPr lang="en-US" altLang="zh-CN" sz="1200" dirty="0">
                  <a:solidFill>
                    <a:srgbClr val="323232"/>
                  </a:solidFill>
                  <a:latin typeface="NimbusRomDOT-Reg"/>
                </a:rPr>
                <a:t>remove (N′.K</a:t>
              </a:r>
              <a:r>
                <a:rPr lang="en-US" altLang="zh-CN" sz="1200" baseline="-25000" dirty="0">
                  <a:solidFill>
                    <a:srgbClr val="323232"/>
                  </a:solidFill>
                  <a:latin typeface="NimbusRomDOT-Reg"/>
                </a:rPr>
                <a:t>m−1</a:t>
              </a:r>
              <a:r>
                <a:rPr lang="en-US" altLang="zh-CN" sz="1200" dirty="0">
                  <a:solidFill>
                    <a:srgbClr val="323232"/>
                  </a:solidFill>
                  <a:latin typeface="NimbusRomDOT-Reg"/>
                </a:rPr>
                <a:t>, </a:t>
              </a:r>
              <a:r>
                <a:rPr lang="en-US" altLang="zh-CN" sz="1200" dirty="0" err="1">
                  <a:solidFill>
                    <a:srgbClr val="323232"/>
                  </a:solidFill>
                  <a:latin typeface="NimbusRomDOT-Reg"/>
                </a:rPr>
                <a:t>N′.P</a:t>
              </a:r>
              <a:r>
                <a:rPr lang="en-US" altLang="zh-CN" sz="1200" baseline="-25000" dirty="0" err="1">
                  <a:solidFill>
                    <a:srgbClr val="323232"/>
                  </a:solidFill>
                  <a:latin typeface="NimbusRomDOT-Reg"/>
                </a:rPr>
                <a:t>m</a:t>
              </a:r>
              <a:r>
                <a:rPr lang="en-US" altLang="zh-CN" sz="1200" dirty="0">
                  <a:solidFill>
                    <a:srgbClr val="323232"/>
                  </a:solidFill>
                  <a:latin typeface="NimbusRomDOT-Reg"/>
                </a:rPr>
                <a:t>) from N′;</a:t>
              </a:r>
            </a:p>
            <a:p>
              <a:pPr algn="ctr"/>
              <a:r>
                <a:rPr lang="en-US" altLang="zh-CN" sz="1200" dirty="0">
                  <a:solidFill>
                    <a:srgbClr val="323232"/>
                  </a:solidFill>
                  <a:latin typeface="NimbusRomDOT-Reg"/>
                </a:rPr>
                <a:t>insert (</a:t>
              </a:r>
              <a:r>
                <a:rPr lang="en-US" altLang="zh-CN" sz="1200" dirty="0" err="1">
                  <a:solidFill>
                    <a:srgbClr val="323232"/>
                  </a:solidFill>
                  <a:latin typeface="NimbusRomDOT-Reg"/>
                </a:rPr>
                <a:t>N′.P</a:t>
              </a:r>
              <a:r>
                <a:rPr lang="en-US" altLang="zh-CN" sz="1200" baseline="-25000" dirty="0" err="1">
                  <a:solidFill>
                    <a:srgbClr val="323232"/>
                  </a:solidFill>
                  <a:latin typeface="NimbusRomDOT-Reg"/>
                </a:rPr>
                <a:t>m</a:t>
              </a:r>
              <a:r>
                <a:rPr lang="en-US" altLang="zh-CN" sz="1200" dirty="0">
                  <a:solidFill>
                    <a:srgbClr val="323232"/>
                  </a:solidFill>
                  <a:latin typeface="NimbusRomDOT-Reg"/>
                </a:rPr>
                <a:t>, K′)  in N;</a:t>
              </a:r>
            </a:p>
            <a:p>
              <a:pPr algn="ctr"/>
              <a:r>
                <a:rPr lang="en-US" altLang="zh-CN" sz="1200" dirty="0">
                  <a:solidFill>
                    <a:srgbClr val="323232"/>
                  </a:solidFill>
                  <a:latin typeface="NimbusRomDOT-Reg"/>
                </a:rPr>
                <a:t>replace K′ in parent(N) by N′.K</a:t>
              </a:r>
              <a:r>
                <a:rPr lang="en-US" altLang="zh-CN" sz="1200" baseline="-25000" dirty="0">
                  <a:solidFill>
                    <a:srgbClr val="323232"/>
                  </a:solidFill>
                  <a:latin typeface="NimbusRomDOT-Reg"/>
                </a:rPr>
                <a:t>m−1</a:t>
              </a:r>
              <a:r>
                <a:rPr lang="en-US" altLang="zh-CN" sz="1200" dirty="0">
                  <a:solidFill>
                    <a:srgbClr val="323232"/>
                  </a:solidFill>
                  <a:latin typeface="NimbusRomDOT-Reg"/>
                </a:rPr>
                <a:t>;</a:t>
              </a:r>
            </a:p>
          </p:txBody>
        </p:sp>
        <p:cxnSp>
          <p:nvCxnSpPr>
            <p:cNvPr id="115" name="直接箭头连接符 26">
              <a:extLst>
                <a:ext uri="{FF2B5EF4-FFF2-40B4-BE49-F238E27FC236}">
                  <a16:creationId xmlns:a16="http://schemas.microsoft.com/office/drawing/2014/main" id="{AEAD4E21-D4A5-42B4-BE03-C3395F48D9B7}"/>
                </a:ext>
              </a:extLst>
            </p:cNvPr>
            <p:cNvCxnSpPr>
              <a:cxnSpLocks/>
              <a:stCxn id="107" idx="2"/>
              <a:endCxn id="114" idx="0"/>
            </p:cNvCxnSpPr>
            <p:nvPr/>
          </p:nvCxnSpPr>
          <p:spPr>
            <a:xfrm rot="5400000">
              <a:off x="6016865" y="4070379"/>
              <a:ext cx="346905" cy="1994"/>
            </a:xfrm>
            <a:prstGeom prst="bentConnector3">
              <a:avLst>
                <a:gd name="adj1" fmla="val 50000"/>
              </a:avLst>
            </a:prstGeom>
            <a:ln w="12700">
              <a:solidFill>
                <a:srgbClr val="00B050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8" name="文本框 117">
              <a:extLst>
                <a:ext uri="{FF2B5EF4-FFF2-40B4-BE49-F238E27FC236}">
                  <a16:creationId xmlns:a16="http://schemas.microsoft.com/office/drawing/2014/main" id="{A3D57E8F-ECDA-40CB-BD61-CCD3F30FFB36}"/>
                </a:ext>
              </a:extLst>
            </p:cNvPr>
            <p:cNvSpPr txBox="1"/>
            <p:nvPr/>
          </p:nvSpPr>
          <p:spPr>
            <a:xfrm>
              <a:off x="5762945" y="3879484"/>
              <a:ext cx="46852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b="1" dirty="0">
                  <a:solidFill>
                    <a:srgbClr val="00B050"/>
                  </a:solidFill>
                  <a:latin typeface="NimbusRomDOT-Reg"/>
                </a:rPr>
                <a:t>True</a:t>
              </a:r>
              <a:endParaRPr lang="zh-CN" altLang="en-US" sz="1200" b="1" dirty="0">
                <a:solidFill>
                  <a:srgbClr val="00B050"/>
                </a:solidFill>
                <a:latin typeface="NimbusRomDOT-Reg"/>
              </a:endParaRPr>
            </a:p>
          </p:txBody>
        </p:sp>
      </p:grpSp>
      <p:grpSp>
        <p:nvGrpSpPr>
          <p:cNvPr id="302" name="组合 301">
            <a:extLst>
              <a:ext uri="{FF2B5EF4-FFF2-40B4-BE49-F238E27FC236}">
                <a16:creationId xmlns:a16="http://schemas.microsoft.com/office/drawing/2014/main" id="{2C25E7C5-A571-4C14-97A4-718AEA65EA34}"/>
              </a:ext>
            </a:extLst>
          </p:cNvPr>
          <p:cNvGrpSpPr/>
          <p:nvPr/>
        </p:nvGrpSpPr>
        <p:grpSpPr>
          <a:xfrm>
            <a:off x="4618523" y="3690323"/>
            <a:ext cx="3315393" cy="2432547"/>
            <a:chOff x="4618523" y="3690323"/>
            <a:chExt cx="3315393" cy="2432547"/>
          </a:xfrm>
        </p:grpSpPr>
        <p:sp>
          <p:nvSpPr>
            <p:cNvPr id="73" name="文本框 72">
              <a:extLst>
                <a:ext uri="{FF2B5EF4-FFF2-40B4-BE49-F238E27FC236}">
                  <a16:creationId xmlns:a16="http://schemas.microsoft.com/office/drawing/2014/main" id="{1CAB8CDE-C4FB-4A85-92A4-53CC7F7F8E01}"/>
                </a:ext>
              </a:extLst>
            </p:cNvPr>
            <p:cNvSpPr txBox="1"/>
            <p:nvPr/>
          </p:nvSpPr>
          <p:spPr>
            <a:xfrm>
              <a:off x="7431278" y="3690323"/>
              <a:ext cx="50263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00" b="1" dirty="0">
                  <a:solidFill>
                    <a:srgbClr val="FF0000"/>
                  </a:solidFill>
                  <a:latin typeface="NimbusRomDOT-Reg"/>
                </a:rPr>
                <a:t>False</a:t>
              </a:r>
              <a:endParaRPr lang="zh-CN" altLang="en-US" sz="1200" b="1" dirty="0">
                <a:solidFill>
                  <a:srgbClr val="FF0000"/>
                </a:solidFill>
                <a:latin typeface="NimbusRomDOT-Reg"/>
              </a:endParaRPr>
            </a:p>
          </p:txBody>
        </p:sp>
        <p:sp>
          <p:nvSpPr>
            <p:cNvPr id="119" name="矩形 118">
              <a:extLst>
                <a:ext uri="{FF2B5EF4-FFF2-40B4-BE49-F238E27FC236}">
                  <a16:creationId xmlns:a16="http://schemas.microsoft.com/office/drawing/2014/main" id="{CB64710E-BFB3-4B8C-BBCD-17F0952E34F9}"/>
                </a:ext>
              </a:extLst>
            </p:cNvPr>
            <p:cNvSpPr/>
            <p:nvPr/>
          </p:nvSpPr>
          <p:spPr>
            <a:xfrm>
              <a:off x="4618523" y="5282602"/>
              <a:ext cx="3141594" cy="840268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>
                  <a:solidFill>
                    <a:srgbClr val="323232"/>
                  </a:solidFill>
                  <a:latin typeface="NimbusRomDOT-Reg"/>
                </a:rPr>
                <a:t>(</a:t>
              </a:r>
              <a:r>
                <a:rPr lang="en-US" altLang="zh-CN" sz="1200" dirty="0" err="1">
                  <a:solidFill>
                    <a:srgbClr val="323232"/>
                  </a:solidFill>
                  <a:latin typeface="NimbusRomDOT-Reg"/>
                </a:rPr>
                <a:t>N′.P</a:t>
              </a:r>
              <a:r>
                <a:rPr lang="en-US" altLang="zh-CN" sz="1200" baseline="-25000" dirty="0" err="1">
                  <a:solidFill>
                    <a:srgbClr val="323232"/>
                  </a:solidFill>
                  <a:latin typeface="NimbusRomDOT-Reg"/>
                </a:rPr>
                <a:t>m</a:t>
              </a:r>
              <a:r>
                <a:rPr lang="en-US" altLang="zh-CN" sz="1200" dirty="0">
                  <a:solidFill>
                    <a:srgbClr val="323232"/>
                  </a:solidFill>
                  <a:latin typeface="NimbusRomDOT-Reg"/>
                </a:rPr>
                <a:t>, </a:t>
              </a:r>
              <a:r>
                <a:rPr lang="en-US" altLang="zh-CN" sz="1200" dirty="0" err="1">
                  <a:solidFill>
                    <a:srgbClr val="323232"/>
                  </a:solidFill>
                  <a:latin typeface="NimbusRomDOT-Reg"/>
                </a:rPr>
                <a:t>N’.K</a:t>
              </a:r>
              <a:r>
                <a:rPr lang="en-US" altLang="zh-CN" sz="1200" baseline="-25000" dirty="0" err="1">
                  <a:solidFill>
                    <a:srgbClr val="323232"/>
                  </a:solidFill>
                  <a:latin typeface="NimbusRomDOT-Reg"/>
                </a:rPr>
                <a:t>m</a:t>
              </a:r>
              <a:r>
                <a:rPr lang="en-US" altLang="zh-CN" sz="1200" dirty="0">
                  <a:solidFill>
                    <a:srgbClr val="323232"/>
                  </a:solidFill>
                  <a:latin typeface="NimbusRomDOT-Reg"/>
                </a:rPr>
                <a:t>) is the last p/v pair in N′;</a:t>
              </a:r>
            </a:p>
            <a:p>
              <a:pPr algn="ctr"/>
              <a:r>
                <a:rPr lang="en-US" altLang="zh-CN" sz="1200" dirty="0">
                  <a:solidFill>
                    <a:srgbClr val="323232"/>
                  </a:solidFill>
                  <a:latin typeface="NimbusRomDOT-Reg"/>
                </a:rPr>
                <a:t>remove (</a:t>
              </a:r>
              <a:r>
                <a:rPr lang="en-US" altLang="zh-CN" sz="1200" dirty="0" err="1">
                  <a:solidFill>
                    <a:srgbClr val="323232"/>
                  </a:solidFill>
                  <a:latin typeface="NimbusRomDOT-Reg"/>
                </a:rPr>
                <a:t>N′.P</a:t>
              </a:r>
              <a:r>
                <a:rPr lang="en-US" altLang="zh-CN" sz="1200" baseline="-25000" dirty="0" err="1">
                  <a:solidFill>
                    <a:srgbClr val="323232"/>
                  </a:solidFill>
                  <a:latin typeface="NimbusRomDOT-Reg"/>
                </a:rPr>
                <a:t>m</a:t>
              </a:r>
              <a:r>
                <a:rPr lang="en-US" altLang="zh-CN" sz="1200" dirty="0">
                  <a:solidFill>
                    <a:srgbClr val="323232"/>
                  </a:solidFill>
                  <a:latin typeface="NimbusRomDOT-Reg"/>
                </a:rPr>
                <a:t>, </a:t>
              </a:r>
              <a:r>
                <a:rPr lang="en-US" altLang="zh-CN" sz="1200" dirty="0" err="1">
                  <a:solidFill>
                    <a:srgbClr val="323232"/>
                  </a:solidFill>
                  <a:latin typeface="NimbusRomDOT-Reg"/>
                </a:rPr>
                <a:t>N’.K</a:t>
              </a:r>
              <a:r>
                <a:rPr lang="en-US" altLang="zh-CN" sz="1200" baseline="-25000" dirty="0" err="1">
                  <a:solidFill>
                    <a:srgbClr val="323232"/>
                  </a:solidFill>
                  <a:latin typeface="NimbusRomDOT-Reg"/>
                </a:rPr>
                <a:t>m</a:t>
              </a:r>
              <a:r>
                <a:rPr lang="en-US" altLang="zh-CN" sz="1200" dirty="0">
                  <a:solidFill>
                    <a:srgbClr val="323232"/>
                  </a:solidFill>
                  <a:latin typeface="NimbusRomDOT-Reg"/>
                </a:rPr>
                <a:t>) from N′;</a:t>
              </a:r>
            </a:p>
            <a:p>
              <a:pPr algn="ctr"/>
              <a:r>
                <a:rPr lang="en-US" altLang="zh-CN" sz="1200" dirty="0">
                  <a:solidFill>
                    <a:srgbClr val="323232"/>
                  </a:solidFill>
                  <a:latin typeface="NimbusRomDOT-Reg"/>
                </a:rPr>
                <a:t>insert (</a:t>
              </a:r>
              <a:r>
                <a:rPr lang="en-US" altLang="zh-CN" sz="1200" dirty="0" err="1">
                  <a:solidFill>
                    <a:srgbClr val="323232"/>
                  </a:solidFill>
                  <a:latin typeface="NimbusRomDOT-Reg"/>
                </a:rPr>
                <a:t>N′.P</a:t>
              </a:r>
              <a:r>
                <a:rPr lang="en-US" altLang="zh-CN" sz="1200" baseline="-25000" dirty="0" err="1">
                  <a:solidFill>
                    <a:srgbClr val="323232"/>
                  </a:solidFill>
                  <a:latin typeface="NimbusRomDOT-Reg"/>
                </a:rPr>
                <a:t>m</a:t>
              </a:r>
              <a:r>
                <a:rPr lang="en-US" altLang="zh-CN" sz="1200" dirty="0">
                  <a:solidFill>
                    <a:srgbClr val="323232"/>
                  </a:solidFill>
                  <a:latin typeface="NimbusRomDOT-Reg"/>
                </a:rPr>
                <a:t>, </a:t>
              </a:r>
              <a:r>
                <a:rPr lang="en-US" altLang="zh-CN" sz="1200" dirty="0" err="1">
                  <a:solidFill>
                    <a:srgbClr val="323232"/>
                  </a:solidFill>
                  <a:latin typeface="NimbusRomDOT-Reg"/>
                </a:rPr>
                <a:t>N’.K</a:t>
              </a:r>
              <a:r>
                <a:rPr lang="en-US" altLang="zh-CN" sz="1200" baseline="-25000" dirty="0" err="1">
                  <a:solidFill>
                    <a:srgbClr val="323232"/>
                  </a:solidFill>
                  <a:latin typeface="NimbusRomDOT-Reg"/>
                </a:rPr>
                <a:t>m</a:t>
              </a:r>
              <a:r>
                <a:rPr lang="en-US" altLang="zh-CN" sz="1200" dirty="0">
                  <a:solidFill>
                    <a:srgbClr val="323232"/>
                  </a:solidFill>
                  <a:latin typeface="NimbusRomDOT-Reg"/>
                </a:rPr>
                <a:t>)  in N;</a:t>
              </a:r>
            </a:p>
            <a:p>
              <a:pPr algn="ctr"/>
              <a:r>
                <a:rPr lang="en-US" altLang="zh-CN" sz="1200" dirty="0">
                  <a:solidFill>
                    <a:srgbClr val="323232"/>
                  </a:solidFill>
                  <a:latin typeface="NimbusRomDOT-Reg"/>
                </a:rPr>
                <a:t>replace K′ in parent(N) by </a:t>
              </a:r>
              <a:r>
                <a:rPr lang="en-US" altLang="zh-CN" sz="1200" dirty="0" err="1">
                  <a:solidFill>
                    <a:srgbClr val="323232"/>
                  </a:solidFill>
                  <a:latin typeface="NimbusRomDOT-Reg"/>
                </a:rPr>
                <a:t>N′.K</a:t>
              </a:r>
              <a:r>
                <a:rPr lang="en-US" altLang="zh-CN" sz="1200" baseline="-25000" dirty="0" err="1">
                  <a:solidFill>
                    <a:srgbClr val="323232"/>
                  </a:solidFill>
                  <a:latin typeface="NimbusRomDOT-Reg"/>
                </a:rPr>
                <a:t>m</a:t>
              </a:r>
              <a:r>
                <a:rPr lang="en-US" altLang="zh-CN" sz="1200" dirty="0">
                  <a:solidFill>
                    <a:srgbClr val="323232"/>
                  </a:solidFill>
                  <a:latin typeface="NimbusRomDOT-Reg"/>
                </a:rPr>
                <a:t>;</a:t>
              </a:r>
            </a:p>
          </p:txBody>
        </p:sp>
        <p:cxnSp>
          <p:nvCxnSpPr>
            <p:cNvPr id="120" name="直接箭头连接符 26">
              <a:extLst>
                <a:ext uri="{FF2B5EF4-FFF2-40B4-BE49-F238E27FC236}">
                  <a16:creationId xmlns:a16="http://schemas.microsoft.com/office/drawing/2014/main" id="{DA84A361-E450-4050-A880-D1D549C7CA8B}"/>
                </a:ext>
              </a:extLst>
            </p:cNvPr>
            <p:cNvCxnSpPr>
              <a:cxnSpLocks/>
              <a:stCxn id="107" idx="3"/>
              <a:endCxn id="119" idx="3"/>
            </p:cNvCxnSpPr>
            <p:nvPr/>
          </p:nvCxnSpPr>
          <p:spPr>
            <a:xfrm>
              <a:off x="7682598" y="3690324"/>
              <a:ext cx="77519" cy="2012412"/>
            </a:xfrm>
            <a:prstGeom prst="bentConnector3">
              <a:avLst>
                <a:gd name="adj1" fmla="val 394895"/>
              </a:avLst>
            </a:prstGeom>
            <a:ln w="12700">
              <a:solidFill>
                <a:srgbClr val="FF0000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0" name="组合 279">
            <a:extLst>
              <a:ext uri="{FF2B5EF4-FFF2-40B4-BE49-F238E27FC236}">
                <a16:creationId xmlns:a16="http://schemas.microsoft.com/office/drawing/2014/main" id="{C7D97F4F-0A6C-4A6B-BF70-853D913906FE}"/>
              </a:ext>
            </a:extLst>
          </p:cNvPr>
          <p:cNvGrpSpPr/>
          <p:nvPr/>
        </p:nvGrpSpPr>
        <p:grpSpPr>
          <a:xfrm>
            <a:off x="3246073" y="2697870"/>
            <a:ext cx="4436524" cy="1877138"/>
            <a:chOff x="3246073" y="2697870"/>
            <a:chExt cx="4436524" cy="1877138"/>
          </a:xfrm>
        </p:grpSpPr>
        <p:sp>
          <p:nvSpPr>
            <p:cNvPr id="103" name="流程图: 决策 102">
              <a:extLst>
                <a:ext uri="{FF2B5EF4-FFF2-40B4-BE49-F238E27FC236}">
                  <a16:creationId xmlns:a16="http://schemas.microsoft.com/office/drawing/2014/main" id="{D861EF46-EDF9-441C-BC0A-143986165CB8}"/>
                </a:ext>
              </a:extLst>
            </p:cNvPr>
            <p:cNvSpPr/>
            <p:nvPr/>
          </p:nvSpPr>
          <p:spPr>
            <a:xfrm>
              <a:off x="4700029" y="2697870"/>
              <a:ext cx="2982568" cy="415201"/>
            </a:xfrm>
            <a:prstGeom prst="flowChartDecision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050" dirty="0">
                  <a:latin typeface="NimbusRomDOT-Reg"/>
                </a:rPr>
                <a:t>N′ is a predecessor of N</a:t>
              </a:r>
            </a:p>
          </p:txBody>
        </p:sp>
        <p:cxnSp>
          <p:nvCxnSpPr>
            <p:cNvPr id="104" name="直接箭头连接符 26">
              <a:extLst>
                <a:ext uri="{FF2B5EF4-FFF2-40B4-BE49-F238E27FC236}">
                  <a16:creationId xmlns:a16="http://schemas.microsoft.com/office/drawing/2014/main" id="{B28E96F6-62F0-4F02-8A3F-7C72DDA8B0D7}"/>
                </a:ext>
              </a:extLst>
            </p:cNvPr>
            <p:cNvCxnSpPr>
              <a:cxnSpLocks/>
              <a:stCxn id="37" idx="3"/>
              <a:endCxn id="103" idx="1"/>
            </p:cNvCxnSpPr>
            <p:nvPr/>
          </p:nvCxnSpPr>
          <p:spPr>
            <a:xfrm flipV="1">
              <a:off x="3542935" y="2905471"/>
              <a:ext cx="1157094" cy="1669537"/>
            </a:xfrm>
            <a:prstGeom prst="bentConnector3">
              <a:avLst>
                <a:gd name="adj1" fmla="val 26521"/>
              </a:avLst>
            </a:prstGeom>
            <a:ln w="12700">
              <a:solidFill>
                <a:srgbClr val="FF0000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3" name="文本框 122">
              <a:extLst>
                <a:ext uri="{FF2B5EF4-FFF2-40B4-BE49-F238E27FC236}">
                  <a16:creationId xmlns:a16="http://schemas.microsoft.com/office/drawing/2014/main" id="{D4C53659-8160-4B8C-95F0-3C62CB14CEFA}"/>
                </a:ext>
              </a:extLst>
            </p:cNvPr>
            <p:cNvSpPr txBox="1"/>
            <p:nvPr/>
          </p:nvSpPr>
          <p:spPr>
            <a:xfrm>
              <a:off x="3246073" y="4280436"/>
              <a:ext cx="50263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00" b="1" dirty="0">
                  <a:solidFill>
                    <a:srgbClr val="FF0000"/>
                  </a:solidFill>
                  <a:latin typeface="NimbusRomDOT-Reg"/>
                </a:rPr>
                <a:t>False</a:t>
              </a:r>
              <a:endParaRPr lang="zh-CN" altLang="en-US" sz="1200" b="1" dirty="0">
                <a:solidFill>
                  <a:srgbClr val="FF0000"/>
                </a:solidFill>
                <a:latin typeface="NimbusRomDOT-Reg"/>
              </a:endParaRPr>
            </a:p>
          </p:txBody>
        </p:sp>
      </p:grpSp>
      <p:grpSp>
        <p:nvGrpSpPr>
          <p:cNvPr id="307" name="组合 306">
            <a:extLst>
              <a:ext uri="{FF2B5EF4-FFF2-40B4-BE49-F238E27FC236}">
                <a16:creationId xmlns:a16="http://schemas.microsoft.com/office/drawing/2014/main" id="{53BCBE33-B877-42EA-8880-F280554ADAA8}"/>
              </a:ext>
            </a:extLst>
          </p:cNvPr>
          <p:cNvGrpSpPr/>
          <p:nvPr/>
        </p:nvGrpSpPr>
        <p:grpSpPr>
          <a:xfrm>
            <a:off x="7588850" y="307522"/>
            <a:ext cx="4108351" cy="2597949"/>
            <a:chOff x="7588850" y="307522"/>
            <a:chExt cx="4108351" cy="2597949"/>
          </a:xfrm>
        </p:grpSpPr>
        <p:cxnSp>
          <p:nvCxnSpPr>
            <p:cNvPr id="124" name="直接箭头连接符 26">
              <a:extLst>
                <a:ext uri="{FF2B5EF4-FFF2-40B4-BE49-F238E27FC236}">
                  <a16:creationId xmlns:a16="http://schemas.microsoft.com/office/drawing/2014/main" id="{08BC26F8-506E-441C-BF8F-404C7F3D2B1F}"/>
                </a:ext>
              </a:extLst>
            </p:cNvPr>
            <p:cNvCxnSpPr>
              <a:cxnSpLocks/>
              <a:stCxn id="103" idx="3"/>
              <a:endCxn id="305" idx="1"/>
            </p:cNvCxnSpPr>
            <p:nvPr/>
          </p:nvCxnSpPr>
          <p:spPr>
            <a:xfrm flipV="1">
              <a:off x="7682597" y="515123"/>
              <a:ext cx="1032036" cy="2390348"/>
            </a:xfrm>
            <a:prstGeom prst="bentConnector3">
              <a:avLst>
                <a:gd name="adj1" fmla="val 50000"/>
              </a:avLst>
            </a:prstGeom>
            <a:ln w="12700">
              <a:solidFill>
                <a:srgbClr val="FF0000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7" name="文本框 126">
              <a:extLst>
                <a:ext uri="{FF2B5EF4-FFF2-40B4-BE49-F238E27FC236}">
                  <a16:creationId xmlns:a16="http://schemas.microsoft.com/office/drawing/2014/main" id="{8DB3E2ED-6694-43CD-91E3-4047CF40F852}"/>
                </a:ext>
              </a:extLst>
            </p:cNvPr>
            <p:cNvSpPr txBox="1"/>
            <p:nvPr/>
          </p:nvSpPr>
          <p:spPr>
            <a:xfrm>
              <a:off x="7588850" y="2617706"/>
              <a:ext cx="50263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00" b="1" dirty="0">
                  <a:solidFill>
                    <a:srgbClr val="FF0000"/>
                  </a:solidFill>
                  <a:latin typeface="NimbusRomDOT-Reg"/>
                </a:rPr>
                <a:t>False</a:t>
              </a:r>
              <a:endParaRPr lang="zh-CN" altLang="en-US" sz="1200" b="1" dirty="0">
                <a:solidFill>
                  <a:srgbClr val="FF0000"/>
                </a:solidFill>
                <a:latin typeface="NimbusRomDOT-Reg"/>
              </a:endParaRPr>
            </a:p>
          </p:txBody>
        </p:sp>
        <p:sp>
          <p:nvSpPr>
            <p:cNvPr id="305" name="流程图: 决策 304">
              <a:extLst>
                <a:ext uri="{FF2B5EF4-FFF2-40B4-BE49-F238E27FC236}">
                  <a16:creationId xmlns:a16="http://schemas.microsoft.com/office/drawing/2014/main" id="{8266CB3D-BD6F-4F70-9F1D-5D8D3565DE02}"/>
                </a:ext>
              </a:extLst>
            </p:cNvPr>
            <p:cNvSpPr/>
            <p:nvPr/>
          </p:nvSpPr>
          <p:spPr>
            <a:xfrm>
              <a:off x="8714633" y="307522"/>
              <a:ext cx="2982568" cy="415201"/>
            </a:xfrm>
            <a:prstGeom prst="flowChartDecision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050" dirty="0">
                  <a:latin typeface="NimbusRomDOT-Reg"/>
                </a:rPr>
                <a:t>N is a non-leaf node</a:t>
              </a:r>
            </a:p>
          </p:txBody>
        </p:sp>
      </p:grpSp>
      <p:grpSp>
        <p:nvGrpSpPr>
          <p:cNvPr id="315" name="组合 314">
            <a:extLst>
              <a:ext uri="{FF2B5EF4-FFF2-40B4-BE49-F238E27FC236}">
                <a16:creationId xmlns:a16="http://schemas.microsoft.com/office/drawing/2014/main" id="{F9EF6954-9131-447F-8D8A-7ACC61FD839B}"/>
              </a:ext>
            </a:extLst>
          </p:cNvPr>
          <p:cNvGrpSpPr/>
          <p:nvPr/>
        </p:nvGrpSpPr>
        <p:grpSpPr>
          <a:xfrm>
            <a:off x="8633941" y="722724"/>
            <a:ext cx="3141594" cy="1277737"/>
            <a:chOff x="8633941" y="722724"/>
            <a:chExt cx="3141594" cy="1277737"/>
          </a:xfrm>
        </p:grpSpPr>
        <p:sp>
          <p:nvSpPr>
            <p:cNvPr id="309" name="矩形 308">
              <a:extLst>
                <a:ext uri="{FF2B5EF4-FFF2-40B4-BE49-F238E27FC236}">
                  <a16:creationId xmlns:a16="http://schemas.microsoft.com/office/drawing/2014/main" id="{E3687E6B-1562-4A98-8940-8A2040E200F6}"/>
                </a:ext>
              </a:extLst>
            </p:cNvPr>
            <p:cNvSpPr/>
            <p:nvPr/>
          </p:nvSpPr>
          <p:spPr>
            <a:xfrm>
              <a:off x="8633941" y="1296865"/>
              <a:ext cx="3141594" cy="703596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>
                  <a:solidFill>
                    <a:srgbClr val="323232"/>
                  </a:solidFill>
                  <a:latin typeface="NimbusRomDOT-Reg"/>
                </a:rPr>
                <a:t>remove (N′.P</a:t>
              </a:r>
              <a:r>
                <a:rPr lang="en-US" altLang="zh-CN" sz="1200" baseline="-25000" dirty="0">
                  <a:solidFill>
                    <a:srgbClr val="323232"/>
                  </a:solidFill>
                  <a:latin typeface="NimbusRomDOT-Reg"/>
                </a:rPr>
                <a:t>1</a:t>
              </a:r>
              <a:r>
                <a:rPr lang="en-US" altLang="zh-CN" sz="1200" dirty="0">
                  <a:solidFill>
                    <a:srgbClr val="323232"/>
                  </a:solidFill>
                  <a:latin typeface="NimbusRomDOT-Reg"/>
                </a:rPr>
                <a:t>, N′.K</a:t>
              </a:r>
              <a:r>
                <a:rPr lang="en-US" altLang="zh-CN" sz="1200" baseline="-25000" dirty="0">
                  <a:solidFill>
                    <a:srgbClr val="323232"/>
                  </a:solidFill>
                  <a:latin typeface="NimbusRomDOT-Reg"/>
                </a:rPr>
                <a:t>1</a:t>
              </a:r>
              <a:r>
                <a:rPr lang="en-US" altLang="zh-CN" sz="1200" dirty="0">
                  <a:solidFill>
                    <a:srgbClr val="323232"/>
                  </a:solidFill>
                  <a:latin typeface="NimbusRomDOT-Reg"/>
                </a:rPr>
                <a:t>) from N′;</a:t>
              </a:r>
            </a:p>
            <a:p>
              <a:pPr algn="ctr"/>
              <a:r>
                <a:rPr lang="en-US" altLang="zh-CN" sz="1200" dirty="0">
                  <a:solidFill>
                    <a:srgbClr val="323232"/>
                  </a:solidFill>
                  <a:latin typeface="NimbusRomDOT-Reg"/>
                </a:rPr>
                <a:t>insert (K′, N′.P</a:t>
              </a:r>
              <a:r>
                <a:rPr lang="en-US" altLang="zh-CN" sz="1200" baseline="-25000" dirty="0">
                  <a:solidFill>
                    <a:srgbClr val="323232"/>
                  </a:solidFill>
                  <a:latin typeface="NimbusRomDOT-Reg"/>
                </a:rPr>
                <a:t>1</a:t>
              </a:r>
              <a:r>
                <a:rPr lang="en-US" altLang="zh-CN" sz="1200" dirty="0">
                  <a:solidFill>
                    <a:srgbClr val="323232"/>
                  </a:solidFill>
                  <a:latin typeface="NimbusRomDOT-Reg"/>
                </a:rPr>
                <a:t>)  in N;</a:t>
              </a:r>
            </a:p>
            <a:p>
              <a:pPr algn="ctr"/>
              <a:r>
                <a:rPr lang="en-US" altLang="zh-CN" sz="1200" dirty="0">
                  <a:solidFill>
                    <a:srgbClr val="323232"/>
                  </a:solidFill>
                  <a:latin typeface="NimbusRomDOT-Reg"/>
                </a:rPr>
                <a:t>replace K′ in parent(N) by N′.K</a:t>
              </a:r>
              <a:r>
                <a:rPr lang="en-US" altLang="zh-CN" sz="1200" baseline="-25000" dirty="0">
                  <a:solidFill>
                    <a:srgbClr val="323232"/>
                  </a:solidFill>
                  <a:latin typeface="NimbusRomDOT-Reg"/>
                </a:rPr>
                <a:t>1</a:t>
              </a:r>
              <a:r>
                <a:rPr lang="en-US" altLang="zh-CN" sz="1200" dirty="0">
                  <a:solidFill>
                    <a:srgbClr val="323232"/>
                  </a:solidFill>
                  <a:latin typeface="NimbusRomDOT-Reg"/>
                </a:rPr>
                <a:t>;</a:t>
              </a:r>
            </a:p>
          </p:txBody>
        </p:sp>
        <p:cxnSp>
          <p:nvCxnSpPr>
            <p:cNvPr id="310" name="直接箭头连接符 26">
              <a:extLst>
                <a:ext uri="{FF2B5EF4-FFF2-40B4-BE49-F238E27FC236}">
                  <a16:creationId xmlns:a16="http://schemas.microsoft.com/office/drawing/2014/main" id="{BE1AADE7-AC5D-49F5-852B-294751C0A62A}"/>
                </a:ext>
              </a:extLst>
            </p:cNvPr>
            <p:cNvCxnSpPr>
              <a:cxnSpLocks/>
              <a:stCxn id="305" idx="2"/>
              <a:endCxn id="309" idx="0"/>
            </p:cNvCxnSpPr>
            <p:nvPr/>
          </p:nvCxnSpPr>
          <p:spPr>
            <a:xfrm rot="5400000">
              <a:off x="9918257" y="1009205"/>
              <a:ext cx="574142" cy="1179"/>
            </a:xfrm>
            <a:prstGeom prst="bentConnector3">
              <a:avLst>
                <a:gd name="adj1" fmla="val 50000"/>
              </a:avLst>
            </a:prstGeom>
            <a:ln w="12700">
              <a:solidFill>
                <a:srgbClr val="00B050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1" name="文本框 310">
              <a:extLst>
                <a:ext uri="{FF2B5EF4-FFF2-40B4-BE49-F238E27FC236}">
                  <a16:creationId xmlns:a16="http://schemas.microsoft.com/office/drawing/2014/main" id="{BB747F80-21FC-42B0-9C3E-2A68E8463612}"/>
                </a:ext>
              </a:extLst>
            </p:cNvPr>
            <p:cNvSpPr txBox="1"/>
            <p:nvPr/>
          </p:nvSpPr>
          <p:spPr>
            <a:xfrm>
              <a:off x="9737391" y="726015"/>
              <a:ext cx="46852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b="1" dirty="0">
                  <a:solidFill>
                    <a:srgbClr val="00B050"/>
                  </a:solidFill>
                  <a:latin typeface="NimbusRomDOT-Reg"/>
                </a:rPr>
                <a:t>True</a:t>
              </a:r>
              <a:endParaRPr lang="zh-CN" altLang="en-US" sz="1200" b="1" dirty="0">
                <a:solidFill>
                  <a:srgbClr val="00B050"/>
                </a:solidFill>
                <a:latin typeface="NimbusRomDOT-Reg"/>
              </a:endParaRPr>
            </a:p>
          </p:txBody>
        </p:sp>
      </p:grpSp>
      <p:grpSp>
        <p:nvGrpSpPr>
          <p:cNvPr id="323" name="组合 322">
            <a:extLst>
              <a:ext uri="{FF2B5EF4-FFF2-40B4-BE49-F238E27FC236}">
                <a16:creationId xmlns:a16="http://schemas.microsoft.com/office/drawing/2014/main" id="{D261243C-6475-4DA9-9583-6DC43E116BC4}"/>
              </a:ext>
            </a:extLst>
          </p:cNvPr>
          <p:cNvGrpSpPr/>
          <p:nvPr/>
        </p:nvGrpSpPr>
        <p:grpSpPr>
          <a:xfrm>
            <a:off x="8633941" y="515123"/>
            <a:ext cx="3196912" cy="2656895"/>
            <a:chOff x="8633941" y="515123"/>
            <a:chExt cx="3196912" cy="2656895"/>
          </a:xfrm>
        </p:grpSpPr>
        <p:sp>
          <p:nvSpPr>
            <p:cNvPr id="317" name="文本框 316">
              <a:extLst>
                <a:ext uri="{FF2B5EF4-FFF2-40B4-BE49-F238E27FC236}">
                  <a16:creationId xmlns:a16="http://schemas.microsoft.com/office/drawing/2014/main" id="{0D4C7E28-48F6-4D9F-91D8-ED63C332A4E2}"/>
                </a:ext>
              </a:extLst>
            </p:cNvPr>
            <p:cNvSpPr txBox="1"/>
            <p:nvPr/>
          </p:nvSpPr>
          <p:spPr>
            <a:xfrm>
              <a:off x="11328215" y="539962"/>
              <a:ext cx="50263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00" b="1" dirty="0">
                  <a:solidFill>
                    <a:srgbClr val="FF0000"/>
                  </a:solidFill>
                  <a:latin typeface="NimbusRomDOT-Reg"/>
                </a:rPr>
                <a:t>False</a:t>
              </a:r>
              <a:endParaRPr lang="zh-CN" altLang="en-US" sz="1200" b="1" dirty="0">
                <a:solidFill>
                  <a:srgbClr val="FF0000"/>
                </a:solidFill>
                <a:latin typeface="NimbusRomDOT-Reg"/>
              </a:endParaRPr>
            </a:p>
          </p:txBody>
        </p:sp>
        <p:sp>
          <p:nvSpPr>
            <p:cNvPr id="318" name="矩形 317">
              <a:extLst>
                <a:ext uri="{FF2B5EF4-FFF2-40B4-BE49-F238E27FC236}">
                  <a16:creationId xmlns:a16="http://schemas.microsoft.com/office/drawing/2014/main" id="{F5BDE0F8-2974-4CDF-B69A-F69D256B2859}"/>
                </a:ext>
              </a:extLst>
            </p:cNvPr>
            <p:cNvSpPr/>
            <p:nvPr/>
          </p:nvSpPr>
          <p:spPr>
            <a:xfrm>
              <a:off x="8633941" y="2468422"/>
              <a:ext cx="3141594" cy="703596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>
                  <a:solidFill>
                    <a:srgbClr val="323232"/>
                  </a:solidFill>
                  <a:latin typeface="NimbusRomDOT-Reg"/>
                </a:rPr>
                <a:t>remove (N′.P</a:t>
              </a:r>
              <a:r>
                <a:rPr lang="en-US" altLang="zh-CN" sz="1200" baseline="-25000" dirty="0">
                  <a:solidFill>
                    <a:srgbClr val="323232"/>
                  </a:solidFill>
                  <a:latin typeface="NimbusRomDOT-Reg"/>
                </a:rPr>
                <a:t>1</a:t>
              </a:r>
              <a:r>
                <a:rPr lang="en-US" altLang="zh-CN" sz="1200" dirty="0">
                  <a:solidFill>
                    <a:srgbClr val="323232"/>
                  </a:solidFill>
                  <a:latin typeface="NimbusRomDOT-Reg"/>
                </a:rPr>
                <a:t>, N’.K</a:t>
              </a:r>
              <a:r>
                <a:rPr lang="en-US" altLang="zh-CN" sz="1200" baseline="-25000" dirty="0">
                  <a:solidFill>
                    <a:srgbClr val="323232"/>
                  </a:solidFill>
                  <a:latin typeface="NimbusRomDOT-Reg"/>
                </a:rPr>
                <a:t>1</a:t>
              </a:r>
              <a:r>
                <a:rPr lang="en-US" altLang="zh-CN" sz="1200" dirty="0">
                  <a:solidFill>
                    <a:srgbClr val="323232"/>
                  </a:solidFill>
                  <a:latin typeface="NimbusRomDOT-Reg"/>
                </a:rPr>
                <a:t>) from N′;</a:t>
              </a:r>
            </a:p>
            <a:p>
              <a:pPr algn="ctr"/>
              <a:r>
                <a:rPr lang="en-US" altLang="zh-CN" sz="1200" dirty="0">
                  <a:solidFill>
                    <a:srgbClr val="323232"/>
                  </a:solidFill>
                  <a:latin typeface="NimbusRomDOT-Reg"/>
                </a:rPr>
                <a:t>insert (N′.P</a:t>
              </a:r>
              <a:r>
                <a:rPr lang="en-US" altLang="zh-CN" sz="1200" baseline="-25000" dirty="0">
                  <a:solidFill>
                    <a:srgbClr val="323232"/>
                  </a:solidFill>
                  <a:latin typeface="NimbusRomDOT-Reg"/>
                </a:rPr>
                <a:t>1</a:t>
              </a:r>
              <a:r>
                <a:rPr lang="en-US" altLang="zh-CN" sz="1200" dirty="0">
                  <a:solidFill>
                    <a:srgbClr val="323232"/>
                  </a:solidFill>
                  <a:latin typeface="NimbusRomDOT-Reg"/>
                </a:rPr>
                <a:t>, N’.K</a:t>
              </a:r>
              <a:r>
                <a:rPr lang="en-US" altLang="zh-CN" sz="1200" baseline="-25000" dirty="0">
                  <a:solidFill>
                    <a:srgbClr val="323232"/>
                  </a:solidFill>
                  <a:latin typeface="NimbusRomDOT-Reg"/>
                </a:rPr>
                <a:t>1</a:t>
              </a:r>
              <a:r>
                <a:rPr lang="en-US" altLang="zh-CN" sz="1200" dirty="0">
                  <a:solidFill>
                    <a:srgbClr val="323232"/>
                  </a:solidFill>
                  <a:latin typeface="NimbusRomDOT-Reg"/>
                </a:rPr>
                <a:t>)  in N;</a:t>
              </a:r>
            </a:p>
            <a:p>
              <a:pPr algn="ctr"/>
              <a:r>
                <a:rPr lang="en-US" altLang="zh-CN" sz="1200" dirty="0">
                  <a:solidFill>
                    <a:srgbClr val="323232"/>
                  </a:solidFill>
                  <a:latin typeface="NimbusRomDOT-Reg"/>
                </a:rPr>
                <a:t>replace K′ in parent(N) by N′.K</a:t>
              </a:r>
              <a:r>
                <a:rPr lang="en-US" altLang="zh-CN" sz="1200" baseline="-25000" dirty="0">
                  <a:solidFill>
                    <a:srgbClr val="323232"/>
                  </a:solidFill>
                  <a:latin typeface="NimbusRomDOT-Reg"/>
                </a:rPr>
                <a:t>2</a:t>
              </a:r>
              <a:r>
                <a:rPr lang="en-US" altLang="zh-CN" sz="1200" dirty="0">
                  <a:solidFill>
                    <a:srgbClr val="323232"/>
                  </a:solidFill>
                  <a:latin typeface="NimbusRomDOT-Reg"/>
                </a:rPr>
                <a:t>;</a:t>
              </a:r>
            </a:p>
          </p:txBody>
        </p:sp>
        <p:cxnSp>
          <p:nvCxnSpPr>
            <p:cNvPr id="319" name="直接箭头连接符 26">
              <a:extLst>
                <a:ext uri="{FF2B5EF4-FFF2-40B4-BE49-F238E27FC236}">
                  <a16:creationId xmlns:a16="http://schemas.microsoft.com/office/drawing/2014/main" id="{CD4DB991-7A50-46F1-8BC2-E01C525D17BE}"/>
                </a:ext>
              </a:extLst>
            </p:cNvPr>
            <p:cNvCxnSpPr>
              <a:cxnSpLocks/>
              <a:stCxn id="305" idx="3"/>
              <a:endCxn id="318" idx="3"/>
            </p:cNvCxnSpPr>
            <p:nvPr/>
          </p:nvCxnSpPr>
          <p:spPr>
            <a:xfrm>
              <a:off x="11697201" y="515123"/>
              <a:ext cx="78334" cy="2305097"/>
            </a:xfrm>
            <a:prstGeom prst="bentConnector3">
              <a:avLst>
                <a:gd name="adj1" fmla="val 391827"/>
              </a:avLst>
            </a:prstGeom>
            <a:ln w="12700">
              <a:solidFill>
                <a:srgbClr val="FF0000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64" name="组合 363">
            <a:extLst>
              <a:ext uri="{FF2B5EF4-FFF2-40B4-BE49-F238E27FC236}">
                <a16:creationId xmlns:a16="http://schemas.microsoft.com/office/drawing/2014/main" id="{F01DAE42-0B76-4046-BDF7-F3A32F7AFDA8}"/>
              </a:ext>
            </a:extLst>
          </p:cNvPr>
          <p:cNvGrpSpPr/>
          <p:nvPr/>
        </p:nvGrpSpPr>
        <p:grpSpPr>
          <a:xfrm>
            <a:off x="8633941" y="1648663"/>
            <a:ext cx="1573994" cy="4140632"/>
            <a:chOff x="8633941" y="1648663"/>
            <a:chExt cx="1573994" cy="4140632"/>
          </a:xfrm>
        </p:grpSpPr>
        <p:cxnSp>
          <p:nvCxnSpPr>
            <p:cNvPr id="324" name="直接箭头连接符 26">
              <a:extLst>
                <a:ext uri="{FF2B5EF4-FFF2-40B4-BE49-F238E27FC236}">
                  <a16:creationId xmlns:a16="http://schemas.microsoft.com/office/drawing/2014/main" id="{99243F51-D273-458F-BF59-4C759B98C32B}"/>
                </a:ext>
              </a:extLst>
            </p:cNvPr>
            <p:cNvCxnSpPr>
              <a:cxnSpLocks/>
              <a:stCxn id="318" idx="2"/>
              <a:endCxn id="128" idx="0"/>
            </p:cNvCxnSpPr>
            <p:nvPr/>
          </p:nvCxnSpPr>
          <p:spPr>
            <a:xfrm rot="16200000" flipH="1">
              <a:off x="8897698" y="4479057"/>
              <a:ext cx="2617277" cy="3197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bg1">
                  <a:lumMod val="85000"/>
                </a:schemeClr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7" name="直接箭头连接符 26">
              <a:extLst>
                <a:ext uri="{FF2B5EF4-FFF2-40B4-BE49-F238E27FC236}">
                  <a16:creationId xmlns:a16="http://schemas.microsoft.com/office/drawing/2014/main" id="{A0E04C85-1F55-4F31-8FFA-E49BE1680551}"/>
                </a:ext>
              </a:extLst>
            </p:cNvPr>
            <p:cNvCxnSpPr>
              <a:cxnSpLocks/>
              <a:stCxn id="309" idx="1"/>
              <a:endCxn id="128" idx="0"/>
            </p:cNvCxnSpPr>
            <p:nvPr/>
          </p:nvCxnSpPr>
          <p:spPr>
            <a:xfrm rot="10800000" flipH="1" flipV="1">
              <a:off x="8633941" y="1648663"/>
              <a:ext cx="1573994" cy="4140632"/>
            </a:xfrm>
            <a:prstGeom prst="bentConnector4">
              <a:avLst>
                <a:gd name="adj1" fmla="val -8630"/>
                <a:gd name="adj2" fmla="val 72811"/>
              </a:avLst>
            </a:prstGeom>
            <a:ln w="12700">
              <a:solidFill>
                <a:schemeClr val="bg1">
                  <a:lumMod val="85000"/>
                </a:schemeClr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63" name="组合 362">
            <a:extLst>
              <a:ext uri="{FF2B5EF4-FFF2-40B4-BE49-F238E27FC236}">
                <a16:creationId xmlns:a16="http://schemas.microsoft.com/office/drawing/2014/main" id="{A1021F34-CA73-4ADF-A444-CC15F7FCFA5F}"/>
              </a:ext>
            </a:extLst>
          </p:cNvPr>
          <p:cNvGrpSpPr/>
          <p:nvPr/>
        </p:nvGrpSpPr>
        <p:grpSpPr>
          <a:xfrm>
            <a:off x="6189319" y="4664963"/>
            <a:ext cx="2647016" cy="1457907"/>
            <a:chOff x="6189319" y="4664963"/>
            <a:chExt cx="2647016" cy="1457907"/>
          </a:xfrm>
        </p:grpSpPr>
        <p:cxnSp>
          <p:nvCxnSpPr>
            <p:cNvPr id="330" name="直接箭头连接符 26">
              <a:extLst>
                <a:ext uri="{FF2B5EF4-FFF2-40B4-BE49-F238E27FC236}">
                  <a16:creationId xmlns:a16="http://schemas.microsoft.com/office/drawing/2014/main" id="{7C444A52-F45A-4C7E-826A-9C19932515EE}"/>
                </a:ext>
              </a:extLst>
            </p:cNvPr>
            <p:cNvCxnSpPr>
              <a:cxnSpLocks/>
              <a:stCxn id="114" idx="3"/>
              <a:endCxn id="128" idx="1"/>
            </p:cNvCxnSpPr>
            <p:nvPr/>
          </p:nvCxnSpPr>
          <p:spPr>
            <a:xfrm>
              <a:off x="7760117" y="4664963"/>
              <a:ext cx="1076218" cy="1306895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bg1">
                  <a:lumMod val="85000"/>
                </a:schemeClr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3" name="直接箭头连接符 26">
              <a:extLst>
                <a:ext uri="{FF2B5EF4-FFF2-40B4-BE49-F238E27FC236}">
                  <a16:creationId xmlns:a16="http://schemas.microsoft.com/office/drawing/2014/main" id="{BD40D607-B6BA-4F68-8FB2-C05F0FA45EB3}"/>
                </a:ext>
              </a:extLst>
            </p:cNvPr>
            <p:cNvCxnSpPr>
              <a:cxnSpLocks/>
              <a:stCxn id="119" idx="2"/>
              <a:endCxn id="128" idx="1"/>
            </p:cNvCxnSpPr>
            <p:nvPr/>
          </p:nvCxnSpPr>
          <p:spPr>
            <a:xfrm rot="5400000" flipH="1" flipV="1">
              <a:off x="7437321" y="4723856"/>
              <a:ext cx="151012" cy="2647015"/>
            </a:xfrm>
            <a:prstGeom prst="bentConnector4">
              <a:avLst>
                <a:gd name="adj1" fmla="val -151379"/>
                <a:gd name="adj2" fmla="val 79671"/>
              </a:avLst>
            </a:prstGeom>
            <a:ln w="12700">
              <a:solidFill>
                <a:schemeClr val="bg1">
                  <a:lumMod val="85000"/>
                </a:schemeClr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38" name="直接箭头连接符 26">
            <a:extLst>
              <a:ext uri="{FF2B5EF4-FFF2-40B4-BE49-F238E27FC236}">
                <a16:creationId xmlns:a16="http://schemas.microsoft.com/office/drawing/2014/main" id="{782360F1-1F29-4A0C-8091-9EEB752CC08A}"/>
              </a:ext>
            </a:extLst>
          </p:cNvPr>
          <p:cNvCxnSpPr>
            <a:cxnSpLocks/>
            <a:stCxn id="96" idx="3"/>
            <a:endCxn id="128" idx="1"/>
          </p:cNvCxnSpPr>
          <p:nvPr/>
        </p:nvCxnSpPr>
        <p:spPr>
          <a:xfrm>
            <a:off x="7741618" y="2224503"/>
            <a:ext cx="1094717" cy="3747355"/>
          </a:xfrm>
          <a:prstGeom prst="bentConnector3">
            <a:avLst>
              <a:gd name="adj1" fmla="val 50000"/>
            </a:avLst>
          </a:prstGeom>
          <a:ln w="12700">
            <a:solidFill>
              <a:schemeClr val="bg1">
                <a:lumMod val="85000"/>
              </a:schemeClr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605692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C82B485-330C-4F7C-AD75-86FB6EFA3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63313-DCA9-46B6-A521-6629066932B8}" type="datetime1">
              <a:rPr lang="zh-CN" altLang="en-US" smtClean="0"/>
              <a:t>2024/5/8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9398CB-94F3-4CE3-9880-9F79A418A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Tree Indices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98061EF-E67D-4B6D-B836-FE67DC6C8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5A79-C12E-4282-8451-1BC984B858F9}" type="slidenum">
              <a:rPr lang="zh-CN" altLang="en-US" smtClean="0"/>
              <a:t>29</a:t>
            </a:fld>
            <a:endParaRPr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4D63A6BA-E7A8-4199-A9F7-13D20F493D3D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88418" y="136525"/>
            <a:ext cx="2201034" cy="1325563"/>
          </a:xfrm>
        </p:spPr>
        <p:txBody>
          <a:bodyPr/>
          <a:lstStyle/>
          <a:p>
            <a:r>
              <a:rPr lang="en-US" altLang="zh-CN" dirty="0"/>
              <a:t>Demo</a:t>
            </a:r>
            <a:endParaRPr lang="zh-CN" altLang="en-US" dirty="0"/>
          </a:p>
        </p:txBody>
      </p:sp>
      <p:grpSp>
        <p:nvGrpSpPr>
          <p:cNvPr id="38" name="组合 37">
            <a:extLst>
              <a:ext uri="{FF2B5EF4-FFF2-40B4-BE49-F238E27FC236}">
                <a16:creationId xmlns:a16="http://schemas.microsoft.com/office/drawing/2014/main" id="{9820F66B-AAC2-4F8E-AF8C-BDF3F267ED96}"/>
              </a:ext>
            </a:extLst>
          </p:cNvPr>
          <p:cNvGrpSpPr/>
          <p:nvPr/>
        </p:nvGrpSpPr>
        <p:grpSpPr>
          <a:xfrm>
            <a:off x="1664298" y="1581261"/>
            <a:ext cx="1868550" cy="470452"/>
            <a:chOff x="3021263" y="1194260"/>
            <a:chExt cx="1868550" cy="470452"/>
          </a:xfrm>
        </p:grpSpPr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63793F2B-71BE-4767-896E-88E56CD6BA1E}"/>
                </a:ext>
              </a:extLst>
            </p:cNvPr>
            <p:cNvSpPr/>
            <p:nvPr/>
          </p:nvSpPr>
          <p:spPr>
            <a:xfrm>
              <a:off x="4266963" y="1194260"/>
              <a:ext cx="622850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lvl="0" algn="ctr"/>
              <a:r>
                <a:rPr lang="en-US" altLang="zh-CN" b="1" i="1" dirty="0">
                  <a:latin typeface="NimbusRomDOT-Reg"/>
                </a:rPr>
                <a:t>P’</a:t>
              </a:r>
              <a:endParaRPr lang="zh-CN" altLang="en-US" b="1" i="1" baseline="-25000" dirty="0">
                <a:solidFill>
                  <a:prstClr val="black"/>
                </a:solidFill>
                <a:latin typeface="NimbusRomDOT-Reg"/>
              </a:endParaRPr>
            </a:p>
          </p:txBody>
        </p:sp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BDBB6747-40F8-408A-A673-F158ABAD5C79}"/>
                </a:ext>
              </a:extLst>
            </p:cNvPr>
            <p:cNvSpPr/>
            <p:nvPr/>
          </p:nvSpPr>
          <p:spPr>
            <a:xfrm>
              <a:off x="3644113" y="1194260"/>
              <a:ext cx="622850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b="1" i="1" dirty="0">
                  <a:latin typeface="NimbusRomDOT-Reg"/>
                </a:rPr>
                <a:t>K</a:t>
              </a:r>
              <a:endParaRPr lang="zh-CN" altLang="en-US" b="1" i="1" baseline="-25000" dirty="0">
                <a:latin typeface="NimbusRomDOT-Reg"/>
              </a:endParaRPr>
            </a:p>
          </p:txBody>
        </p:sp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DC1CBC06-EEDC-49F5-8BD3-204DFF291CA8}"/>
                </a:ext>
              </a:extLst>
            </p:cNvPr>
            <p:cNvSpPr/>
            <p:nvPr/>
          </p:nvSpPr>
          <p:spPr>
            <a:xfrm>
              <a:off x="3021263" y="1194260"/>
              <a:ext cx="622850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b="1" i="1" dirty="0">
                  <a:latin typeface="NimbusRomDOT-Reg"/>
                </a:rPr>
                <a:t>P</a:t>
              </a:r>
              <a:endParaRPr lang="zh-CN" altLang="en-US" b="1" i="1" baseline="-25000" dirty="0">
                <a:latin typeface="NimbusRomDOT-Reg"/>
              </a:endParaRPr>
            </a:p>
          </p:txBody>
        </p:sp>
      </p:grpSp>
      <p:sp>
        <p:nvSpPr>
          <p:cNvPr id="15" name="矩形 14">
            <a:extLst>
              <a:ext uri="{FF2B5EF4-FFF2-40B4-BE49-F238E27FC236}">
                <a16:creationId xmlns:a16="http://schemas.microsoft.com/office/drawing/2014/main" id="{4890386E-D150-4CE0-A225-BBDBEE43C4B4}"/>
              </a:ext>
            </a:extLst>
          </p:cNvPr>
          <p:cNvSpPr/>
          <p:nvPr/>
        </p:nvSpPr>
        <p:spPr>
          <a:xfrm>
            <a:off x="777510" y="2641338"/>
            <a:ext cx="1503534" cy="47045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b="1" i="1" baseline="-25000" dirty="0">
              <a:latin typeface="NimbusRomDOT-Reg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E4F3299A-67ED-469C-86E1-35EC801F4EC5}"/>
              </a:ext>
            </a:extLst>
          </p:cNvPr>
          <p:cNvSpPr/>
          <p:nvPr/>
        </p:nvSpPr>
        <p:spPr>
          <a:xfrm>
            <a:off x="2909998" y="2641338"/>
            <a:ext cx="1503534" cy="47045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b="1" i="1" baseline="-25000" dirty="0">
              <a:latin typeface="NimbusRomDOT-Reg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6B89B167-E82B-4853-84A5-3482C3275F6D}"/>
              </a:ext>
            </a:extLst>
          </p:cNvPr>
          <p:cNvSpPr/>
          <p:nvPr/>
        </p:nvSpPr>
        <p:spPr>
          <a:xfrm>
            <a:off x="2209553" y="1119596"/>
            <a:ext cx="72487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i="1" dirty="0">
                <a:solidFill>
                  <a:srgbClr val="FF0000"/>
                </a:solidFill>
                <a:latin typeface="NimbusRomDOT-Reg"/>
                <a:cs typeface="Arial" panose="020B0604020202020204" pitchFamily="34" charset="0"/>
              </a:rPr>
              <a:t>root</a:t>
            </a:r>
            <a:endParaRPr lang="zh-CN" altLang="en-US" sz="2400" dirty="0"/>
          </a:p>
        </p:txBody>
      </p: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6DD23882-63E6-41DC-B95C-60C9B2DDFC27}"/>
              </a:ext>
            </a:extLst>
          </p:cNvPr>
          <p:cNvCxnSpPr>
            <a:cxnSpLocks/>
            <a:stCxn id="25" idx="2"/>
            <a:endCxn id="15" idx="0"/>
          </p:cNvCxnSpPr>
          <p:nvPr/>
        </p:nvCxnSpPr>
        <p:spPr>
          <a:xfrm flipH="1">
            <a:off x="1529277" y="2051713"/>
            <a:ext cx="446446" cy="589625"/>
          </a:xfrm>
          <a:prstGeom prst="straightConnector1">
            <a:avLst/>
          </a:prstGeom>
          <a:ln w="25400">
            <a:solidFill>
              <a:schemeClr val="tx1"/>
            </a:solidFill>
            <a:headEnd type="oval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02DF4EEA-7756-41C6-BB30-B5FA7EB8A1CD}"/>
              </a:ext>
            </a:extLst>
          </p:cNvPr>
          <p:cNvCxnSpPr>
            <a:cxnSpLocks/>
            <a:stCxn id="23" idx="2"/>
            <a:endCxn id="16" idx="0"/>
          </p:cNvCxnSpPr>
          <p:nvPr/>
        </p:nvCxnSpPr>
        <p:spPr>
          <a:xfrm>
            <a:off x="3221423" y="2051713"/>
            <a:ext cx="440342" cy="589625"/>
          </a:xfrm>
          <a:prstGeom prst="straightConnector1">
            <a:avLst/>
          </a:prstGeom>
          <a:ln w="25400">
            <a:solidFill>
              <a:schemeClr val="tx1"/>
            </a:solidFill>
            <a:headEnd type="oval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矩形 54">
            <a:extLst>
              <a:ext uri="{FF2B5EF4-FFF2-40B4-BE49-F238E27FC236}">
                <a16:creationId xmlns:a16="http://schemas.microsoft.com/office/drawing/2014/main" id="{C7DC70A8-D1B6-4116-8BA8-E5C297B835F0}"/>
              </a:ext>
            </a:extLst>
          </p:cNvPr>
          <p:cNvSpPr/>
          <p:nvPr/>
        </p:nvSpPr>
        <p:spPr>
          <a:xfrm>
            <a:off x="2934431" y="5351117"/>
            <a:ext cx="1503534" cy="47045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b="1" i="1" baseline="-25000" dirty="0">
              <a:latin typeface="NimbusRomDOT-Reg"/>
            </a:endParaRPr>
          </a:p>
        </p:txBody>
      </p:sp>
      <p:grpSp>
        <p:nvGrpSpPr>
          <p:cNvPr id="60" name="组合 59">
            <a:extLst>
              <a:ext uri="{FF2B5EF4-FFF2-40B4-BE49-F238E27FC236}">
                <a16:creationId xmlns:a16="http://schemas.microsoft.com/office/drawing/2014/main" id="{4D6D70DE-3B4B-4BAC-9B8A-82AD9F3E3C54}"/>
              </a:ext>
            </a:extLst>
          </p:cNvPr>
          <p:cNvGrpSpPr/>
          <p:nvPr/>
        </p:nvGrpSpPr>
        <p:grpSpPr>
          <a:xfrm>
            <a:off x="1688731" y="4291040"/>
            <a:ext cx="1997467" cy="1060077"/>
            <a:chOff x="1688731" y="4291040"/>
            <a:chExt cx="1997467" cy="1060077"/>
          </a:xfrm>
        </p:grpSpPr>
        <p:grpSp>
          <p:nvGrpSpPr>
            <p:cNvPr id="50" name="组合 49">
              <a:extLst>
                <a:ext uri="{FF2B5EF4-FFF2-40B4-BE49-F238E27FC236}">
                  <a16:creationId xmlns:a16="http://schemas.microsoft.com/office/drawing/2014/main" id="{02027FEE-BFED-44EC-9F25-01DD7B1F54AE}"/>
                </a:ext>
              </a:extLst>
            </p:cNvPr>
            <p:cNvGrpSpPr/>
            <p:nvPr/>
          </p:nvGrpSpPr>
          <p:grpSpPr>
            <a:xfrm>
              <a:off x="1688731" y="4291040"/>
              <a:ext cx="1868550" cy="470452"/>
              <a:chOff x="3021263" y="1194260"/>
              <a:chExt cx="1868550" cy="470452"/>
            </a:xfrm>
          </p:grpSpPr>
          <p:sp>
            <p:nvSpPr>
              <p:cNvPr id="51" name="矩形 50">
                <a:extLst>
                  <a:ext uri="{FF2B5EF4-FFF2-40B4-BE49-F238E27FC236}">
                    <a16:creationId xmlns:a16="http://schemas.microsoft.com/office/drawing/2014/main" id="{AEA0985C-CD46-43A5-B628-691C08CB9022}"/>
                  </a:ext>
                </a:extLst>
              </p:cNvPr>
              <p:cNvSpPr/>
              <p:nvPr/>
            </p:nvSpPr>
            <p:spPr>
              <a:xfrm>
                <a:off x="4266963" y="1194260"/>
                <a:ext cx="622850" cy="470452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lvl="0" algn="ctr"/>
                <a:r>
                  <a:rPr lang="en-US" altLang="zh-CN" b="1" i="1" dirty="0">
                    <a:latin typeface="NimbusRomDOT-Reg"/>
                  </a:rPr>
                  <a:t>P’</a:t>
                </a:r>
                <a:endParaRPr lang="zh-CN" altLang="en-US" b="1" i="1" baseline="-25000" dirty="0">
                  <a:solidFill>
                    <a:prstClr val="black"/>
                  </a:solidFill>
                  <a:latin typeface="NimbusRomDOT-Reg"/>
                </a:endParaRPr>
              </a:p>
            </p:txBody>
          </p:sp>
          <p:sp>
            <p:nvSpPr>
              <p:cNvPr id="52" name="矩形 51">
                <a:extLst>
                  <a:ext uri="{FF2B5EF4-FFF2-40B4-BE49-F238E27FC236}">
                    <a16:creationId xmlns:a16="http://schemas.microsoft.com/office/drawing/2014/main" id="{62D9EF02-81F5-48A2-9C3C-2EEA1590147E}"/>
                  </a:ext>
                </a:extLst>
              </p:cNvPr>
              <p:cNvSpPr/>
              <p:nvPr/>
            </p:nvSpPr>
            <p:spPr>
              <a:xfrm>
                <a:off x="3644113" y="1194260"/>
                <a:ext cx="622850" cy="470452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 b="1" i="1" baseline="-25000" dirty="0">
                  <a:latin typeface="NimbusRomDOT-Reg"/>
                </a:endParaRPr>
              </a:p>
            </p:txBody>
          </p:sp>
          <p:sp>
            <p:nvSpPr>
              <p:cNvPr id="53" name="矩形 52">
                <a:extLst>
                  <a:ext uri="{FF2B5EF4-FFF2-40B4-BE49-F238E27FC236}">
                    <a16:creationId xmlns:a16="http://schemas.microsoft.com/office/drawing/2014/main" id="{5ED77C93-4C49-4AE4-925D-D61A5ED8F8E4}"/>
                  </a:ext>
                </a:extLst>
              </p:cNvPr>
              <p:cNvSpPr/>
              <p:nvPr/>
            </p:nvSpPr>
            <p:spPr>
              <a:xfrm>
                <a:off x="3021263" y="1194260"/>
                <a:ext cx="622850" cy="470452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 b="1" i="1" baseline="-25000" dirty="0">
                  <a:latin typeface="NimbusRomDOT-Reg"/>
                </a:endParaRPr>
              </a:p>
            </p:txBody>
          </p:sp>
        </p:grpSp>
        <p:cxnSp>
          <p:nvCxnSpPr>
            <p:cNvPr id="57" name="直接箭头连接符 56">
              <a:extLst>
                <a:ext uri="{FF2B5EF4-FFF2-40B4-BE49-F238E27FC236}">
                  <a16:creationId xmlns:a16="http://schemas.microsoft.com/office/drawing/2014/main" id="{833F1CA9-EC21-4B84-B86B-951C9D339CA7}"/>
                </a:ext>
              </a:extLst>
            </p:cNvPr>
            <p:cNvCxnSpPr>
              <a:cxnSpLocks/>
              <a:stCxn id="51" idx="2"/>
              <a:endCxn id="55" idx="0"/>
            </p:cNvCxnSpPr>
            <p:nvPr/>
          </p:nvCxnSpPr>
          <p:spPr>
            <a:xfrm>
              <a:off x="3245856" y="4761492"/>
              <a:ext cx="440342" cy="589625"/>
            </a:xfrm>
            <a:prstGeom prst="straightConnector1">
              <a:avLst/>
            </a:prstGeom>
            <a:ln w="25400">
              <a:solidFill>
                <a:schemeClr val="tx1"/>
              </a:solidFill>
              <a:headEnd type="oval"/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8" name="箭头: 下 57">
            <a:extLst>
              <a:ext uri="{FF2B5EF4-FFF2-40B4-BE49-F238E27FC236}">
                <a16:creationId xmlns:a16="http://schemas.microsoft.com/office/drawing/2014/main" id="{3FC34BEF-704B-40E4-9393-2474F62D6097}"/>
              </a:ext>
            </a:extLst>
          </p:cNvPr>
          <p:cNvSpPr/>
          <p:nvPr/>
        </p:nvSpPr>
        <p:spPr>
          <a:xfrm>
            <a:off x="2361697" y="3432355"/>
            <a:ext cx="496355" cy="470452"/>
          </a:xfrm>
          <a:prstGeom prst="downArrow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A01B6241-E7E8-4C68-B954-FE78EEA1154F}"/>
              </a:ext>
            </a:extLst>
          </p:cNvPr>
          <p:cNvSpPr/>
          <p:nvPr/>
        </p:nvSpPr>
        <p:spPr>
          <a:xfrm>
            <a:off x="3104780" y="4866424"/>
            <a:ext cx="133318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i="1" dirty="0">
                <a:solidFill>
                  <a:srgbClr val="FF0000"/>
                </a:solidFill>
                <a:latin typeface="NimbusRomDOT-Reg"/>
                <a:cs typeface="Arial" panose="020B0604020202020204" pitchFamily="34" charset="0"/>
              </a:rPr>
              <a:t>new root</a:t>
            </a:r>
            <a:endParaRPr lang="zh-CN" altLang="en-US" sz="2400" dirty="0"/>
          </a:p>
        </p:txBody>
      </p:sp>
      <p:grpSp>
        <p:nvGrpSpPr>
          <p:cNvPr id="73" name="组合 72">
            <a:extLst>
              <a:ext uri="{FF2B5EF4-FFF2-40B4-BE49-F238E27FC236}">
                <a16:creationId xmlns:a16="http://schemas.microsoft.com/office/drawing/2014/main" id="{985AC438-D1C6-4592-829F-26D8530CF831}"/>
              </a:ext>
            </a:extLst>
          </p:cNvPr>
          <p:cNvGrpSpPr/>
          <p:nvPr/>
        </p:nvGrpSpPr>
        <p:grpSpPr>
          <a:xfrm>
            <a:off x="5885205" y="657931"/>
            <a:ext cx="5694359" cy="2228604"/>
            <a:chOff x="5885205" y="657931"/>
            <a:chExt cx="5694359" cy="2228604"/>
          </a:xfrm>
        </p:grpSpPr>
        <p:grpSp>
          <p:nvGrpSpPr>
            <p:cNvPr id="13" name="组合 12">
              <a:extLst>
                <a:ext uri="{FF2B5EF4-FFF2-40B4-BE49-F238E27FC236}">
                  <a16:creationId xmlns:a16="http://schemas.microsoft.com/office/drawing/2014/main" id="{D49D69E9-5C34-4447-9E99-6CDAEB61DA01}"/>
                </a:ext>
              </a:extLst>
            </p:cNvPr>
            <p:cNvGrpSpPr/>
            <p:nvPr/>
          </p:nvGrpSpPr>
          <p:grpSpPr>
            <a:xfrm>
              <a:off x="6636972" y="1226862"/>
              <a:ext cx="4359950" cy="470452"/>
              <a:chOff x="3604600" y="3788293"/>
              <a:chExt cx="4359950" cy="470452"/>
            </a:xfrm>
          </p:grpSpPr>
          <p:sp>
            <p:nvSpPr>
              <p:cNvPr id="27" name="矩形 26">
                <a:extLst>
                  <a:ext uri="{FF2B5EF4-FFF2-40B4-BE49-F238E27FC236}">
                    <a16:creationId xmlns:a16="http://schemas.microsoft.com/office/drawing/2014/main" id="{B0CBB914-5EC1-4BAA-AF8C-4FD779D04839}"/>
                  </a:ext>
                </a:extLst>
              </p:cNvPr>
              <p:cNvSpPr/>
              <p:nvPr/>
            </p:nvSpPr>
            <p:spPr>
              <a:xfrm>
                <a:off x="7341700" y="3788293"/>
                <a:ext cx="622850" cy="470452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lvl="0" algn="ctr"/>
                <a:r>
                  <a:rPr lang="en-US" altLang="zh-CN" b="1" i="1" dirty="0">
                    <a:latin typeface="NimbusRomDOT-Reg"/>
                  </a:rPr>
                  <a:t>…</a:t>
                </a:r>
                <a:endParaRPr lang="zh-CN" altLang="en-US" b="1" i="1" baseline="-25000" dirty="0">
                  <a:solidFill>
                    <a:prstClr val="black"/>
                  </a:solidFill>
                  <a:latin typeface="NimbusRomDOT-Reg"/>
                </a:endParaRPr>
              </a:p>
            </p:txBody>
          </p:sp>
          <p:sp>
            <p:nvSpPr>
              <p:cNvPr id="28" name="矩形 27">
                <a:extLst>
                  <a:ext uri="{FF2B5EF4-FFF2-40B4-BE49-F238E27FC236}">
                    <a16:creationId xmlns:a16="http://schemas.microsoft.com/office/drawing/2014/main" id="{D22AAD62-D706-4D04-930F-C6AA1F1BED3D}"/>
                  </a:ext>
                </a:extLst>
              </p:cNvPr>
              <p:cNvSpPr/>
              <p:nvPr/>
            </p:nvSpPr>
            <p:spPr>
              <a:xfrm>
                <a:off x="6096000" y="3788293"/>
                <a:ext cx="622850" cy="470452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b="1" i="1" dirty="0">
                    <a:latin typeface="NimbusRomDOT-Reg"/>
                  </a:rPr>
                  <a:t>…</a:t>
                </a:r>
                <a:endParaRPr lang="zh-CN" altLang="en-US" b="1" i="1" baseline="-25000" dirty="0">
                  <a:latin typeface="NimbusRomDOT-Reg"/>
                </a:endParaRPr>
              </a:p>
            </p:txBody>
          </p:sp>
          <p:sp>
            <p:nvSpPr>
              <p:cNvPr id="29" name="矩形 28">
                <a:extLst>
                  <a:ext uri="{FF2B5EF4-FFF2-40B4-BE49-F238E27FC236}">
                    <a16:creationId xmlns:a16="http://schemas.microsoft.com/office/drawing/2014/main" id="{F93411BD-672D-4D3D-95DB-83F50497D900}"/>
                  </a:ext>
                </a:extLst>
              </p:cNvPr>
              <p:cNvSpPr/>
              <p:nvPr/>
            </p:nvSpPr>
            <p:spPr>
              <a:xfrm>
                <a:off x="5473150" y="3788293"/>
                <a:ext cx="622850" cy="470452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b="1" i="1" dirty="0">
                    <a:latin typeface="NimbusRomDOT-Reg"/>
                  </a:rPr>
                  <a:t>K</a:t>
                </a:r>
                <a:endParaRPr lang="zh-CN" altLang="en-US" b="1" i="1" dirty="0">
                  <a:latin typeface="NimbusRomDOT-Reg"/>
                </a:endParaRPr>
              </a:p>
            </p:txBody>
          </p:sp>
          <p:sp>
            <p:nvSpPr>
              <p:cNvPr id="30" name="矩形 29">
                <a:extLst>
                  <a:ext uri="{FF2B5EF4-FFF2-40B4-BE49-F238E27FC236}">
                    <a16:creationId xmlns:a16="http://schemas.microsoft.com/office/drawing/2014/main" id="{8302A4F3-99D4-4B19-87F4-A10F61D398FF}"/>
                  </a:ext>
                </a:extLst>
              </p:cNvPr>
              <p:cNvSpPr/>
              <p:nvPr/>
            </p:nvSpPr>
            <p:spPr>
              <a:xfrm>
                <a:off x="3604600" y="3788293"/>
                <a:ext cx="622850" cy="470452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b="1" i="1" dirty="0">
                    <a:latin typeface="NimbusRomDOT-Reg"/>
                  </a:rPr>
                  <a:t>…</a:t>
                </a:r>
                <a:endParaRPr lang="zh-CN" altLang="en-US" b="1" i="1" baseline="-25000" dirty="0">
                  <a:latin typeface="NimbusRomDOT-Reg"/>
                </a:endParaRPr>
              </a:p>
            </p:txBody>
          </p:sp>
          <p:sp>
            <p:nvSpPr>
              <p:cNvPr id="31" name="矩形 30">
                <a:extLst>
                  <a:ext uri="{FF2B5EF4-FFF2-40B4-BE49-F238E27FC236}">
                    <a16:creationId xmlns:a16="http://schemas.microsoft.com/office/drawing/2014/main" id="{B99D6A06-9BD6-49FD-9425-094C2F520519}"/>
                  </a:ext>
                </a:extLst>
              </p:cNvPr>
              <p:cNvSpPr/>
              <p:nvPr/>
            </p:nvSpPr>
            <p:spPr>
              <a:xfrm>
                <a:off x="4850300" y="3788293"/>
                <a:ext cx="622850" cy="470452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b="1" i="1" dirty="0">
                    <a:latin typeface="NimbusRomDOT-Reg"/>
                  </a:rPr>
                  <a:t>P</a:t>
                </a:r>
                <a:endParaRPr lang="zh-CN" altLang="en-US" b="1" i="1" dirty="0">
                  <a:latin typeface="NimbusRomDOT-Reg"/>
                </a:endParaRPr>
              </a:p>
            </p:txBody>
          </p:sp>
          <p:sp>
            <p:nvSpPr>
              <p:cNvPr id="32" name="矩形 31">
                <a:extLst>
                  <a:ext uri="{FF2B5EF4-FFF2-40B4-BE49-F238E27FC236}">
                    <a16:creationId xmlns:a16="http://schemas.microsoft.com/office/drawing/2014/main" id="{AD6E6633-0402-4FF6-BDEF-D08831D663F7}"/>
                  </a:ext>
                </a:extLst>
              </p:cNvPr>
              <p:cNvSpPr/>
              <p:nvPr/>
            </p:nvSpPr>
            <p:spPr>
              <a:xfrm>
                <a:off x="4227450" y="3788293"/>
                <a:ext cx="622850" cy="470452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b="1" i="1" dirty="0">
                    <a:latin typeface="NimbusRomDOT-Reg"/>
                  </a:rPr>
                  <a:t>…</a:t>
                </a:r>
                <a:endParaRPr lang="zh-CN" altLang="en-US" b="1" i="1" baseline="-25000" dirty="0">
                  <a:latin typeface="NimbusRomDOT-Reg"/>
                </a:endParaRPr>
              </a:p>
            </p:txBody>
          </p:sp>
          <p:sp>
            <p:nvSpPr>
              <p:cNvPr id="33" name="矩形 32">
                <a:extLst>
                  <a:ext uri="{FF2B5EF4-FFF2-40B4-BE49-F238E27FC236}">
                    <a16:creationId xmlns:a16="http://schemas.microsoft.com/office/drawing/2014/main" id="{BC67FFD0-0C79-4D8B-B0D3-DA47956FD967}"/>
                  </a:ext>
                </a:extLst>
              </p:cNvPr>
              <p:cNvSpPr/>
              <p:nvPr/>
            </p:nvSpPr>
            <p:spPr>
              <a:xfrm>
                <a:off x="6716668" y="3788293"/>
                <a:ext cx="622850" cy="470452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b="1" i="1" dirty="0">
                    <a:latin typeface="NimbusRomDOT-Reg"/>
                  </a:rPr>
                  <a:t>…</a:t>
                </a:r>
                <a:endParaRPr lang="zh-CN" altLang="en-US" b="1" i="1" baseline="-25000" dirty="0">
                  <a:latin typeface="NimbusRomDOT-Reg"/>
                </a:endParaRPr>
              </a:p>
            </p:txBody>
          </p:sp>
        </p:grpSp>
        <p:cxnSp>
          <p:nvCxnSpPr>
            <p:cNvPr id="17" name="直接箭头连接符 16">
              <a:extLst>
                <a:ext uri="{FF2B5EF4-FFF2-40B4-BE49-F238E27FC236}">
                  <a16:creationId xmlns:a16="http://schemas.microsoft.com/office/drawing/2014/main" id="{CEF5C698-2404-4A91-B667-8DE1668509F5}"/>
                </a:ext>
              </a:extLst>
            </p:cNvPr>
            <p:cNvCxnSpPr>
              <a:cxnSpLocks/>
              <a:stCxn id="28" idx="2"/>
              <a:endCxn id="65" idx="0"/>
            </p:cNvCxnSpPr>
            <p:nvPr/>
          </p:nvCxnSpPr>
          <p:spPr>
            <a:xfrm>
              <a:off x="9439797" y="1697314"/>
              <a:ext cx="1388000" cy="708798"/>
            </a:xfrm>
            <a:prstGeom prst="straightConnector1">
              <a:avLst/>
            </a:prstGeom>
            <a:ln w="25400">
              <a:solidFill>
                <a:schemeClr val="tx1"/>
              </a:solidFill>
              <a:headEnd type="oval"/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箭头连接符 17">
              <a:extLst>
                <a:ext uri="{FF2B5EF4-FFF2-40B4-BE49-F238E27FC236}">
                  <a16:creationId xmlns:a16="http://schemas.microsoft.com/office/drawing/2014/main" id="{B042A6BE-F0DE-4939-8D2F-583B96E52487}"/>
                </a:ext>
              </a:extLst>
            </p:cNvPr>
            <p:cNvCxnSpPr>
              <a:cxnSpLocks/>
              <a:stCxn id="30" idx="2"/>
              <a:endCxn id="63" idx="0"/>
            </p:cNvCxnSpPr>
            <p:nvPr/>
          </p:nvCxnSpPr>
          <p:spPr>
            <a:xfrm flipH="1">
              <a:off x="6636972" y="1697314"/>
              <a:ext cx="311425" cy="714185"/>
            </a:xfrm>
            <a:prstGeom prst="straightConnector1">
              <a:avLst/>
            </a:prstGeom>
            <a:ln w="25400">
              <a:solidFill>
                <a:schemeClr val="tx1"/>
              </a:solidFill>
              <a:headEnd type="oval"/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箭头连接符 19">
              <a:extLst>
                <a:ext uri="{FF2B5EF4-FFF2-40B4-BE49-F238E27FC236}">
                  <a16:creationId xmlns:a16="http://schemas.microsoft.com/office/drawing/2014/main" id="{3B96E2A9-7507-4D88-B5AC-C5E4F9830BEC}"/>
                </a:ext>
              </a:extLst>
            </p:cNvPr>
            <p:cNvCxnSpPr>
              <a:cxnSpLocks/>
              <a:stCxn id="31" idx="2"/>
              <a:endCxn id="64" idx="0"/>
            </p:cNvCxnSpPr>
            <p:nvPr/>
          </p:nvCxnSpPr>
          <p:spPr>
            <a:xfrm>
              <a:off x="8194097" y="1697314"/>
              <a:ext cx="521957" cy="718769"/>
            </a:xfrm>
            <a:prstGeom prst="straightConnector1">
              <a:avLst/>
            </a:prstGeom>
            <a:ln w="25400">
              <a:solidFill>
                <a:schemeClr val="tx1"/>
              </a:solidFill>
              <a:headEnd type="oval"/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矩形 61">
              <a:extLst>
                <a:ext uri="{FF2B5EF4-FFF2-40B4-BE49-F238E27FC236}">
                  <a16:creationId xmlns:a16="http://schemas.microsoft.com/office/drawing/2014/main" id="{BC6D7EF8-1951-4D9F-BCA4-20A3CD69C304}"/>
                </a:ext>
              </a:extLst>
            </p:cNvPr>
            <p:cNvSpPr/>
            <p:nvPr/>
          </p:nvSpPr>
          <p:spPr>
            <a:xfrm>
              <a:off x="8610600" y="657931"/>
              <a:ext cx="724878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400" b="1" i="1" dirty="0">
                  <a:solidFill>
                    <a:srgbClr val="FF0000"/>
                  </a:solidFill>
                  <a:latin typeface="NimbusRomDOT-Reg"/>
                  <a:cs typeface="Arial" panose="020B0604020202020204" pitchFamily="34" charset="0"/>
                </a:rPr>
                <a:t>root</a:t>
              </a:r>
              <a:endParaRPr lang="zh-CN" altLang="en-US" sz="2400" dirty="0"/>
            </a:p>
          </p:txBody>
        </p:sp>
        <p:sp>
          <p:nvSpPr>
            <p:cNvPr id="63" name="矩形 62">
              <a:extLst>
                <a:ext uri="{FF2B5EF4-FFF2-40B4-BE49-F238E27FC236}">
                  <a16:creationId xmlns:a16="http://schemas.microsoft.com/office/drawing/2014/main" id="{364B837D-0BD3-4365-B775-FE140387EF09}"/>
                </a:ext>
              </a:extLst>
            </p:cNvPr>
            <p:cNvSpPr/>
            <p:nvPr/>
          </p:nvSpPr>
          <p:spPr>
            <a:xfrm>
              <a:off x="5885205" y="2411499"/>
              <a:ext cx="1503534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b="1" i="1" baseline="-25000" dirty="0">
                <a:latin typeface="NimbusRomDOT-Reg"/>
              </a:endParaRPr>
            </a:p>
          </p:txBody>
        </p:sp>
        <p:sp>
          <p:nvSpPr>
            <p:cNvPr id="64" name="矩形 63">
              <a:extLst>
                <a:ext uri="{FF2B5EF4-FFF2-40B4-BE49-F238E27FC236}">
                  <a16:creationId xmlns:a16="http://schemas.microsoft.com/office/drawing/2014/main" id="{121DC96F-6C71-4376-80BD-2977704C07F8}"/>
                </a:ext>
              </a:extLst>
            </p:cNvPr>
            <p:cNvSpPr/>
            <p:nvPr/>
          </p:nvSpPr>
          <p:spPr>
            <a:xfrm>
              <a:off x="7964287" y="2416083"/>
              <a:ext cx="1503534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b="1" i="1" baseline="-25000" dirty="0">
                <a:latin typeface="NimbusRomDOT-Reg"/>
              </a:endParaRPr>
            </a:p>
          </p:txBody>
        </p:sp>
        <p:sp>
          <p:nvSpPr>
            <p:cNvPr id="65" name="矩形 64">
              <a:extLst>
                <a:ext uri="{FF2B5EF4-FFF2-40B4-BE49-F238E27FC236}">
                  <a16:creationId xmlns:a16="http://schemas.microsoft.com/office/drawing/2014/main" id="{02B27B1A-4B92-45B7-BCF1-EA17094D9FA9}"/>
                </a:ext>
              </a:extLst>
            </p:cNvPr>
            <p:cNvSpPr/>
            <p:nvPr/>
          </p:nvSpPr>
          <p:spPr>
            <a:xfrm>
              <a:off x="10076030" y="2406112"/>
              <a:ext cx="1503534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b="1" i="1" baseline="-25000" dirty="0">
                <a:latin typeface="NimbusRomDOT-Reg"/>
              </a:endParaRPr>
            </a:p>
          </p:txBody>
        </p:sp>
      </p:grpSp>
      <p:sp>
        <p:nvSpPr>
          <p:cNvPr id="74" name="箭头: 下 73">
            <a:extLst>
              <a:ext uri="{FF2B5EF4-FFF2-40B4-BE49-F238E27FC236}">
                <a16:creationId xmlns:a16="http://schemas.microsoft.com/office/drawing/2014/main" id="{221837C9-0120-4DBF-BD88-2FDF2C1B314A}"/>
              </a:ext>
            </a:extLst>
          </p:cNvPr>
          <p:cNvSpPr/>
          <p:nvPr/>
        </p:nvSpPr>
        <p:spPr>
          <a:xfrm>
            <a:off x="8724861" y="3429000"/>
            <a:ext cx="496355" cy="470452"/>
          </a:xfrm>
          <a:prstGeom prst="downArrow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75" name="组合 74">
            <a:extLst>
              <a:ext uri="{FF2B5EF4-FFF2-40B4-BE49-F238E27FC236}">
                <a16:creationId xmlns:a16="http://schemas.microsoft.com/office/drawing/2014/main" id="{B01043F9-55B9-422D-A6B1-A0394447AEF7}"/>
              </a:ext>
            </a:extLst>
          </p:cNvPr>
          <p:cNvGrpSpPr/>
          <p:nvPr/>
        </p:nvGrpSpPr>
        <p:grpSpPr>
          <a:xfrm>
            <a:off x="5969767" y="4292790"/>
            <a:ext cx="5694359" cy="1655089"/>
            <a:chOff x="5885205" y="1226862"/>
            <a:chExt cx="5694359" cy="1655089"/>
          </a:xfrm>
        </p:grpSpPr>
        <p:grpSp>
          <p:nvGrpSpPr>
            <p:cNvPr id="76" name="组合 75">
              <a:extLst>
                <a:ext uri="{FF2B5EF4-FFF2-40B4-BE49-F238E27FC236}">
                  <a16:creationId xmlns:a16="http://schemas.microsoft.com/office/drawing/2014/main" id="{9ABC3E30-9477-4744-B8A6-C3CE38AA5A81}"/>
                </a:ext>
              </a:extLst>
            </p:cNvPr>
            <p:cNvGrpSpPr/>
            <p:nvPr/>
          </p:nvGrpSpPr>
          <p:grpSpPr>
            <a:xfrm>
              <a:off x="7486632" y="1226862"/>
              <a:ext cx="3113782" cy="470452"/>
              <a:chOff x="4454260" y="3788293"/>
              <a:chExt cx="3113782" cy="470452"/>
            </a:xfrm>
          </p:grpSpPr>
          <p:sp>
            <p:nvSpPr>
              <p:cNvPr id="84" name="矩形 83">
                <a:extLst>
                  <a:ext uri="{FF2B5EF4-FFF2-40B4-BE49-F238E27FC236}">
                    <a16:creationId xmlns:a16="http://schemas.microsoft.com/office/drawing/2014/main" id="{CDF6A6CE-83BA-4575-A7F7-9D51C5734BC0}"/>
                  </a:ext>
                </a:extLst>
              </p:cNvPr>
              <p:cNvSpPr/>
              <p:nvPr/>
            </p:nvSpPr>
            <p:spPr>
              <a:xfrm>
                <a:off x="6945192" y="3788293"/>
                <a:ext cx="622850" cy="470452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lvl="0" algn="ctr"/>
                <a:r>
                  <a:rPr lang="en-US" altLang="zh-CN" b="1" i="1" dirty="0">
                    <a:latin typeface="NimbusRomDOT-Reg"/>
                  </a:rPr>
                  <a:t>…</a:t>
                </a:r>
                <a:endParaRPr lang="zh-CN" altLang="en-US" b="1" i="1" baseline="-25000" dirty="0">
                  <a:solidFill>
                    <a:prstClr val="black"/>
                  </a:solidFill>
                  <a:latin typeface="NimbusRomDOT-Reg"/>
                </a:endParaRPr>
              </a:p>
            </p:txBody>
          </p:sp>
          <p:sp>
            <p:nvSpPr>
              <p:cNvPr id="85" name="矩形 84">
                <a:extLst>
                  <a:ext uri="{FF2B5EF4-FFF2-40B4-BE49-F238E27FC236}">
                    <a16:creationId xmlns:a16="http://schemas.microsoft.com/office/drawing/2014/main" id="{798416CD-97A8-4A89-82F3-48C5ED69D4DF}"/>
                  </a:ext>
                </a:extLst>
              </p:cNvPr>
              <p:cNvSpPr/>
              <p:nvPr/>
            </p:nvSpPr>
            <p:spPr>
              <a:xfrm>
                <a:off x="5699492" y="3788293"/>
                <a:ext cx="622850" cy="470452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b="1" i="1" dirty="0">
                    <a:latin typeface="NimbusRomDOT-Reg"/>
                  </a:rPr>
                  <a:t>…</a:t>
                </a:r>
                <a:endParaRPr lang="zh-CN" altLang="en-US" b="1" i="1" baseline="-25000" dirty="0">
                  <a:latin typeface="NimbusRomDOT-Reg"/>
                </a:endParaRPr>
              </a:p>
            </p:txBody>
          </p:sp>
          <p:sp>
            <p:nvSpPr>
              <p:cNvPr id="87" name="矩形 86">
                <a:extLst>
                  <a:ext uri="{FF2B5EF4-FFF2-40B4-BE49-F238E27FC236}">
                    <a16:creationId xmlns:a16="http://schemas.microsoft.com/office/drawing/2014/main" id="{1719F121-5503-4F9C-AEB6-9529D9058C56}"/>
                  </a:ext>
                </a:extLst>
              </p:cNvPr>
              <p:cNvSpPr/>
              <p:nvPr/>
            </p:nvSpPr>
            <p:spPr>
              <a:xfrm>
                <a:off x="4454260" y="3788293"/>
                <a:ext cx="622850" cy="470452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b="1" i="1" dirty="0">
                    <a:latin typeface="NimbusRomDOT-Reg"/>
                  </a:rPr>
                  <a:t>…</a:t>
                </a:r>
                <a:endParaRPr lang="zh-CN" altLang="en-US" b="1" i="1" baseline="-25000" dirty="0">
                  <a:latin typeface="NimbusRomDOT-Reg"/>
                </a:endParaRPr>
              </a:p>
            </p:txBody>
          </p:sp>
          <p:sp>
            <p:nvSpPr>
              <p:cNvPr id="89" name="矩形 88">
                <a:extLst>
                  <a:ext uri="{FF2B5EF4-FFF2-40B4-BE49-F238E27FC236}">
                    <a16:creationId xmlns:a16="http://schemas.microsoft.com/office/drawing/2014/main" id="{A66C8F95-402C-4036-837B-0ABF464C03B9}"/>
                  </a:ext>
                </a:extLst>
              </p:cNvPr>
              <p:cNvSpPr/>
              <p:nvPr/>
            </p:nvSpPr>
            <p:spPr>
              <a:xfrm>
                <a:off x="5077110" y="3788293"/>
                <a:ext cx="622850" cy="470452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b="1" i="1" dirty="0">
                    <a:latin typeface="NimbusRomDOT-Reg"/>
                  </a:rPr>
                  <a:t>…</a:t>
                </a:r>
                <a:endParaRPr lang="zh-CN" altLang="en-US" b="1" i="1" baseline="-25000" dirty="0">
                  <a:latin typeface="NimbusRomDOT-Reg"/>
                </a:endParaRPr>
              </a:p>
            </p:txBody>
          </p:sp>
          <p:sp>
            <p:nvSpPr>
              <p:cNvPr id="90" name="矩形 89">
                <a:extLst>
                  <a:ext uri="{FF2B5EF4-FFF2-40B4-BE49-F238E27FC236}">
                    <a16:creationId xmlns:a16="http://schemas.microsoft.com/office/drawing/2014/main" id="{F26F95BD-EBDF-444A-82D8-CE8029EC49CD}"/>
                  </a:ext>
                </a:extLst>
              </p:cNvPr>
              <p:cNvSpPr/>
              <p:nvPr/>
            </p:nvSpPr>
            <p:spPr>
              <a:xfrm>
                <a:off x="6320160" y="3788293"/>
                <a:ext cx="622850" cy="470452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b="1" i="1" dirty="0">
                    <a:latin typeface="NimbusRomDOT-Reg"/>
                  </a:rPr>
                  <a:t>…</a:t>
                </a:r>
                <a:endParaRPr lang="zh-CN" altLang="en-US" b="1" i="1" baseline="-25000" dirty="0">
                  <a:latin typeface="NimbusRomDOT-Reg"/>
                </a:endParaRPr>
              </a:p>
            </p:txBody>
          </p:sp>
        </p:grpSp>
        <p:cxnSp>
          <p:nvCxnSpPr>
            <p:cNvPr id="77" name="直接箭头连接符 76">
              <a:extLst>
                <a:ext uri="{FF2B5EF4-FFF2-40B4-BE49-F238E27FC236}">
                  <a16:creationId xmlns:a16="http://schemas.microsoft.com/office/drawing/2014/main" id="{EBBDB0E8-E366-4AB9-A713-EA72441EED89}"/>
                </a:ext>
              </a:extLst>
            </p:cNvPr>
            <p:cNvCxnSpPr>
              <a:cxnSpLocks/>
              <a:stCxn id="85" idx="2"/>
              <a:endCxn id="83" idx="0"/>
            </p:cNvCxnSpPr>
            <p:nvPr/>
          </p:nvCxnSpPr>
          <p:spPr>
            <a:xfrm>
              <a:off x="9043289" y="1697314"/>
              <a:ext cx="1784508" cy="708798"/>
            </a:xfrm>
            <a:prstGeom prst="straightConnector1">
              <a:avLst/>
            </a:prstGeom>
            <a:ln w="25400">
              <a:solidFill>
                <a:schemeClr val="tx1"/>
              </a:solidFill>
              <a:headEnd type="oval"/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直接箭头连接符 77">
              <a:extLst>
                <a:ext uri="{FF2B5EF4-FFF2-40B4-BE49-F238E27FC236}">
                  <a16:creationId xmlns:a16="http://schemas.microsoft.com/office/drawing/2014/main" id="{C98F518D-525B-4231-BBEB-9645B6130B2F}"/>
                </a:ext>
              </a:extLst>
            </p:cNvPr>
            <p:cNvCxnSpPr>
              <a:cxnSpLocks/>
              <a:stCxn id="87" idx="2"/>
              <a:endCxn id="81" idx="0"/>
            </p:cNvCxnSpPr>
            <p:nvPr/>
          </p:nvCxnSpPr>
          <p:spPr>
            <a:xfrm flipH="1">
              <a:off x="6636972" y="1697314"/>
              <a:ext cx="1161085" cy="714185"/>
            </a:xfrm>
            <a:prstGeom prst="straightConnector1">
              <a:avLst/>
            </a:prstGeom>
            <a:ln w="25400">
              <a:solidFill>
                <a:schemeClr val="tx1"/>
              </a:solidFill>
              <a:headEnd type="oval"/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1" name="矩形 80">
              <a:extLst>
                <a:ext uri="{FF2B5EF4-FFF2-40B4-BE49-F238E27FC236}">
                  <a16:creationId xmlns:a16="http://schemas.microsoft.com/office/drawing/2014/main" id="{06849304-961C-47C3-B58D-1D4A94AAB548}"/>
                </a:ext>
              </a:extLst>
            </p:cNvPr>
            <p:cNvSpPr/>
            <p:nvPr/>
          </p:nvSpPr>
          <p:spPr>
            <a:xfrm>
              <a:off x="5885205" y="2411499"/>
              <a:ext cx="1503534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b="1" i="1" baseline="-25000" dirty="0">
                <a:latin typeface="NimbusRomDOT-Reg"/>
              </a:endParaRPr>
            </a:p>
          </p:txBody>
        </p:sp>
        <p:sp>
          <p:nvSpPr>
            <p:cNvPr id="83" name="矩形 82">
              <a:extLst>
                <a:ext uri="{FF2B5EF4-FFF2-40B4-BE49-F238E27FC236}">
                  <a16:creationId xmlns:a16="http://schemas.microsoft.com/office/drawing/2014/main" id="{715B3BDE-286A-4C84-9E2E-4C4D0A31390A}"/>
                </a:ext>
              </a:extLst>
            </p:cNvPr>
            <p:cNvSpPr/>
            <p:nvPr/>
          </p:nvSpPr>
          <p:spPr>
            <a:xfrm>
              <a:off x="10076030" y="2406112"/>
              <a:ext cx="1503534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b="1" i="1" baseline="-25000" dirty="0">
                <a:latin typeface="NimbusRomDOT-Reg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505650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" grpId="0" animBg="1"/>
      <p:bldP spid="58" grpId="0" animBg="1"/>
      <p:bldP spid="59" grpId="0"/>
      <p:bldP spid="74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>
            <a:extLst>
              <a:ext uri="{FF2B5EF4-FFF2-40B4-BE49-F238E27FC236}">
                <a16:creationId xmlns:a16="http://schemas.microsoft.com/office/drawing/2014/main" id="{4F158BFB-C9B7-4F14-ACD1-B76807651920}"/>
              </a:ext>
            </a:extLst>
          </p:cNvPr>
          <p:cNvGrpSpPr/>
          <p:nvPr/>
        </p:nvGrpSpPr>
        <p:grpSpPr>
          <a:xfrm>
            <a:off x="4339229" y="1599100"/>
            <a:ext cx="3419746" cy="476404"/>
            <a:chOff x="4434894" y="4609182"/>
            <a:chExt cx="3419746" cy="476404"/>
          </a:xfrm>
        </p:grpSpPr>
        <p:sp>
          <p:nvSpPr>
            <p:cNvPr id="65" name="矩形 64">
              <a:extLst>
                <a:ext uri="{FF2B5EF4-FFF2-40B4-BE49-F238E27FC236}">
                  <a16:creationId xmlns:a16="http://schemas.microsoft.com/office/drawing/2014/main" id="{02B27B1A-4B92-45B7-BCF1-EA17094D9FA9}"/>
                </a:ext>
              </a:extLst>
            </p:cNvPr>
            <p:cNvSpPr/>
            <p:nvPr/>
          </p:nvSpPr>
          <p:spPr>
            <a:xfrm>
              <a:off x="6409058" y="4615134"/>
              <a:ext cx="528582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b="1" i="1" dirty="0">
                  <a:latin typeface="NimbusRomDOT-Reg"/>
                </a:rPr>
                <a:t>N</a:t>
              </a:r>
              <a:endParaRPr lang="zh-CN" altLang="en-US" b="1" i="1" dirty="0">
                <a:latin typeface="NimbusRomDOT-Reg"/>
              </a:endParaRPr>
            </a:p>
          </p:txBody>
        </p:sp>
        <p:sp>
          <p:nvSpPr>
            <p:cNvPr id="66" name="矩形 65">
              <a:extLst>
                <a:ext uri="{FF2B5EF4-FFF2-40B4-BE49-F238E27FC236}">
                  <a16:creationId xmlns:a16="http://schemas.microsoft.com/office/drawing/2014/main" id="{FBB83373-B85B-46DB-A9B7-AA1B702D0FF1}"/>
                </a:ext>
              </a:extLst>
            </p:cNvPr>
            <p:cNvSpPr/>
            <p:nvPr/>
          </p:nvSpPr>
          <p:spPr>
            <a:xfrm>
              <a:off x="6937640" y="4609182"/>
              <a:ext cx="917000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b="1" i="1" dirty="0">
                  <a:latin typeface="NimbusRomDOT-Reg"/>
                </a:rPr>
                <a:t>…</a:t>
              </a:r>
              <a:endParaRPr lang="zh-CN" altLang="en-US" b="1" i="1" dirty="0">
                <a:latin typeface="NimbusRomDOT-Reg"/>
              </a:endParaRPr>
            </a:p>
          </p:txBody>
        </p:sp>
        <p:sp>
          <p:nvSpPr>
            <p:cNvPr id="67" name="矩形 66">
              <a:extLst>
                <a:ext uri="{FF2B5EF4-FFF2-40B4-BE49-F238E27FC236}">
                  <a16:creationId xmlns:a16="http://schemas.microsoft.com/office/drawing/2014/main" id="{C22C5B9F-5BD8-4F34-AE53-9F48D33E7B86}"/>
                </a:ext>
              </a:extLst>
            </p:cNvPr>
            <p:cNvSpPr/>
            <p:nvPr/>
          </p:nvSpPr>
          <p:spPr>
            <a:xfrm>
              <a:off x="4434894" y="4612994"/>
              <a:ext cx="917000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b="1" i="1" dirty="0">
                  <a:latin typeface="NimbusRomDOT-Reg"/>
                </a:rPr>
                <a:t>…</a:t>
              </a:r>
              <a:endParaRPr lang="zh-CN" altLang="en-US" b="1" i="1" dirty="0">
                <a:latin typeface="NimbusRomDOT-Reg"/>
              </a:endParaRPr>
            </a:p>
          </p:txBody>
        </p:sp>
        <p:sp>
          <p:nvSpPr>
            <p:cNvPr id="68" name="矩形 67">
              <a:extLst>
                <a:ext uri="{FF2B5EF4-FFF2-40B4-BE49-F238E27FC236}">
                  <a16:creationId xmlns:a16="http://schemas.microsoft.com/office/drawing/2014/main" id="{B8AFE0FE-6DCA-4C49-A6BD-0B6C2129A52D}"/>
                </a:ext>
              </a:extLst>
            </p:cNvPr>
            <p:cNvSpPr/>
            <p:nvPr/>
          </p:nvSpPr>
          <p:spPr>
            <a:xfrm>
              <a:off x="5351894" y="4615134"/>
              <a:ext cx="528582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b="1" i="1" dirty="0">
                  <a:latin typeface="NimbusRomDOT-Reg"/>
                </a:rPr>
                <a:t>N’</a:t>
              </a:r>
              <a:endParaRPr lang="zh-CN" altLang="en-US" b="1" i="1" dirty="0">
                <a:latin typeface="NimbusRomDOT-Reg"/>
              </a:endParaRPr>
            </a:p>
          </p:txBody>
        </p:sp>
        <p:sp>
          <p:nvSpPr>
            <p:cNvPr id="69" name="矩形 68">
              <a:extLst>
                <a:ext uri="{FF2B5EF4-FFF2-40B4-BE49-F238E27FC236}">
                  <a16:creationId xmlns:a16="http://schemas.microsoft.com/office/drawing/2014/main" id="{3DF31640-8116-4314-BA3A-E23A18052619}"/>
                </a:ext>
              </a:extLst>
            </p:cNvPr>
            <p:cNvSpPr/>
            <p:nvPr/>
          </p:nvSpPr>
          <p:spPr>
            <a:xfrm>
              <a:off x="5880476" y="4609182"/>
              <a:ext cx="528582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b="1" i="1" dirty="0">
                  <a:latin typeface="NimbusRomDOT-Reg"/>
                </a:rPr>
                <a:t>K’</a:t>
              </a:r>
              <a:endParaRPr lang="zh-CN" altLang="en-US" b="1" i="1" dirty="0">
                <a:latin typeface="NimbusRomDOT-Reg"/>
              </a:endParaRPr>
            </a:p>
          </p:txBody>
        </p:sp>
      </p:grp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C82B485-330C-4F7C-AD75-86FB6EFA3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E90535-F0D3-4D5D-979B-81AE4D432DC8}" type="datetime1">
              <a:rPr lang="zh-CN" altLang="en-US" smtClean="0"/>
              <a:t>2024/5/8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9398CB-94F3-4CE3-9880-9F79A418A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Tree Indices</a:t>
            </a:r>
            <a:endParaRPr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98061EF-E67D-4B6D-B836-FE67DC6C8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5A79-C12E-4282-8451-1BC984B858F9}" type="slidenum">
              <a:rPr lang="zh-CN" altLang="en-US" smtClean="0"/>
              <a:t>30</a:t>
            </a:fld>
            <a:endParaRPr lang="zh-CN" altLang="en-US" dirty="0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4D63A6BA-E7A8-4199-A9F7-13D20F493D3D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28878" y="0"/>
            <a:ext cx="5526426" cy="1325563"/>
          </a:xfrm>
        </p:spPr>
        <p:txBody>
          <a:bodyPr/>
          <a:lstStyle/>
          <a:p>
            <a:r>
              <a:rPr lang="en-US" altLang="zh-CN" dirty="0"/>
              <a:t>Merge with sibling</a:t>
            </a:r>
            <a:endParaRPr lang="zh-CN" altLang="en-US" dirty="0"/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D49D69E9-5C34-4447-9E99-6CDAEB61DA01}"/>
              </a:ext>
            </a:extLst>
          </p:cNvPr>
          <p:cNvGrpSpPr/>
          <p:nvPr/>
        </p:nvGrpSpPr>
        <p:grpSpPr>
          <a:xfrm>
            <a:off x="6671482" y="2731543"/>
            <a:ext cx="4359950" cy="470452"/>
            <a:chOff x="3604600" y="3788293"/>
            <a:chExt cx="4359950" cy="470452"/>
          </a:xfrm>
        </p:grpSpPr>
        <p:sp>
          <p:nvSpPr>
            <p:cNvPr id="27" name="矩形 26">
              <a:extLst>
                <a:ext uri="{FF2B5EF4-FFF2-40B4-BE49-F238E27FC236}">
                  <a16:creationId xmlns:a16="http://schemas.microsoft.com/office/drawing/2014/main" id="{B0CBB914-5EC1-4BAA-AF8C-4FD779D04839}"/>
                </a:ext>
              </a:extLst>
            </p:cNvPr>
            <p:cNvSpPr/>
            <p:nvPr/>
          </p:nvSpPr>
          <p:spPr>
            <a:xfrm>
              <a:off x="7341700" y="3788293"/>
              <a:ext cx="622850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lvl="0" algn="ctr"/>
              <a:endParaRPr lang="zh-CN" altLang="en-US" b="1" i="1" baseline="-25000" dirty="0">
                <a:solidFill>
                  <a:prstClr val="black"/>
                </a:solidFill>
                <a:latin typeface="NimbusRomDOT-Reg"/>
              </a:endParaRPr>
            </a:p>
          </p:txBody>
        </p:sp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D22AAD62-D706-4D04-930F-C6AA1F1BED3D}"/>
                </a:ext>
              </a:extLst>
            </p:cNvPr>
            <p:cNvSpPr/>
            <p:nvPr/>
          </p:nvSpPr>
          <p:spPr>
            <a:xfrm>
              <a:off x="6096000" y="3788293"/>
              <a:ext cx="622850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lvl="0" algn="ctr"/>
              <a:r>
                <a:rPr lang="en-US" altLang="zh-CN" b="1" i="1" dirty="0">
                  <a:solidFill>
                    <a:srgbClr val="00B0F0"/>
                  </a:solidFill>
                  <a:latin typeface="NimbusRomDOT-Reg"/>
                  <a:cs typeface="Arial" panose="020B0604020202020204" pitchFamily="34" charset="0"/>
                </a:rPr>
                <a:t>P</a:t>
              </a:r>
              <a:r>
                <a:rPr lang="en-US" altLang="zh-CN" sz="1200" b="1" baseline="-25000" dirty="0">
                  <a:solidFill>
                    <a:srgbClr val="00B0F0"/>
                  </a:solidFill>
                  <a:latin typeface="NimbusRomDOT-Reg"/>
                  <a:cs typeface="Arial" panose="020B0604020202020204" pitchFamily="34" charset="0"/>
                </a:rPr>
                <a:t>⌈</a:t>
              </a:r>
              <a:r>
                <a:rPr lang="en-US" altLang="zh-CN" sz="1200" b="1" i="1" baseline="-25000" dirty="0">
                  <a:solidFill>
                    <a:srgbClr val="00B0F0"/>
                  </a:solidFill>
                  <a:latin typeface="NimbusRomDOT-Reg"/>
                  <a:cs typeface="Arial" panose="020B0604020202020204" pitchFamily="34" charset="0"/>
                </a:rPr>
                <a:t>n</a:t>
              </a:r>
              <a:r>
                <a:rPr lang="en-US" altLang="zh-CN" sz="1200" b="1" baseline="-25000" dirty="0">
                  <a:solidFill>
                    <a:srgbClr val="00B0F0"/>
                  </a:solidFill>
                  <a:latin typeface="NimbusRomDOT-Reg"/>
                  <a:cs typeface="Arial" panose="020B0604020202020204" pitchFamily="34" charset="0"/>
                </a:rPr>
                <a:t>∕2⌉-1</a:t>
              </a:r>
              <a:endParaRPr lang="zh-CN" altLang="en-US" b="1" i="1" baseline="-25000" dirty="0">
                <a:solidFill>
                  <a:srgbClr val="00B0F0"/>
                </a:solidFill>
                <a:latin typeface="NimbusRomDOT-Reg"/>
              </a:endParaRPr>
            </a:p>
          </p:txBody>
        </p:sp>
        <p:sp>
          <p:nvSpPr>
            <p:cNvPr id="29" name="矩形 28">
              <a:extLst>
                <a:ext uri="{FF2B5EF4-FFF2-40B4-BE49-F238E27FC236}">
                  <a16:creationId xmlns:a16="http://schemas.microsoft.com/office/drawing/2014/main" id="{F93411BD-672D-4D3D-95DB-83F50497D900}"/>
                </a:ext>
              </a:extLst>
            </p:cNvPr>
            <p:cNvSpPr/>
            <p:nvPr/>
          </p:nvSpPr>
          <p:spPr>
            <a:xfrm>
              <a:off x="5473150" y="3788293"/>
              <a:ext cx="622850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b="1" i="1" dirty="0">
                  <a:latin typeface="NimbusRomDOT-Reg"/>
                </a:rPr>
                <a:t>…</a:t>
              </a:r>
              <a:endParaRPr lang="zh-CN" altLang="en-US" b="1" i="1" dirty="0">
                <a:latin typeface="NimbusRomDOT-Reg"/>
              </a:endParaRPr>
            </a:p>
          </p:txBody>
        </p:sp>
        <p:sp>
          <p:nvSpPr>
            <p:cNvPr id="30" name="矩形 29">
              <a:extLst>
                <a:ext uri="{FF2B5EF4-FFF2-40B4-BE49-F238E27FC236}">
                  <a16:creationId xmlns:a16="http://schemas.microsoft.com/office/drawing/2014/main" id="{8302A4F3-99D4-4B19-87F4-A10F61D398FF}"/>
                </a:ext>
              </a:extLst>
            </p:cNvPr>
            <p:cNvSpPr/>
            <p:nvPr/>
          </p:nvSpPr>
          <p:spPr>
            <a:xfrm>
              <a:off x="3604600" y="3788293"/>
              <a:ext cx="622850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b="1" i="1" dirty="0">
                  <a:solidFill>
                    <a:srgbClr val="00B0F0"/>
                  </a:solidFill>
                  <a:latin typeface="NimbusRomDOT-Reg"/>
                </a:rPr>
                <a:t>P</a:t>
              </a:r>
              <a:r>
                <a:rPr lang="en-US" altLang="zh-CN" b="1" i="1" baseline="-25000" dirty="0">
                  <a:solidFill>
                    <a:srgbClr val="00B0F0"/>
                  </a:solidFill>
                  <a:latin typeface="NimbusRomDOT-Reg"/>
                </a:rPr>
                <a:t>1</a:t>
              </a:r>
              <a:endParaRPr lang="zh-CN" altLang="en-US" b="1" i="1" baseline="-25000" dirty="0">
                <a:solidFill>
                  <a:srgbClr val="00B0F0"/>
                </a:solidFill>
                <a:latin typeface="NimbusRomDOT-Reg"/>
              </a:endParaRPr>
            </a:p>
          </p:txBody>
        </p:sp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B99D6A06-9BD6-49FD-9425-094C2F520519}"/>
                </a:ext>
              </a:extLst>
            </p:cNvPr>
            <p:cNvSpPr/>
            <p:nvPr/>
          </p:nvSpPr>
          <p:spPr>
            <a:xfrm>
              <a:off x="4850300" y="3788293"/>
              <a:ext cx="622850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b="1" i="1" dirty="0">
                  <a:solidFill>
                    <a:srgbClr val="00B0F0"/>
                  </a:solidFill>
                  <a:latin typeface="NimbusRomDOT-Reg"/>
                </a:rPr>
                <a:t>P</a:t>
              </a:r>
              <a:r>
                <a:rPr lang="en-US" altLang="zh-CN" b="1" i="1" baseline="-25000" dirty="0">
                  <a:solidFill>
                    <a:srgbClr val="00B0F0"/>
                  </a:solidFill>
                  <a:latin typeface="NimbusRomDOT-Reg"/>
                </a:rPr>
                <a:t>2</a:t>
              </a:r>
              <a:endParaRPr lang="zh-CN" altLang="en-US" b="1" i="1" baseline="-25000" dirty="0">
                <a:solidFill>
                  <a:srgbClr val="00B0F0"/>
                </a:solidFill>
                <a:latin typeface="NimbusRomDOT-Reg"/>
              </a:endParaRPr>
            </a:p>
          </p:txBody>
        </p:sp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AD6E6633-0402-4FF6-BDEF-D08831D663F7}"/>
                </a:ext>
              </a:extLst>
            </p:cNvPr>
            <p:cNvSpPr/>
            <p:nvPr/>
          </p:nvSpPr>
          <p:spPr>
            <a:xfrm>
              <a:off x="4227450" y="3788293"/>
              <a:ext cx="622850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b="1" i="1" dirty="0">
                  <a:solidFill>
                    <a:srgbClr val="00B0F0"/>
                  </a:solidFill>
                  <a:latin typeface="NimbusRomDOT-Reg"/>
                </a:rPr>
                <a:t>K</a:t>
              </a:r>
              <a:r>
                <a:rPr lang="en-US" altLang="zh-CN" b="1" i="1" baseline="-25000" dirty="0">
                  <a:solidFill>
                    <a:srgbClr val="00B0F0"/>
                  </a:solidFill>
                  <a:latin typeface="NimbusRomDOT-Reg"/>
                </a:rPr>
                <a:t>1</a:t>
              </a:r>
              <a:endParaRPr lang="zh-CN" altLang="en-US" b="1" i="1" baseline="-25000" dirty="0">
                <a:solidFill>
                  <a:srgbClr val="00B0F0"/>
                </a:solidFill>
                <a:latin typeface="NimbusRomDOT-Reg"/>
              </a:endParaRPr>
            </a:p>
          </p:txBody>
        </p:sp>
        <p:sp>
          <p:nvSpPr>
            <p:cNvPr id="33" name="矩形 32">
              <a:extLst>
                <a:ext uri="{FF2B5EF4-FFF2-40B4-BE49-F238E27FC236}">
                  <a16:creationId xmlns:a16="http://schemas.microsoft.com/office/drawing/2014/main" id="{BC67FFD0-0C79-4D8B-B0D3-DA47956FD967}"/>
                </a:ext>
              </a:extLst>
            </p:cNvPr>
            <p:cNvSpPr/>
            <p:nvPr/>
          </p:nvSpPr>
          <p:spPr>
            <a:xfrm>
              <a:off x="6716668" y="3788293"/>
              <a:ext cx="622850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b="1" i="1" baseline="-25000" dirty="0">
                <a:latin typeface="NimbusRomDOT-Reg"/>
              </a:endParaRPr>
            </a:p>
          </p:txBody>
        </p:sp>
      </p:grp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B042A6BE-F0DE-4939-8D2F-583B96E52487}"/>
              </a:ext>
            </a:extLst>
          </p:cNvPr>
          <p:cNvCxnSpPr>
            <a:cxnSpLocks/>
            <a:stCxn id="68" idx="2"/>
            <a:endCxn id="79" idx="0"/>
          </p:cNvCxnSpPr>
          <p:nvPr/>
        </p:nvCxnSpPr>
        <p:spPr>
          <a:xfrm flipH="1">
            <a:off x="3415763" y="2075504"/>
            <a:ext cx="2104757" cy="684804"/>
          </a:xfrm>
          <a:prstGeom prst="straightConnector1">
            <a:avLst/>
          </a:prstGeom>
          <a:ln w="25400">
            <a:solidFill>
              <a:schemeClr val="tx1"/>
            </a:solidFill>
            <a:headEnd type="oval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3B96E2A9-7507-4D88-B5AC-C5E4F9830BEC}"/>
              </a:ext>
            </a:extLst>
          </p:cNvPr>
          <p:cNvCxnSpPr>
            <a:cxnSpLocks/>
            <a:stCxn id="65" idx="2"/>
            <a:endCxn id="29" idx="0"/>
          </p:cNvCxnSpPr>
          <p:nvPr/>
        </p:nvCxnSpPr>
        <p:spPr>
          <a:xfrm>
            <a:off x="6577684" y="2075504"/>
            <a:ext cx="2273773" cy="656039"/>
          </a:xfrm>
          <a:prstGeom prst="straightConnector1">
            <a:avLst/>
          </a:prstGeom>
          <a:ln w="25400">
            <a:solidFill>
              <a:schemeClr val="tx1"/>
            </a:solidFill>
            <a:headEnd type="oval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矩形 53">
            <a:extLst>
              <a:ext uri="{FF2B5EF4-FFF2-40B4-BE49-F238E27FC236}">
                <a16:creationId xmlns:a16="http://schemas.microsoft.com/office/drawing/2014/main" id="{437CAB6E-2BA4-4223-8F5B-FAFFEA17B391}"/>
              </a:ext>
            </a:extLst>
          </p:cNvPr>
          <p:cNvSpPr/>
          <p:nvPr/>
        </p:nvSpPr>
        <p:spPr>
          <a:xfrm>
            <a:off x="8776238" y="3209508"/>
            <a:ext cx="38664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i="1" dirty="0">
                <a:solidFill>
                  <a:srgbClr val="FF0000"/>
                </a:solidFill>
                <a:latin typeface="NimbusRomDOT-Reg"/>
                <a:cs typeface="Arial" panose="020B0604020202020204" pitchFamily="34" charset="0"/>
              </a:rPr>
              <a:t>N</a:t>
            </a:r>
            <a:endParaRPr lang="zh-CN" altLang="en-US" sz="2400" dirty="0"/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88052872-D607-452E-B43C-AFE234757C04}"/>
              </a:ext>
            </a:extLst>
          </p:cNvPr>
          <p:cNvGrpSpPr/>
          <p:nvPr/>
        </p:nvGrpSpPr>
        <p:grpSpPr>
          <a:xfrm>
            <a:off x="444915" y="1093185"/>
            <a:ext cx="6096000" cy="369332"/>
            <a:chOff x="2424913" y="265721"/>
            <a:chExt cx="6096000" cy="369332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309913B2-19B3-4BE6-89BD-0848BF19F858}"/>
                </a:ext>
              </a:extLst>
            </p:cNvPr>
            <p:cNvSpPr/>
            <p:nvPr/>
          </p:nvSpPr>
          <p:spPr>
            <a:xfrm>
              <a:off x="2424913" y="265721"/>
              <a:ext cx="6096000" cy="369332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marL="285750" lvl="1" indent="-285750">
                <a:lnSpc>
                  <a:spcPct val="100000"/>
                </a:lnSpc>
                <a:spcBef>
                  <a:spcPts val="1800"/>
                </a:spcBef>
                <a:buFont typeface="Wingdings" panose="05000000000000000000" pitchFamily="2" charset="2"/>
                <a:buChar char="l"/>
              </a:pPr>
              <a:r>
                <a:rPr lang="en-US" altLang="en-US" dirty="0">
                  <a:latin typeface="Arial" panose="020B0604020202020204" pitchFamily="34" charset="0"/>
                  <a:cs typeface="Arial" panose="020B0604020202020204" pitchFamily="34" charset="0"/>
                </a:rPr>
                <a:t>Each internal node has                children.</a:t>
              </a:r>
            </a:p>
          </p:txBody>
        </p:sp>
        <p:pic>
          <p:nvPicPr>
            <p:cNvPr id="56" name="Picture 4" descr="http://www.sciweavers.org/upload/Tex2Img_1618646854/eqn.png">
              <a:extLst>
                <a:ext uri="{FF2B5EF4-FFF2-40B4-BE49-F238E27FC236}">
                  <a16:creationId xmlns:a16="http://schemas.microsoft.com/office/drawing/2014/main" id="{24DEBB78-913B-4D19-ADA2-3403F0B1F21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18887" y="265721"/>
              <a:ext cx="1027872" cy="36869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70" name="组合 69">
            <a:extLst>
              <a:ext uri="{FF2B5EF4-FFF2-40B4-BE49-F238E27FC236}">
                <a16:creationId xmlns:a16="http://schemas.microsoft.com/office/drawing/2014/main" id="{5F830678-943A-499C-BFAF-BC06759750F9}"/>
              </a:ext>
            </a:extLst>
          </p:cNvPr>
          <p:cNvGrpSpPr/>
          <p:nvPr/>
        </p:nvGrpSpPr>
        <p:grpSpPr>
          <a:xfrm>
            <a:off x="1235788" y="2760308"/>
            <a:ext cx="4359950" cy="470452"/>
            <a:chOff x="3604600" y="3788293"/>
            <a:chExt cx="4359950" cy="470452"/>
          </a:xfrm>
        </p:grpSpPr>
        <p:sp>
          <p:nvSpPr>
            <p:cNvPr id="71" name="矩形 70">
              <a:extLst>
                <a:ext uri="{FF2B5EF4-FFF2-40B4-BE49-F238E27FC236}">
                  <a16:creationId xmlns:a16="http://schemas.microsoft.com/office/drawing/2014/main" id="{DF22C36B-5B53-4137-9875-3FD0C727C82B}"/>
                </a:ext>
              </a:extLst>
            </p:cNvPr>
            <p:cNvSpPr/>
            <p:nvPr/>
          </p:nvSpPr>
          <p:spPr>
            <a:xfrm>
              <a:off x="7341700" y="3788293"/>
              <a:ext cx="622850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lvl="0" algn="ctr"/>
              <a:endParaRPr lang="zh-CN" altLang="en-US" b="1" i="1" baseline="-25000" dirty="0">
                <a:solidFill>
                  <a:prstClr val="black"/>
                </a:solidFill>
                <a:latin typeface="NimbusRomDOT-Reg"/>
              </a:endParaRPr>
            </a:p>
          </p:txBody>
        </p:sp>
        <p:sp>
          <p:nvSpPr>
            <p:cNvPr id="72" name="矩形 71">
              <a:extLst>
                <a:ext uri="{FF2B5EF4-FFF2-40B4-BE49-F238E27FC236}">
                  <a16:creationId xmlns:a16="http://schemas.microsoft.com/office/drawing/2014/main" id="{9EEFE5F5-FA7E-4A53-A368-0CCB452D3137}"/>
                </a:ext>
              </a:extLst>
            </p:cNvPr>
            <p:cNvSpPr/>
            <p:nvPr/>
          </p:nvSpPr>
          <p:spPr>
            <a:xfrm>
              <a:off x="6096000" y="3788293"/>
              <a:ext cx="622850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b="1" i="1" baseline="-25000" dirty="0">
                <a:latin typeface="NimbusRomDOT-Reg"/>
              </a:endParaRPr>
            </a:p>
          </p:txBody>
        </p:sp>
        <p:sp>
          <p:nvSpPr>
            <p:cNvPr id="79" name="矩形 78">
              <a:extLst>
                <a:ext uri="{FF2B5EF4-FFF2-40B4-BE49-F238E27FC236}">
                  <a16:creationId xmlns:a16="http://schemas.microsoft.com/office/drawing/2014/main" id="{6C769D96-4917-429F-8F0D-CA7F38CF931E}"/>
                </a:ext>
              </a:extLst>
            </p:cNvPr>
            <p:cNvSpPr/>
            <p:nvPr/>
          </p:nvSpPr>
          <p:spPr>
            <a:xfrm>
              <a:off x="5473150" y="3788293"/>
              <a:ext cx="622850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b="1" i="1" dirty="0">
                <a:latin typeface="NimbusRomDOT-Reg"/>
              </a:endParaRPr>
            </a:p>
          </p:txBody>
        </p:sp>
        <p:sp>
          <p:nvSpPr>
            <p:cNvPr id="80" name="矩形 79">
              <a:extLst>
                <a:ext uri="{FF2B5EF4-FFF2-40B4-BE49-F238E27FC236}">
                  <a16:creationId xmlns:a16="http://schemas.microsoft.com/office/drawing/2014/main" id="{5BAD9BC2-AA3A-4AD5-990F-F59016C221C9}"/>
                </a:ext>
              </a:extLst>
            </p:cNvPr>
            <p:cNvSpPr/>
            <p:nvPr/>
          </p:nvSpPr>
          <p:spPr>
            <a:xfrm>
              <a:off x="3604600" y="3788293"/>
              <a:ext cx="622850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b="1" i="1" dirty="0">
                  <a:solidFill>
                    <a:srgbClr val="00B050"/>
                  </a:solidFill>
                  <a:latin typeface="NimbusRomDOT-Reg"/>
                </a:rPr>
                <a:t>P</a:t>
              </a:r>
              <a:r>
                <a:rPr lang="en-US" altLang="zh-CN" b="1" i="1" baseline="-25000" dirty="0">
                  <a:solidFill>
                    <a:srgbClr val="00B050"/>
                  </a:solidFill>
                  <a:latin typeface="NimbusRomDOT-Reg"/>
                </a:rPr>
                <a:t>1</a:t>
              </a:r>
              <a:endParaRPr lang="zh-CN" altLang="en-US" b="1" i="1" baseline="-25000" dirty="0">
                <a:solidFill>
                  <a:srgbClr val="00B050"/>
                </a:solidFill>
                <a:latin typeface="NimbusRomDOT-Reg"/>
              </a:endParaRPr>
            </a:p>
          </p:txBody>
        </p:sp>
        <p:sp>
          <p:nvSpPr>
            <p:cNvPr id="82" name="矩形 81">
              <a:extLst>
                <a:ext uri="{FF2B5EF4-FFF2-40B4-BE49-F238E27FC236}">
                  <a16:creationId xmlns:a16="http://schemas.microsoft.com/office/drawing/2014/main" id="{81D27FC0-C383-4C71-8D67-092C277CAA89}"/>
                </a:ext>
              </a:extLst>
            </p:cNvPr>
            <p:cNvSpPr/>
            <p:nvPr/>
          </p:nvSpPr>
          <p:spPr>
            <a:xfrm>
              <a:off x="4850300" y="3788293"/>
              <a:ext cx="622850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b="1" i="1" dirty="0">
                  <a:latin typeface="NimbusRomDOT-Reg"/>
                </a:rPr>
                <a:t>…</a:t>
              </a:r>
              <a:endParaRPr lang="zh-CN" altLang="en-US" b="1" i="1" dirty="0">
                <a:latin typeface="NimbusRomDOT-Reg"/>
              </a:endParaRPr>
            </a:p>
          </p:txBody>
        </p:sp>
        <p:sp>
          <p:nvSpPr>
            <p:cNvPr id="86" name="矩形 85">
              <a:extLst>
                <a:ext uri="{FF2B5EF4-FFF2-40B4-BE49-F238E27FC236}">
                  <a16:creationId xmlns:a16="http://schemas.microsoft.com/office/drawing/2014/main" id="{632AA107-37D0-44E8-8AE5-06B6B1F1C071}"/>
                </a:ext>
              </a:extLst>
            </p:cNvPr>
            <p:cNvSpPr/>
            <p:nvPr/>
          </p:nvSpPr>
          <p:spPr>
            <a:xfrm>
              <a:off x="4227450" y="3788293"/>
              <a:ext cx="622850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b="1" i="1" dirty="0">
                  <a:solidFill>
                    <a:srgbClr val="00B050"/>
                  </a:solidFill>
                  <a:latin typeface="NimbusRomDOT-Reg"/>
                </a:rPr>
                <a:t>K</a:t>
              </a:r>
              <a:r>
                <a:rPr lang="en-US" altLang="zh-CN" b="1" i="1" baseline="-25000" dirty="0">
                  <a:solidFill>
                    <a:srgbClr val="00B050"/>
                  </a:solidFill>
                  <a:latin typeface="NimbusRomDOT-Reg"/>
                </a:rPr>
                <a:t>1</a:t>
              </a:r>
              <a:endParaRPr lang="zh-CN" altLang="en-US" b="1" i="1" baseline="-25000" dirty="0">
                <a:solidFill>
                  <a:srgbClr val="00B050"/>
                </a:solidFill>
                <a:latin typeface="NimbusRomDOT-Reg"/>
              </a:endParaRPr>
            </a:p>
          </p:txBody>
        </p:sp>
        <p:sp>
          <p:nvSpPr>
            <p:cNvPr id="88" name="矩形 87">
              <a:extLst>
                <a:ext uri="{FF2B5EF4-FFF2-40B4-BE49-F238E27FC236}">
                  <a16:creationId xmlns:a16="http://schemas.microsoft.com/office/drawing/2014/main" id="{25D9757B-3B81-400B-A029-7A80F2A4DF89}"/>
                </a:ext>
              </a:extLst>
            </p:cNvPr>
            <p:cNvSpPr/>
            <p:nvPr/>
          </p:nvSpPr>
          <p:spPr>
            <a:xfrm>
              <a:off x="6716668" y="3788293"/>
              <a:ext cx="622850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b="1" i="1" baseline="-25000" dirty="0">
                <a:latin typeface="NimbusRomDOT-Reg"/>
              </a:endParaRPr>
            </a:p>
          </p:txBody>
        </p:sp>
      </p:grpSp>
      <p:sp>
        <p:nvSpPr>
          <p:cNvPr id="91" name="矩形 90">
            <a:extLst>
              <a:ext uri="{FF2B5EF4-FFF2-40B4-BE49-F238E27FC236}">
                <a16:creationId xmlns:a16="http://schemas.microsoft.com/office/drawing/2014/main" id="{8929DE81-3A31-46CF-9BB5-027D4AB41E69}"/>
              </a:ext>
            </a:extLst>
          </p:cNvPr>
          <p:cNvSpPr/>
          <p:nvPr/>
        </p:nvSpPr>
        <p:spPr>
          <a:xfrm>
            <a:off x="3182364" y="3230831"/>
            <a:ext cx="46679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i="1" dirty="0">
                <a:solidFill>
                  <a:srgbClr val="FF0000"/>
                </a:solidFill>
                <a:latin typeface="NimbusRomDOT-Reg"/>
                <a:cs typeface="Arial" panose="020B0604020202020204" pitchFamily="34" charset="0"/>
              </a:rPr>
              <a:t>N’</a:t>
            </a:r>
            <a:endParaRPr lang="zh-CN" altLang="en-US" sz="2400" dirty="0"/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0E6239B2-864C-4C1B-AEB0-936FC827CB7E}"/>
              </a:ext>
            </a:extLst>
          </p:cNvPr>
          <p:cNvGrpSpPr/>
          <p:nvPr/>
        </p:nvGrpSpPr>
        <p:grpSpPr>
          <a:xfrm>
            <a:off x="9578958" y="2172240"/>
            <a:ext cx="1447242" cy="409809"/>
            <a:chOff x="6456927" y="4738926"/>
            <a:chExt cx="1447242" cy="409809"/>
          </a:xfrm>
        </p:grpSpPr>
        <p:pic>
          <p:nvPicPr>
            <p:cNvPr id="92" name="Picture 4" descr="http://www.sciweavers.org/upload/Tex2Img_1618646854/eqn.png">
              <a:extLst>
                <a:ext uri="{FF2B5EF4-FFF2-40B4-BE49-F238E27FC236}">
                  <a16:creationId xmlns:a16="http://schemas.microsoft.com/office/drawing/2014/main" id="{AD586677-B52E-404C-8C60-ACA13A85C7C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628" r="43146"/>
            <a:stretch/>
          </p:blipFill>
          <p:spPr bwMode="auto">
            <a:xfrm>
              <a:off x="7433169" y="4738926"/>
              <a:ext cx="471000" cy="40980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B9BC818B-8F1C-4BE5-B9D8-202291DE25A5}"/>
                </a:ext>
              </a:extLst>
            </p:cNvPr>
            <p:cNvSpPr txBox="1"/>
            <p:nvPr/>
          </p:nvSpPr>
          <p:spPr>
            <a:xfrm>
              <a:off x="6456927" y="4758117"/>
              <a:ext cx="102463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 i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# of N</a:t>
              </a:r>
              <a:r>
                <a:rPr lang="en-US" altLang="zh-CN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altLang="zh-CN" b="1" dirty="0">
                  <a:latin typeface="Arial" panose="020B0604020202020204" pitchFamily="34" charset="0"/>
                  <a:cs typeface="Arial" panose="020B0604020202020204" pitchFamily="34" charset="0"/>
                </a:rPr>
                <a:t>&lt;</a:t>
              </a:r>
              <a:endParaRPr lang="zh-CN" altLang="en-US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95" name="文本框 94">
            <a:extLst>
              <a:ext uri="{FF2B5EF4-FFF2-40B4-BE49-F238E27FC236}">
                <a16:creationId xmlns:a16="http://schemas.microsoft.com/office/drawing/2014/main" id="{9EE2F2A4-E6F2-4F70-93D5-EBACECAA977C}"/>
              </a:ext>
            </a:extLst>
          </p:cNvPr>
          <p:cNvSpPr txBox="1"/>
          <p:nvPr/>
        </p:nvSpPr>
        <p:spPr>
          <a:xfrm>
            <a:off x="1126997" y="2145485"/>
            <a:ext cx="21980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# of N </a:t>
            </a:r>
            <a:r>
              <a:rPr lang="en-US" altLang="zh-CN" b="1" i="1" dirty="0"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  <a:r>
              <a:rPr lang="en-US" altLang="zh-CN" b="1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# of N’ </a:t>
            </a:r>
            <a:r>
              <a:rPr lang="en-US" altLang="zh-CN" b="1" i="1" dirty="0">
                <a:latin typeface="Arial" panose="020B0604020202020204" pitchFamily="34" charset="0"/>
                <a:cs typeface="Arial" panose="020B0604020202020204" pitchFamily="34" charset="0"/>
              </a:rPr>
              <a:t>=</a:t>
            </a:r>
            <a:r>
              <a:rPr lang="en-US" altLang="zh-CN" b="1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n</a:t>
            </a:r>
            <a:endParaRPr lang="zh-CN" altLang="en-US" b="1" i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6" name="箭头: 下 95">
            <a:extLst>
              <a:ext uri="{FF2B5EF4-FFF2-40B4-BE49-F238E27FC236}">
                <a16:creationId xmlns:a16="http://schemas.microsoft.com/office/drawing/2014/main" id="{C31A8F03-C019-48D9-805A-1AA39C62BA3F}"/>
              </a:ext>
            </a:extLst>
          </p:cNvPr>
          <p:cNvSpPr/>
          <p:nvPr/>
        </p:nvSpPr>
        <p:spPr>
          <a:xfrm>
            <a:off x="5847822" y="3665808"/>
            <a:ext cx="496355" cy="470452"/>
          </a:xfrm>
          <a:prstGeom prst="downArrow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97" name="组合 96">
            <a:extLst>
              <a:ext uri="{FF2B5EF4-FFF2-40B4-BE49-F238E27FC236}">
                <a16:creationId xmlns:a16="http://schemas.microsoft.com/office/drawing/2014/main" id="{BAE26F1C-3902-4913-B448-B8B480E2CBA8}"/>
              </a:ext>
            </a:extLst>
          </p:cNvPr>
          <p:cNvGrpSpPr/>
          <p:nvPr/>
        </p:nvGrpSpPr>
        <p:grpSpPr>
          <a:xfrm>
            <a:off x="4509722" y="4362633"/>
            <a:ext cx="3419746" cy="478544"/>
            <a:chOff x="4434894" y="4609182"/>
            <a:chExt cx="3419746" cy="478544"/>
          </a:xfrm>
        </p:grpSpPr>
        <p:sp>
          <p:nvSpPr>
            <p:cNvPr id="98" name="矩形 97">
              <a:extLst>
                <a:ext uri="{FF2B5EF4-FFF2-40B4-BE49-F238E27FC236}">
                  <a16:creationId xmlns:a16="http://schemas.microsoft.com/office/drawing/2014/main" id="{7C7305BA-701C-47F9-9117-C9F3F4141FB5}"/>
                </a:ext>
              </a:extLst>
            </p:cNvPr>
            <p:cNvSpPr/>
            <p:nvPr/>
          </p:nvSpPr>
          <p:spPr>
            <a:xfrm>
              <a:off x="6409058" y="4615134"/>
              <a:ext cx="528582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b="1" i="1" dirty="0">
                  <a:latin typeface="NimbusRomDOT-Reg"/>
                </a:rPr>
                <a:t>N</a:t>
              </a:r>
              <a:endParaRPr lang="zh-CN" altLang="en-US" b="1" i="1" dirty="0">
                <a:latin typeface="NimbusRomDOT-Reg"/>
              </a:endParaRPr>
            </a:p>
          </p:txBody>
        </p:sp>
        <p:sp>
          <p:nvSpPr>
            <p:cNvPr id="99" name="矩形 98">
              <a:extLst>
                <a:ext uri="{FF2B5EF4-FFF2-40B4-BE49-F238E27FC236}">
                  <a16:creationId xmlns:a16="http://schemas.microsoft.com/office/drawing/2014/main" id="{2F906DB3-058B-4FAA-B76F-558693E370B2}"/>
                </a:ext>
              </a:extLst>
            </p:cNvPr>
            <p:cNvSpPr/>
            <p:nvPr/>
          </p:nvSpPr>
          <p:spPr>
            <a:xfrm>
              <a:off x="6937640" y="4609182"/>
              <a:ext cx="917000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b="1" i="1" dirty="0">
                  <a:latin typeface="NimbusRomDOT-Reg"/>
                </a:rPr>
                <a:t>…</a:t>
              </a:r>
              <a:endParaRPr lang="zh-CN" altLang="en-US" b="1" i="1" dirty="0">
                <a:latin typeface="NimbusRomDOT-Reg"/>
              </a:endParaRPr>
            </a:p>
          </p:txBody>
        </p:sp>
        <p:sp>
          <p:nvSpPr>
            <p:cNvPr id="100" name="矩形 99">
              <a:extLst>
                <a:ext uri="{FF2B5EF4-FFF2-40B4-BE49-F238E27FC236}">
                  <a16:creationId xmlns:a16="http://schemas.microsoft.com/office/drawing/2014/main" id="{A0F0584B-5706-4399-85CF-94845C136DFF}"/>
                </a:ext>
              </a:extLst>
            </p:cNvPr>
            <p:cNvSpPr/>
            <p:nvPr/>
          </p:nvSpPr>
          <p:spPr>
            <a:xfrm>
              <a:off x="4434894" y="4612994"/>
              <a:ext cx="917000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b="1" i="1" dirty="0">
                  <a:latin typeface="NimbusRomDOT-Reg"/>
                </a:rPr>
                <a:t>…</a:t>
              </a:r>
              <a:endParaRPr lang="zh-CN" altLang="en-US" b="1" i="1" dirty="0">
                <a:latin typeface="NimbusRomDOT-Reg"/>
              </a:endParaRPr>
            </a:p>
          </p:txBody>
        </p:sp>
        <p:sp>
          <p:nvSpPr>
            <p:cNvPr id="101" name="矩形 100">
              <a:extLst>
                <a:ext uri="{FF2B5EF4-FFF2-40B4-BE49-F238E27FC236}">
                  <a16:creationId xmlns:a16="http://schemas.microsoft.com/office/drawing/2014/main" id="{80F194A4-5191-4637-93E9-8E6814585E53}"/>
                </a:ext>
              </a:extLst>
            </p:cNvPr>
            <p:cNvSpPr/>
            <p:nvPr/>
          </p:nvSpPr>
          <p:spPr>
            <a:xfrm>
              <a:off x="5351894" y="4615134"/>
              <a:ext cx="528582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b="1" i="1" dirty="0">
                  <a:latin typeface="NimbusRomDOT-Reg"/>
                </a:rPr>
                <a:t>N’</a:t>
              </a:r>
              <a:endParaRPr lang="zh-CN" altLang="en-US" b="1" i="1" dirty="0">
                <a:latin typeface="NimbusRomDOT-Reg"/>
              </a:endParaRPr>
            </a:p>
          </p:txBody>
        </p:sp>
        <p:sp>
          <p:nvSpPr>
            <p:cNvPr id="102" name="矩形 101">
              <a:extLst>
                <a:ext uri="{FF2B5EF4-FFF2-40B4-BE49-F238E27FC236}">
                  <a16:creationId xmlns:a16="http://schemas.microsoft.com/office/drawing/2014/main" id="{CC5DB419-869F-45BC-91A4-D47B190ADA49}"/>
                </a:ext>
              </a:extLst>
            </p:cNvPr>
            <p:cNvSpPr/>
            <p:nvPr/>
          </p:nvSpPr>
          <p:spPr>
            <a:xfrm>
              <a:off x="5880476" y="4617274"/>
              <a:ext cx="528582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b="1" i="1" dirty="0">
                  <a:latin typeface="NimbusRomDOT-Reg"/>
                </a:rPr>
                <a:t>K’</a:t>
              </a:r>
              <a:endParaRPr lang="zh-CN" altLang="en-US" b="1" i="1" dirty="0">
                <a:latin typeface="NimbusRomDOT-Reg"/>
              </a:endParaRPr>
            </a:p>
          </p:txBody>
        </p:sp>
      </p:grpSp>
      <p:grpSp>
        <p:nvGrpSpPr>
          <p:cNvPr id="103" name="组合 102">
            <a:extLst>
              <a:ext uri="{FF2B5EF4-FFF2-40B4-BE49-F238E27FC236}">
                <a16:creationId xmlns:a16="http://schemas.microsoft.com/office/drawing/2014/main" id="{FCCDEDD7-2A40-4B91-A4C0-4FC6A6C1D637}"/>
              </a:ext>
            </a:extLst>
          </p:cNvPr>
          <p:cNvGrpSpPr/>
          <p:nvPr/>
        </p:nvGrpSpPr>
        <p:grpSpPr>
          <a:xfrm>
            <a:off x="6841975" y="5495076"/>
            <a:ext cx="4359950" cy="470452"/>
            <a:chOff x="3604600" y="3788293"/>
            <a:chExt cx="4359950" cy="470452"/>
          </a:xfrm>
        </p:grpSpPr>
        <p:sp>
          <p:nvSpPr>
            <p:cNvPr id="104" name="矩形 103">
              <a:extLst>
                <a:ext uri="{FF2B5EF4-FFF2-40B4-BE49-F238E27FC236}">
                  <a16:creationId xmlns:a16="http://schemas.microsoft.com/office/drawing/2014/main" id="{15219C22-7231-4B8B-B14F-622063CED33E}"/>
                </a:ext>
              </a:extLst>
            </p:cNvPr>
            <p:cNvSpPr/>
            <p:nvPr/>
          </p:nvSpPr>
          <p:spPr>
            <a:xfrm>
              <a:off x="7341700" y="3788293"/>
              <a:ext cx="622850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lvl="0" algn="ctr"/>
              <a:endParaRPr lang="zh-CN" altLang="en-US" b="1" i="1" baseline="-25000" dirty="0">
                <a:solidFill>
                  <a:prstClr val="black"/>
                </a:solidFill>
                <a:latin typeface="NimbusRomDOT-Reg"/>
              </a:endParaRPr>
            </a:p>
          </p:txBody>
        </p:sp>
        <p:sp>
          <p:nvSpPr>
            <p:cNvPr id="105" name="矩形 104">
              <a:extLst>
                <a:ext uri="{FF2B5EF4-FFF2-40B4-BE49-F238E27FC236}">
                  <a16:creationId xmlns:a16="http://schemas.microsoft.com/office/drawing/2014/main" id="{92495EDE-37BF-44B2-AB75-DEAE9FFA0D40}"/>
                </a:ext>
              </a:extLst>
            </p:cNvPr>
            <p:cNvSpPr/>
            <p:nvPr/>
          </p:nvSpPr>
          <p:spPr>
            <a:xfrm>
              <a:off x="6096000" y="3788293"/>
              <a:ext cx="622850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lvl="0" algn="ctr"/>
              <a:r>
                <a:rPr lang="en-US" altLang="zh-CN" b="1" i="1" dirty="0">
                  <a:solidFill>
                    <a:srgbClr val="00B0F0"/>
                  </a:solidFill>
                  <a:latin typeface="NimbusRomDOT-Reg"/>
                  <a:cs typeface="Arial" panose="020B0604020202020204" pitchFamily="34" charset="0"/>
                </a:rPr>
                <a:t>P</a:t>
              </a:r>
              <a:r>
                <a:rPr lang="en-US" altLang="zh-CN" sz="1200" b="1" baseline="-25000" dirty="0">
                  <a:solidFill>
                    <a:srgbClr val="00B0F0"/>
                  </a:solidFill>
                  <a:latin typeface="NimbusRomDOT-Reg"/>
                  <a:cs typeface="Arial" panose="020B0604020202020204" pitchFamily="34" charset="0"/>
                </a:rPr>
                <a:t>⌈</a:t>
              </a:r>
              <a:r>
                <a:rPr lang="en-US" altLang="zh-CN" sz="1200" b="1" i="1" baseline="-25000" dirty="0">
                  <a:solidFill>
                    <a:srgbClr val="00B0F0"/>
                  </a:solidFill>
                  <a:latin typeface="NimbusRomDOT-Reg"/>
                  <a:cs typeface="Arial" panose="020B0604020202020204" pitchFamily="34" charset="0"/>
                </a:rPr>
                <a:t>n</a:t>
              </a:r>
              <a:r>
                <a:rPr lang="en-US" altLang="zh-CN" sz="1200" b="1" baseline="-25000" dirty="0">
                  <a:solidFill>
                    <a:srgbClr val="00B0F0"/>
                  </a:solidFill>
                  <a:latin typeface="NimbusRomDOT-Reg"/>
                  <a:cs typeface="Arial" panose="020B0604020202020204" pitchFamily="34" charset="0"/>
                </a:rPr>
                <a:t>∕2⌉-1</a:t>
              </a:r>
              <a:endParaRPr lang="zh-CN" altLang="en-US" b="1" i="1" baseline="-25000" dirty="0">
                <a:solidFill>
                  <a:srgbClr val="00B0F0"/>
                </a:solidFill>
                <a:latin typeface="NimbusRomDOT-Reg"/>
              </a:endParaRPr>
            </a:p>
          </p:txBody>
        </p:sp>
        <p:sp>
          <p:nvSpPr>
            <p:cNvPr id="106" name="矩形 105">
              <a:extLst>
                <a:ext uri="{FF2B5EF4-FFF2-40B4-BE49-F238E27FC236}">
                  <a16:creationId xmlns:a16="http://schemas.microsoft.com/office/drawing/2014/main" id="{706888D0-6950-40A2-B01A-10A3BEACFCF9}"/>
                </a:ext>
              </a:extLst>
            </p:cNvPr>
            <p:cNvSpPr/>
            <p:nvPr/>
          </p:nvSpPr>
          <p:spPr>
            <a:xfrm>
              <a:off x="5473150" y="3788293"/>
              <a:ext cx="622850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b="1" i="1" dirty="0">
                  <a:latin typeface="NimbusRomDOT-Reg"/>
                </a:rPr>
                <a:t>…</a:t>
              </a:r>
              <a:endParaRPr lang="zh-CN" altLang="en-US" b="1" i="1" dirty="0">
                <a:latin typeface="NimbusRomDOT-Reg"/>
              </a:endParaRPr>
            </a:p>
          </p:txBody>
        </p:sp>
        <p:sp>
          <p:nvSpPr>
            <p:cNvPr id="107" name="矩形 106">
              <a:extLst>
                <a:ext uri="{FF2B5EF4-FFF2-40B4-BE49-F238E27FC236}">
                  <a16:creationId xmlns:a16="http://schemas.microsoft.com/office/drawing/2014/main" id="{7FDB873E-EC64-40E9-8CFF-49D1C428FB8D}"/>
                </a:ext>
              </a:extLst>
            </p:cNvPr>
            <p:cNvSpPr/>
            <p:nvPr/>
          </p:nvSpPr>
          <p:spPr>
            <a:xfrm>
              <a:off x="3604600" y="3788293"/>
              <a:ext cx="622850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b="1" i="1" dirty="0">
                  <a:solidFill>
                    <a:srgbClr val="00B0F0"/>
                  </a:solidFill>
                  <a:latin typeface="NimbusRomDOT-Reg"/>
                </a:rPr>
                <a:t>P</a:t>
              </a:r>
              <a:r>
                <a:rPr lang="en-US" altLang="zh-CN" b="1" i="1" baseline="-25000" dirty="0">
                  <a:solidFill>
                    <a:srgbClr val="00B0F0"/>
                  </a:solidFill>
                  <a:latin typeface="NimbusRomDOT-Reg"/>
                </a:rPr>
                <a:t>1</a:t>
              </a:r>
              <a:endParaRPr lang="zh-CN" altLang="en-US" b="1" i="1" baseline="-25000" dirty="0">
                <a:solidFill>
                  <a:srgbClr val="00B0F0"/>
                </a:solidFill>
                <a:latin typeface="NimbusRomDOT-Reg"/>
              </a:endParaRPr>
            </a:p>
          </p:txBody>
        </p:sp>
        <p:sp>
          <p:nvSpPr>
            <p:cNvPr id="108" name="矩形 107">
              <a:extLst>
                <a:ext uri="{FF2B5EF4-FFF2-40B4-BE49-F238E27FC236}">
                  <a16:creationId xmlns:a16="http://schemas.microsoft.com/office/drawing/2014/main" id="{BC0D25DC-D313-47B3-828A-7CADD1C9C1AF}"/>
                </a:ext>
              </a:extLst>
            </p:cNvPr>
            <p:cNvSpPr/>
            <p:nvPr/>
          </p:nvSpPr>
          <p:spPr>
            <a:xfrm>
              <a:off x="4850300" y="3788293"/>
              <a:ext cx="622850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b="1" i="1" dirty="0">
                  <a:solidFill>
                    <a:srgbClr val="00B0F0"/>
                  </a:solidFill>
                  <a:latin typeface="NimbusRomDOT-Reg"/>
                </a:rPr>
                <a:t>P</a:t>
              </a:r>
              <a:r>
                <a:rPr lang="en-US" altLang="zh-CN" b="1" i="1" baseline="-25000" dirty="0">
                  <a:solidFill>
                    <a:srgbClr val="00B0F0"/>
                  </a:solidFill>
                  <a:latin typeface="NimbusRomDOT-Reg"/>
                </a:rPr>
                <a:t>2</a:t>
              </a:r>
              <a:endParaRPr lang="zh-CN" altLang="en-US" b="1" i="1" baseline="-25000" dirty="0">
                <a:solidFill>
                  <a:srgbClr val="00B0F0"/>
                </a:solidFill>
                <a:latin typeface="NimbusRomDOT-Reg"/>
              </a:endParaRPr>
            </a:p>
          </p:txBody>
        </p:sp>
        <p:sp>
          <p:nvSpPr>
            <p:cNvPr id="109" name="矩形 108">
              <a:extLst>
                <a:ext uri="{FF2B5EF4-FFF2-40B4-BE49-F238E27FC236}">
                  <a16:creationId xmlns:a16="http://schemas.microsoft.com/office/drawing/2014/main" id="{F153F590-A690-41DD-AD23-426823066C6D}"/>
                </a:ext>
              </a:extLst>
            </p:cNvPr>
            <p:cNvSpPr/>
            <p:nvPr/>
          </p:nvSpPr>
          <p:spPr>
            <a:xfrm>
              <a:off x="4227450" y="3788293"/>
              <a:ext cx="622850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b="1" i="1" dirty="0">
                  <a:solidFill>
                    <a:srgbClr val="00B0F0"/>
                  </a:solidFill>
                  <a:latin typeface="NimbusRomDOT-Reg"/>
                </a:rPr>
                <a:t>K</a:t>
              </a:r>
              <a:r>
                <a:rPr lang="en-US" altLang="zh-CN" b="1" i="1" baseline="-25000" dirty="0">
                  <a:solidFill>
                    <a:srgbClr val="00B0F0"/>
                  </a:solidFill>
                  <a:latin typeface="NimbusRomDOT-Reg"/>
                </a:rPr>
                <a:t>1</a:t>
              </a:r>
              <a:endParaRPr lang="zh-CN" altLang="en-US" b="1" i="1" baseline="-25000" dirty="0">
                <a:solidFill>
                  <a:srgbClr val="00B0F0"/>
                </a:solidFill>
                <a:latin typeface="NimbusRomDOT-Reg"/>
              </a:endParaRPr>
            </a:p>
          </p:txBody>
        </p:sp>
        <p:sp>
          <p:nvSpPr>
            <p:cNvPr id="110" name="矩形 109">
              <a:extLst>
                <a:ext uri="{FF2B5EF4-FFF2-40B4-BE49-F238E27FC236}">
                  <a16:creationId xmlns:a16="http://schemas.microsoft.com/office/drawing/2014/main" id="{5ABC1623-1A9E-4B60-AE68-16D57919B32A}"/>
                </a:ext>
              </a:extLst>
            </p:cNvPr>
            <p:cNvSpPr/>
            <p:nvPr/>
          </p:nvSpPr>
          <p:spPr>
            <a:xfrm>
              <a:off x="6716668" y="3788293"/>
              <a:ext cx="622850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b="1" i="1" baseline="-25000" dirty="0">
                <a:latin typeface="NimbusRomDOT-Reg"/>
              </a:endParaRPr>
            </a:p>
          </p:txBody>
        </p:sp>
      </p:grpSp>
      <p:cxnSp>
        <p:nvCxnSpPr>
          <p:cNvPr id="112" name="直接箭头连接符 111">
            <a:extLst>
              <a:ext uri="{FF2B5EF4-FFF2-40B4-BE49-F238E27FC236}">
                <a16:creationId xmlns:a16="http://schemas.microsoft.com/office/drawing/2014/main" id="{09A87700-0DBE-457C-B2FF-A830A201E7F6}"/>
              </a:ext>
            </a:extLst>
          </p:cNvPr>
          <p:cNvCxnSpPr>
            <a:cxnSpLocks/>
            <a:stCxn id="98" idx="2"/>
            <a:endCxn id="106" idx="0"/>
          </p:cNvCxnSpPr>
          <p:nvPr/>
        </p:nvCxnSpPr>
        <p:spPr>
          <a:xfrm>
            <a:off x="6748177" y="4839037"/>
            <a:ext cx="2273773" cy="656039"/>
          </a:xfrm>
          <a:prstGeom prst="straightConnector1">
            <a:avLst/>
          </a:prstGeom>
          <a:ln w="25400">
            <a:solidFill>
              <a:schemeClr val="tx1"/>
            </a:solidFill>
            <a:headEnd type="oval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3" name="组合 112">
            <a:extLst>
              <a:ext uri="{FF2B5EF4-FFF2-40B4-BE49-F238E27FC236}">
                <a16:creationId xmlns:a16="http://schemas.microsoft.com/office/drawing/2014/main" id="{F3DF86EF-44E9-44BA-91D3-F480AF0BB17D}"/>
              </a:ext>
            </a:extLst>
          </p:cNvPr>
          <p:cNvGrpSpPr/>
          <p:nvPr/>
        </p:nvGrpSpPr>
        <p:grpSpPr>
          <a:xfrm>
            <a:off x="1406281" y="5523841"/>
            <a:ext cx="4359950" cy="470452"/>
            <a:chOff x="3604600" y="3788293"/>
            <a:chExt cx="4359950" cy="470452"/>
          </a:xfrm>
        </p:grpSpPr>
        <p:sp>
          <p:nvSpPr>
            <p:cNvPr id="114" name="矩形 113">
              <a:extLst>
                <a:ext uri="{FF2B5EF4-FFF2-40B4-BE49-F238E27FC236}">
                  <a16:creationId xmlns:a16="http://schemas.microsoft.com/office/drawing/2014/main" id="{58E770B9-6E26-4750-BB45-8D96F593554B}"/>
                </a:ext>
              </a:extLst>
            </p:cNvPr>
            <p:cNvSpPr/>
            <p:nvPr/>
          </p:nvSpPr>
          <p:spPr>
            <a:xfrm>
              <a:off x="7341700" y="3788293"/>
              <a:ext cx="622850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lvl="0" algn="ctr"/>
              <a:r>
                <a:rPr lang="en-US" altLang="zh-CN" b="1" i="1" dirty="0">
                  <a:solidFill>
                    <a:srgbClr val="00B0F0"/>
                  </a:solidFill>
                  <a:latin typeface="NimbusRomDOT-Reg"/>
                  <a:cs typeface="Arial" panose="020B0604020202020204" pitchFamily="34" charset="0"/>
                </a:rPr>
                <a:t>P</a:t>
              </a:r>
              <a:r>
                <a:rPr lang="en-US" altLang="zh-CN" sz="1200" b="1" baseline="-25000" dirty="0">
                  <a:solidFill>
                    <a:srgbClr val="00B0F0"/>
                  </a:solidFill>
                  <a:latin typeface="NimbusRomDOT-Reg"/>
                  <a:cs typeface="Arial" panose="020B0604020202020204" pitchFamily="34" charset="0"/>
                </a:rPr>
                <a:t>⌈</a:t>
              </a:r>
              <a:r>
                <a:rPr lang="en-US" altLang="zh-CN" sz="1200" b="1" i="1" baseline="-25000" dirty="0">
                  <a:solidFill>
                    <a:srgbClr val="00B0F0"/>
                  </a:solidFill>
                  <a:latin typeface="NimbusRomDOT-Reg"/>
                  <a:cs typeface="Arial" panose="020B0604020202020204" pitchFamily="34" charset="0"/>
                </a:rPr>
                <a:t>n</a:t>
              </a:r>
              <a:r>
                <a:rPr lang="en-US" altLang="zh-CN" sz="1200" b="1" baseline="-25000" dirty="0">
                  <a:solidFill>
                    <a:srgbClr val="00B0F0"/>
                  </a:solidFill>
                  <a:latin typeface="NimbusRomDOT-Reg"/>
                  <a:cs typeface="Arial" panose="020B0604020202020204" pitchFamily="34" charset="0"/>
                </a:rPr>
                <a:t>∕2⌉-1</a:t>
              </a:r>
              <a:endParaRPr lang="zh-CN" altLang="en-US" b="1" i="1" baseline="-25000" dirty="0">
                <a:solidFill>
                  <a:srgbClr val="00B0F0"/>
                </a:solidFill>
                <a:latin typeface="NimbusRomDOT-Reg"/>
              </a:endParaRPr>
            </a:p>
          </p:txBody>
        </p:sp>
        <p:sp>
          <p:nvSpPr>
            <p:cNvPr id="115" name="矩形 114">
              <a:extLst>
                <a:ext uri="{FF2B5EF4-FFF2-40B4-BE49-F238E27FC236}">
                  <a16:creationId xmlns:a16="http://schemas.microsoft.com/office/drawing/2014/main" id="{AEA4C985-A116-4FC3-816B-769F0D031095}"/>
                </a:ext>
              </a:extLst>
            </p:cNvPr>
            <p:cNvSpPr/>
            <p:nvPr/>
          </p:nvSpPr>
          <p:spPr>
            <a:xfrm>
              <a:off x="6096000" y="3788293"/>
              <a:ext cx="622850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b="1" i="1" dirty="0">
                  <a:solidFill>
                    <a:srgbClr val="00B0F0"/>
                  </a:solidFill>
                  <a:latin typeface="NimbusRomDOT-Reg"/>
                </a:rPr>
                <a:t>P</a:t>
              </a:r>
              <a:r>
                <a:rPr lang="en-US" altLang="zh-CN" b="1" i="1" baseline="-25000" dirty="0">
                  <a:solidFill>
                    <a:srgbClr val="00B0F0"/>
                  </a:solidFill>
                  <a:latin typeface="NimbusRomDOT-Reg"/>
                </a:rPr>
                <a:t>1</a:t>
              </a:r>
              <a:endParaRPr lang="zh-CN" altLang="en-US" b="1" i="1" baseline="-25000" dirty="0">
                <a:latin typeface="NimbusRomDOT-Reg"/>
              </a:endParaRPr>
            </a:p>
          </p:txBody>
        </p:sp>
        <p:sp>
          <p:nvSpPr>
            <p:cNvPr id="116" name="矩形 115">
              <a:extLst>
                <a:ext uri="{FF2B5EF4-FFF2-40B4-BE49-F238E27FC236}">
                  <a16:creationId xmlns:a16="http://schemas.microsoft.com/office/drawing/2014/main" id="{85087159-D46F-4494-8489-8CEBFB770435}"/>
                </a:ext>
              </a:extLst>
            </p:cNvPr>
            <p:cNvSpPr/>
            <p:nvPr/>
          </p:nvSpPr>
          <p:spPr>
            <a:xfrm>
              <a:off x="5473150" y="3788293"/>
              <a:ext cx="622850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b="1" i="1" dirty="0">
                  <a:latin typeface="NimbusRomDOT-Reg"/>
                </a:rPr>
                <a:t>K’</a:t>
              </a:r>
              <a:endParaRPr lang="zh-CN" altLang="en-US" b="1" i="1" dirty="0">
                <a:latin typeface="NimbusRomDOT-Reg"/>
              </a:endParaRPr>
            </a:p>
          </p:txBody>
        </p:sp>
        <p:sp>
          <p:nvSpPr>
            <p:cNvPr id="117" name="矩形 116">
              <a:extLst>
                <a:ext uri="{FF2B5EF4-FFF2-40B4-BE49-F238E27FC236}">
                  <a16:creationId xmlns:a16="http://schemas.microsoft.com/office/drawing/2014/main" id="{C71F6E96-40AD-4BA7-A601-50828E88E24F}"/>
                </a:ext>
              </a:extLst>
            </p:cNvPr>
            <p:cNvSpPr/>
            <p:nvPr/>
          </p:nvSpPr>
          <p:spPr>
            <a:xfrm>
              <a:off x="3604600" y="3788293"/>
              <a:ext cx="622850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b="1" i="1" dirty="0">
                  <a:solidFill>
                    <a:srgbClr val="00B050"/>
                  </a:solidFill>
                  <a:latin typeface="NimbusRomDOT-Reg"/>
                </a:rPr>
                <a:t>P</a:t>
              </a:r>
              <a:r>
                <a:rPr lang="en-US" altLang="zh-CN" b="1" i="1" baseline="-25000" dirty="0">
                  <a:solidFill>
                    <a:srgbClr val="00B050"/>
                  </a:solidFill>
                  <a:latin typeface="NimbusRomDOT-Reg"/>
                </a:rPr>
                <a:t>1</a:t>
              </a:r>
              <a:endParaRPr lang="zh-CN" altLang="en-US" b="1" i="1" baseline="-25000" dirty="0">
                <a:solidFill>
                  <a:srgbClr val="00B050"/>
                </a:solidFill>
                <a:latin typeface="NimbusRomDOT-Reg"/>
              </a:endParaRPr>
            </a:p>
          </p:txBody>
        </p:sp>
        <p:sp>
          <p:nvSpPr>
            <p:cNvPr id="118" name="矩形 117">
              <a:extLst>
                <a:ext uri="{FF2B5EF4-FFF2-40B4-BE49-F238E27FC236}">
                  <a16:creationId xmlns:a16="http://schemas.microsoft.com/office/drawing/2014/main" id="{BBC1D8AC-A636-457D-9288-772B6A2B8199}"/>
                </a:ext>
              </a:extLst>
            </p:cNvPr>
            <p:cNvSpPr/>
            <p:nvPr/>
          </p:nvSpPr>
          <p:spPr>
            <a:xfrm>
              <a:off x="4850300" y="3788293"/>
              <a:ext cx="622850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b="1" i="1" dirty="0">
                  <a:latin typeface="NimbusRomDOT-Reg"/>
                </a:rPr>
                <a:t>…</a:t>
              </a:r>
              <a:endParaRPr lang="zh-CN" altLang="en-US" b="1" i="1" dirty="0">
                <a:latin typeface="NimbusRomDOT-Reg"/>
              </a:endParaRPr>
            </a:p>
          </p:txBody>
        </p:sp>
        <p:sp>
          <p:nvSpPr>
            <p:cNvPr id="119" name="矩形 118">
              <a:extLst>
                <a:ext uri="{FF2B5EF4-FFF2-40B4-BE49-F238E27FC236}">
                  <a16:creationId xmlns:a16="http://schemas.microsoft.com/office/drawing/2014/main" id="{752193FF-2112-4DF5-ACB2-4927A4A77881}"/>
                </a:ext>
              </a:extLst>
            </p:cNvPr>
            <p:cNvSpPr/>
            <p:nvPr/>
          </p:nvSpPr>
          <p:spPr>
            <a:xfrm>
              <a:off x="4227450" y="3788293"/>
              <a:ext cx="622850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b="1" i="1" dirty="0">
                  <a:solidFill>
                    <a:srgbClr val="00B050"/>
                  </a:solidFill>
                  <a:latin typeface="NimbusRomDOT-Reg"/>
                </a:rPr>
                <a:t>K</a:t>
              </a:r>
              <a:r>
                <a:rPr lang="en-US" altLang="zh-CN" b="1" i="1" baseline="-25000" dirty="0">
                  <a:solidFill>
                    <a:srgbClr val="00B050"/>
                  </a:solidFill>
                  <a:latin typeface="NimbusRomDOT-Reg"/>
                </a:rPr>
                <a:t>1</a:t>
              </a:r>
              <a:endParaRPr lang="zh-CN" altLang="en-US" b="1" i="1" baseline="-25000" dirty="0">
                <a:solidFill>
                  <a:srgbClr val="00B050"/>
                </a:solidFill>
                <a:latin typeface="NimbusRomDOT-Reg"/>
              </a:endParaRPr>
            </a:p>
          </p:txBody>
        </p:sp>
        <p:sp>
          <p:nvSpPr>
            <p:cNvPr id="120" name="矩形 119">
              <a:extLst>
                <a:ext uri="{FF2B5EF4-FFF2-40B4-BE49-F238E27FC236}">
                  <a16:creationId xmlns:a16="http://schemas.microsoft.com/office/drawing/2014/main" id="{BBC83AB8-6BC5-4847-BAD2-0F2A579D1967}"/>
                </a:ext>
              </a:extLst>
            </p:cNvPr>
            <p:cNvSpPr/>
            <p:nvPr/>
          </p:nvSpPr>
          <p:spPr>
            <a:xfrm>
              <a:off x="6716668" y="3788293"/>
              <a:ext cx="622850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b="1" i="1" dirty="0">
                  <a:latin typeface="NimbusRomDOT-Reg"/>
                </a:rPr>
                <a:t>…</a:t>
              </a:r>
              <a:endParaRPr lang="zh-CN" altLang="en-US" b="1" i="1" baseline="-25000" dirty="0">
                <a:latin typeface="NimbusRomDOT-Reg"/>
              </a:endParaRPr>
            </a:p>
          </p:txBody>
        </p:sp>
      </p:grp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B2BA90C5-DC70-4A00-8724-2AE6C5A44510}"/>
              </a:ext>
            </a:extLst>
          </p:cNvPr>
          <p:cNvGrpSpPr/>
          <p:nvPr/>
        </p:nvGrpSpPr>
        <p:grpSpPr>
          <a:xfrm>
            <a:off x="7929468" y="3871245"/>
            <a:ext cx="3617527" cy="726614"/>
            <a:chOff x="7929468" y="3871245"/>
            <a:chExt cx="3617527" cy="726614"/>
          </a:xfrm>
        </p:grpSpPr>
        <p:sp>
          <p:nvSpPr>
            <p:cNvPr id="34" name="矩形 33">
              <a:extLst>
                <a:ext uri="{FF2B5EF4-FFF2-40B4-BE49-F238E27FC236}">
                  <a16:creationId xmlns:a16="http://schemas.microsoft.com/office/drawing/2014/main" id="{7B6B2C4C-BEA5-4A2E-BEA2-EEB1D8EAF4C6}"/>
                </a:ext>
              </a:extLst>
            </p:cNvPr>
            <p:cNvSpPr/>
            <p:nvPr/>
          </p:nvSpPr>
          <p:spPr>
            <a:xfrm>
              <a:off x="8058668" y="3871245"/>
              <a:ext cx="3488327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pt-BR" altLang="zh-CN" sz="2000" b="1" dirty="0">
                  <a:solidFill>
                    <a:srgbClr val="323232"/>
                  </a:solidFill>
                  <a:latin typeface="NimbusRomDOT-Reg"/>
                </a:rPr>
                <a:t>delete_entry(parent(N), K′, N); </a:t>
              </a:r>
            </a:p>
          </p:txBody>
        </p:sp>
        <p:cxnSp>
          <p:nvCxnSpPr>
            <p:cNvPr id="37" name="连接符: 曲线 36">
              <a:extLst>
                <a:ext uri="{FF2B5EF4-FFF2-40B4-BE49-F238E27FC236}">
                  <a16:creationId xmlns:a16="http://schemas.microsoft.com/office/drawing/2014/main" id="{43200DFC-F52F-4482-8BAD-2AD25A825600}"/>
                </a:ext>
              </a:extLst>
            </p:cNvPr>
            <p:cNvCxnSpPr>
              <a:stCxn id="34" idx="2"/>
              <a:endCxn id="99" idx="3"/>
            </p:cNvCxnSpPr>
            <p:nvPr/>
          </p:nvCxnSpPr>
          <p:spPr>
            <a:xfrm rot="5400000">
              <a:off x="8702898" y="3497925"/>
              <a:ext cx="326504" cy="1873364"/>
            </a:xfrm>
            <a:prstGeom prst="curvedConnector2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1" name="组合 120">
            <a:extLst>
              <a:ext uri="{FF2B5EF4-FFF2-40B4-BE49-F238E27FC236}">
                <a16:creationId xmlns:a16="http://schemas.microsoft.com/office/drawing/2014/main" id="{866F94A4-DAA5-49D3-A741-B5E723ECA545}"/>
              </a:ext>
            </a:extLst>
          </p:cNvPr>
          <p:cNvGrpSpPr/>
          <p:nvPr/>
        </p:nvGrpSpPr>
        <p:grpSpPr>
          <a:xfrm>
            <a:off x="4510536" y="4356564"/>
            <a:ext cx="3419746" cy="474732"/>
            <a:chOff x="4434894" y="4612994"/>
            <a:chExt cx="3419746" cy="474732"/>
          </a:xfrm>
        </p:grpSpPr>
        <p:sp>
          <p:nvSpPr>
            <p:cNvPr id="122" name="矩形 121">
              <a:extLst>
                <a:ext uri="{FF2B5EF4-FFF2-40B4-BE49-F238E27FC236}">
                  <a16:creationId xmlns:a16="http://schemas.microsoft.com/office/drawing/2014/main" id="{DC476DA3-A6B8-400D-A734-0E780EE28D35}"/>
                </a:ext>
              </a:extLst>
            </p:cNvPr>
            <p:cNvSpPr/>
            <p:nvPr/>
          </p:nvSpPr>
          <p:spPr>
            <a:xfrm>
              <a:off x="6409058" y="4615134"/>
              <a:ext cx="528582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b="1" i="1" dirty="0">
                <a:latin typeface="NimbusRomDOT-Reg"/>
              </a:endParaRPr>
            </a:p>
          </p:txBody>
        </p:sp>
        <p:sp>
          <p:nvSpPr>
            <p:cNvPr id="123" name="矩形 122">
              <a:extLst>
                <a:ext uri="{FF2B5EF4-FFF2-40B4-BE49-F238E27FC236}">
                  <a16:creationId xmlns:a16="http://schemas.microsoft.com/office/drawing/2014/main" id="{967AD089-9EE6-41B2-A71C-5763B718CA2F}"/>
                </a:ext>
              </a:extLst>
            </p:cNvPr>
            <p:cNvSpPr/>
            <p:nvPr/>
          </p:nvSpPr>
          <p:spPr>
            <a:xfrm>
              <a:off x="6937640" y="4617274"/>
              <a:ext cx="917000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b="1" i="1" dirty="0">
                  <a:latin typeface="NimbusRomDOT-Reg"/>
                </a:rPr>
                <a:t>…</a:t>
              </a:r>
              <a:endParaRPr lang="zh-CN" altLang="en-US" b="1" i="1" dirty="0">
                <a:latin typeface="NimbusRomDOT-Reg"/>
              </a:endParaRPr>
            </a:p>
          </p:txBody>
        </p:sp>
        <p:sp>
          <p:nvSpPr>
            <p:cNvPr id="124" name="矩形 123">
              <a:extLst>
                <a:ext uri="{FF2B5EF4-FFF2-40B4-BE49-F238E27FC236}">
                  <a16:creationId xmlns:a16="http://schemas.microsoft.com/office/drawing/2014/main" id="{8B07B316-CC3D-4906-A1F3-0D034751E75B}"/>
                </a:ext>
              </a:extLst>
            </p:cNvPr>
            <p:cNvSpPr/>
            <p:nvPr/>
          </p:nvSpPr>
          <p:spPr>
            <a:xfrm>
              <a:off x="4434894" y="4612994"/>
              <a:ext cx="917000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b="1" i="1" dirty="0">
                  <a:latin typeface="NimbusRomDOT-Reg"/>
                </a:rPr>
                <a:t>…</a:t>
              </a:r>
              <a:endParaRPr lang="zh-CN" altLang="en-US" b="1" i="1" dirty="0">
                <a:latin typeface="NimbusRomDOT-Reg"/>
              </a:endParaRPr>
            </a:p>
          </p:txBody>
        </p:sp>
        <p:sp>
          <p:nvSpPr>
            <p:cNvPr id="125" name="矩形 124">
              <a:extLst>
                <a:ext uri="{FF2B5EF4-FFF2-40B4-BE49-F238E27FC236}">
                  <a16:creationId xmlns:a16="http://schemas.microsoft.com/office/drawing/2014/main" id="{2F7EA994-260F-4CB1-89BC-8741C06DF442}"/>
                </a:ext>
              </a:extLst>
            </p:cNvPr>
            <p:cNvSpPr/>
            <p:nvPr/>
          </p:nvSpPr>
          <p:spPr>
            <a:xfrm>
              <a:off x="5351894" y="4615134"/>
              <a:ext cx="528582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b="1" i="1" dirty="0">
                  <a:latin typeface="NimbusRomDOT-Reg"/>
                </a:rPr>
                <a:t>N’</a:t>
              </a:r>
              <a:endParaRPr lang="zh-CN" altLang="en-US" b="1" i="1" dirty="0">
                <a:latin typeface="NimbusRomDOT-Reg"/>
              </a:endParaRPr>
            </a:p>
          </p:txBody>
        </p:sp>
        <p:sp>
          <p:nvSpPr>
            <p:cNvPr id="126" name="矩形 125">
              <a:extLst>
                <a:ext uri="{FF2B5EF4-FFF2-40B4-BE49-F238E27FC236}">
                  <a16:creationId xmlns:a16="http://schemas.microsoft.com/office/drawing/2014/main" id="{D4F9E6B4-4485-425C-900F-FAA19FF92912}"/>
                </a:ext>
              </a:extLst>
            </p:cNvPr>
            <p:cNvSpPr/>
            <p:nvPr/>
          </p:nvSpPr>
          <p:spPr>
            <a:xfrm>
              <a:off x="5880476" y="4617274"/>
              <a:ext cx="528582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b="1" i="1" dirty="0">
                <a:latin typeface="NimbusRomDOT-Reg"/>
              </a:endParaRPr>
            </a:p>
          </p:txBody>
        </p:sp>
      </p:grpSp>
      <p:cxnSp>
        <p:nvCxnSpPr>
          <p:cNvPr id="111" name="直接箭头连接符 110">
            <a:extLst>
              <a:ext uri="{FF2B5EF4-FFF2-40B4-BE49-F238E27FC236}">
                <a16:creationId xmlns:a16="http://schemas.microsoft.com/office/drawing/2014/main" id="{93F367ED-8B60-47BB-8A27-C9785C58F537}"/>
              </a:ext>
            </a:extLst>
          </p:cNvPr>
          <p:cNvCxnSpPr>
            <a:cxnSpLocks/>
            <a:stCxn id="101" idx="2"/>
            <a:endCxn id="116" idx="0"/>
          </p:cNvCxnSpPr>
          <p:nvPr/>
        </p:nvCxnSpPr>
        <p:spPr>
          <a:xfrm flipH="1">
            <a:off x="3586256" y="4839037"/>
            <a:ext cx="2104757" cy="684804"/>
          </a:xfrm>
          <a:prstGeom prst="straightConnector1">
            <a:avLst/>
          </a:prstGeom>
          <a:ln w="25400">
            <a:solidFill>
              <a:schemeClr val="tx1"/>
            </a:solidFill>
            <a:headEnd type="oval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607649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6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>
            <a:extLst>
              <a:ext uri="{FF2B5EF4-FFF2-40B4-BE49-F238E27FC236}">
                <a16:creationId xmlns:a16="http://schemas.microsoft.com/office/drawing/2014/main" id="{4F158BFB-C9B7-4F14-ACD1-B76807651920}"/>
              </a:ext>
            </a:extLst>
          </p:cNvPr>
          <p:cNvGrpSpPr/>
          <p:nvPr/>
        </p:nvGrpSpPr>
        <p:grpSpPr>
          <a:xfrm>
            <a:off x="3829156" y="1599100"/>
            <a:ext cx="3419746" cy="476404"/>
            <a:chOff x="4434894" y="4609182"/>
            <a:chExt cx="3419746" cy="476404"/>
          </a:xfrm>
        </p:grpSpPr>
        <p:sp>
          <p:nvSpPr>
            <p:cNvPr id="65" name="矩形 64">
              <a:extLst>
                <a:ext uri="{FF2B5EF4-FFF2-40B4-BE49-F238E27FC236}">
                  <a16:creationId xmlns:a16="http://schemas.microsoft.com/office/drawing/2014/main" id="{02B27B1A-4B92-45B7-BCF1-EA17094D9FA9}"/>
                </a:ext>
              </a:extLst>
            </p:cNvPr>
            <p:cNvSpPr/>
            <p:nvPr/>
          </p:nvSpPr>
          <p:spPr>
            <a:xfrm>
              <a:off x="6409058" y="4615134"/>
              <a:ext cx="528582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b="1" i="1" dirty="0">
                  <a:latin typeface="NimbusRomDOT-Reg"/>
                </a:rPr>
                <a:t>N</a:t>
              </a:r>
              <a:endParaRPr lang="zh-CN" altLang="en-US" b="1" i="1" dirty="0">
                <a:latin typeface="NimbusRomDOT-Reg"/>
              </a:endParaRPr>
            </a:p>
          </p:txBody>
        </p:sp>
        <p:sp>
          <p:nvSpPr>
            <p:cNvPr id="66" name="矩形 65">
              <a:extLst>
                <a:ext uri="{FF2B5EF4-FFF2-40B4-BE49-F238E27FC236}">
                  <a16:creationId xmlns:a16="http://schemas.microsoft.com/office/drawing/2014/main" id="{FBB83373-B85B-46DB-A9B7-AA1B702D0FF1}"/>
                </a:ext>
              </a:extLst>
            </p:cNvPr>
            <p:cNvSpPr/>
            <p:nvPr/>
          </p:nvSpPr>
          <p:spPr>
            <a:xfrm>
              <a:off x="6937640" y="4609182"/>
              <a:ext cx="917000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b="1" i="1" dirty="0">
                  <a:latin typeface="NimbusRomDOT-Reg"/>
                </a:rPr>
                <a:t>…</a:t>
              </a:r>
              <a:endParaRPr lang="zh-CN" altLang="en-US" b="1" i="1" dirty="0">
                <a:latin typeface="NimbusRomDOT-Reg"/>
              </a:endParaRPr>
            </a:p>
          </p:txBody>
        </p:sp>
        <p:sp>
          <p:nvSpPr>
            <p:cNvPr id="67" name="矩形 66">
              <a:extLst>
                <a:ext uri="{FF2B5EF4-FFF2-40B4-BE49-F238E27FC236}">
                  <a16:creationId xmlns:a16="http://schemas.microsoft.com/office/drawing/2014/main" id="{C22C5B9F-5BD8-4F34-AE53-9F48D33E7B86}"/>
                </a:ext>
              </a:extLst>
            </p:cNvPr>
            <p:cNvSpPr/>
            <p:nvPr/>
          </p:nvSpPr>
          <p:spPr>
            <a:xfrm>
              <a:off x="4434894" y="4612994"/>
              <a:ext cx="917000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b="1" i="1" dirty="0">
                  <a:latin typeface="NimbusRomDOT-Reg"/>
                </a:rPr>
                <a:t>…</a:t>
              </a:r>
              <a:endParaRPr lang="zh-CN" altLang="en-US" b="1" i="1" dirty="0">
                <a:latin typeface="NimbusRomDOT-Reg"/>
              </a:endParaRPr>
            </a:p>
          </p:txBody>
        </p:sp>
        <p:sp>
          <p:nvSpPr>
            <p:cNvPr id="68" name="矩形 67">
              <a:extLst>
                <a:ext uri="{FF2B5EF4-FFF2-40B4-BE49-F238E27FC236}">
                  <a16:creationId xmlns:a16="http://schemas.microsoft.com/office/drawing/2014/main" id="{B8AFE0FE-6DCA-4C49-A6BD-0B6C2129A52D}"/>
                </a:ext>
              </a:extLst>
            </p:cNvPr>
            <p:cNvSpPr/>
            <p:nvPr/>
          </p:nvSpPr>
          <p:spPr>
            <a:xfrm>
              <a:off x="5351894" y="4615134"/>
              <a:ext cx="528582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b="1" i="1" dirty="0">
                  <a:latin typeface="NimbusRomDOT-Reg"/>
                </a:rPr>
                <a:t>N’</a:t>
              </a:r>
              <a:endParaRPr lang="zh-CN" altLang="en-US" b="1" i="1" dirty="0">
                <a:latin typeface="NimbusRomDOT-Reg"/>
              </a:endParaRPr>
            </a:p>
          </p:txBody>
        </p:sp>
        <p:sp>
          <p:nvSpPr>
            <p:cNvPr id="69" name="矩形 68">
              <a:extLst>
                <a:ext uri="{FF2B5EF4-FFF2-40B4-BE49-F238E27FC236}">
                  <a16:creationId xmlns:a16="http://schemas.microsoft.com/office/drawing/2014/main" id="{3DF31640-8116-4314-BA3A-E23A18052619}"/>
                </a:ext>
              </a:extLst>
            </p:cNvPr>
            <p:cNvSpPr/>
            <p:nvPr/>
          </p:nvSpPr>
          <p:spPr>
            <a:xfrm>
              <a:off x="5880476" y="4609182"/>
              <a:ext cx="528582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b="1" i="1" dirty="0">
                  <a:latin typeface="NimbusRomDOT-Reg"/>
                </a:rPr>
                <a:t>K’</a:t>
              </a:r>
              <a:endParaRPr lang="zh-CN" altLang="en-US" b="1" i="1" dirty="0">
                <a:latin typeface="NimbusRomDOT-Reg"/>
              </a:endParaRPr>
            </a:p>
          </p:txBody>
        </p:sp>
      </p:grp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C82B485-330C-4F7C-AD75-86FB6EFA3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CBCEC-CB0A-45CB-A649-7F99DB0D96B0}" type="datetime1">
              <a:rPr lang="zh-CN" altLang="en-US" smtClean="0"/>
              <a:t>2024/5/8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9398CB-94F3-4CE3-9880-9F79A418A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Tree Indices</a:t>
            </a:r>
            <a:endParaRPr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98061EF-E67D-4B6D-B836-FE67DC6C8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5A79-C12E-4282-8451-1BC984B858F9}" type="slidenum">
              <a:rPr lang="zh-CN" altLang="en-US" smtClean="0"/>
              <a:t>31</a:t>
            </a:fld>
            <a:endParaRPr lang="zh-CN" altLang="en-US" dirty="0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4D63A6BA-E7A8-4199-A9F7-13D20F493D3D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28878" y="0"/>
            <a:ext cx="4687268" cy="1325563"/>
          </a:xfrm>
        </p:spPr>
        <p:txBody>
          <a:bodyPr>
            <a:normAutofit/>
          </a:bodyPr>
          <a:lstStyle/>
          <a:p>
            <a:r>
              <a:rPr lang="en-US" altLang="zh-CN" dirty="0"/>
              <a:t>Merge with leaf</a:t>
            </a:r>
            <a:endParaRPr lang="zh-CN" altLang="en-US" dirty="0"/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D49D69E9-5C34-4447-9E99-6CDAEB61DA01}"/>
              </a:ext>
            </a:extLst>
          </p:cNvPr>
          <p:cNvGrpSpPr/>
          <p:nvPr/>
        </p:nvGrpSpPr>
        <p:grpSpPr>
          <a:xfrm>
            <a:off x="6161409" y="2731543"/>
            <a:ext cx="4359950" cy="470452"/>
            <a:chOff x="3604600" y="3788293"/>
            <a:chExt cx="4359950" cy="470452"/>
          </a:xfrm>
        </p:grpSpPr>
        <p:sp>
          <p:nvSpPr>
            <p:cNvPr id="27" name="矩形 26">
              <a:extLst>
                <a:ext uri="{FF2B5EF4-FFF2-40B4-BE49-F238E27FC236}">
                  <a16:creationId xmlns:a16="http://schemas.microsoft.com/office/drawing/2014/main" id="{B0CBB914-5EC1-4BAA-AF8C-4FD779D04839}"/>
                </a:ext>
              </a:extLst>
            </p:cNvPr>
            <p:cNvSpPr/>
            <p:nvPr/>
          </p:nvSpPr>
          <p:spPr>
            <a:xfrm>
              <a:off x="7341700" y="3788293"/>
              <a:ext cx="622850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lvl="0" algn="ctr"/>
              <a:endParaRPr lang="zh-CN" altLang="en-US" b="1" i="1" baseline="-25000" dirty="0">
                <a:solidFill>
                  <a:prstClr val="black"/>
                </a:solidFill>
                <a:latin typeface="NimbusRomDOT-Reg"/>
              </a:endParaRPr>
            </a:p>
          </p:txBody>
        </p:sp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D22AAD62-D706-4D04-930F-C6AA1F1BED3D}"/>
                </a:ext>
              </a:extLst>
            </p:cNvPr>
            <p:cNvSpPr/>
            <p:nvPr/>
          </p:nvSpPr>
          <p:spPr>
            <a:xfrm>
              <a:off x="6096000" y="3788293"/>
              <a:ext cx="622850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en-US" altLang="zh-CN" b="1" i="1" dirty="0">
                  <a:solidFill>
                    <a:srgbClr val="00B0F0"/>
                  </a:solidFill>
                  <a:latin typeface="NimbusRomDOT-Reg"/>
                  <a:cs typeface="Arial" panose="020B0604020202020204" pitchFamily="34" charset="0"/>
                </a:rPr>
                <a:t>K</a:t>
              </a:r>
              <a:r>
                <a:rPr lang="en-US" altLang="zh-CN" sz="1200" b="1" baseline="-25000" dirty="0">
                  <a:solidFill>
                    <a:srgbClr val="00B0F0"/>
                  </a:solidFill>
                  <a:latin typeface="NimbusRomDOT-Reg"/>
                  <a:cs typeface="Arial" panose="020B0604020202020204" pitchFamily="34" charset="0"/>
                </a:rPr>
                <a:t>⌈(</a:t>
              </a:r>
              <a:r>
                <a:rPr lang="en-US" altLang="zh-CN" sz="1200" b="1" i="1" baseline="-25000" dirty="0">
                  <a:solidFill>
                    <a:srgbClr val="00B0F0"/>
                  </a:solidFill>
                  <a:latin typeface="NimbusRomDOT-Reg"/>
                  <a:cs typeface="Arial" panose="020B0604020202020204" pitchFamily="34" charset="0"/>
                </a:rPr>
                <a:t>n-1)</a:t>
              </a:r>
              <a:r>
                <a:rPr lang="en-US" altLang="zh-CN" sz="1200" b="1" baseline="-25000" dirty="0">
                  <a:solidFill>
                    <a:srgbClr val="00B0F0"/>
                  </a:solidFill>
                  <a:latin typeface="NimbusRomDOT-Reg"/>
                  <a:cs typeface="Arial" panose="020B0604020202020204" pitchFamily="34" charset="0"/>
                </a:rPr>
                <a:t>∕2⌉-1</a:t>
              </a:r>
              <a:endParaRPr lang="zh-CN" altLang="en-US" b="1" i="1" baseline="-25000" dirty="0">
                <a:solidFill>
                  <a:srgbClr val="00B0F0"/>
                </a:solidFill>
                <a:latin typeface="NimbusRomDOT-Reg"/>
              </a:endParaRPr>
            </a:p>
          </p:txBody>
        </p:sp>
        <p:sp>
          <p:nvSpPr>
            <p:cNvPr id="29" name="矩形 28">
              <a:extLst>
                <a:ext uri="{FF2B5EF4-FFF2-40B4-BE49-F238E27FC236}">
                  <a16:creationId xmlns:a16="http://schemas.microsoft.com/office/drawing/2014/main" id="{F93411BD-672D-4D3D-95DB-83F50497D900}"/>
                </a:ext>
              </a:extLst>
            </p:cNvPr>
            <p:cNvSpPr/>
            <p:nvPr/>
          </p:nvSpPr>
          <p:spPr>
            <a:xfrm>
              <a:off x="5473150" y="3788293"/>
              <a:ext cx="622850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b="1" i="1" dirty="0">
                  <a:latin typeface="NimbusRomDOT-Reg"/>
                </a:rPr>
                <a:t>…</a:t>
              </a:r>
              <a:endParaRPr lang="zh-CN" altLang="en-US" b="1" i="1" dirty="0">
                <a:latin typeface="NimbusRomDOT-Reg"/>
              </a:endParaRPr>
            </a:p>
          </p:txBody>
        </p:sp>
        <p:sp>
          <p:nvSpPr>
            <p:cNvPr id="30" name="矩形 29">
              <a:extLst>
                <a:ext uri="{FF2B5EF4-FFF2-40B4-BE49-F238E27FC236}">
                  <a16:creationId xmlns:a16="http://schemas.microsoft.com/office/drawing/2014/main" id="{8302A4F3-99D4-4B19-87F4-A10F61D398FF}"/>
                </a:ext>
              </a:extLst>
            </p:cNvPr>
            <p:cNvSpPr/>
            <p:nvPr/>
          </p:nvSpPr>
          <p:spPr>
            <a:xfrm>
              <a:off x="3604600" y="3788293"/>
              <a:ext cx="622850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b="1" i="1" dirty="0">
                  <a:solidFill>
                    <a:srgbClr val="00B0F0"/>
                  </a:solidFill>
                  <a:latin typeface="NimbusRomDOT-Reg"/>
                </a:rPr>
                <a:t>P</a:t>
              </a:r>
              <a:r>
                <a:rPr lang="en-US" altLang="zh-CN" b="1" i="1" baseline="-25000" dirty="0">
                  <a:solidFill>
                    <a:srgbClr val="00B0F0"/>
                  </a:solidFill>
                  <a:latin typeface="NimbusRomDOT-Reg"/>
                </a:rPr>
                <a:t>1</a:t>
              </a:r>
              <a:endParaRPr lang="zh-CN" altLang="en-US" b="1" i="1" baseline="-25000" dirty="0">
                <a:solidFill>
                  <a:srgbClr val="00B0F0"/>
                </a:solidFill>
                <a:latin typeface="NimbusRomDOT-Reg"/>
              </a:endParaRPr>
            </a:p>
          </p:txBody>
        </p:sp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B99D6A06-9BD6-49FD-9425-094C2F520519}"/>
                </a:ext>
              </a:extLst>
            </p:cNvPr>
            <p:cNvSpPr/>
            <p:nvPr/>
          </p:nvSpPr>
          <p:spPr>
            <a:xfrm>
              <a:off x="4850300" y="3788293"/>
              <a:ext cx="622850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b="1" i="1" dirty="0">
                  <a:solidFill>
                    <a:srgbClr val="00B0F0"/>
                  </a:solidFill>
                  <a:latin typeface="NimbusRomDOT-Reg"/>
                </a:rPr>
                <a:t>P</a:t>
              </a:r>
              <a:r>
                <a:rPr lang="en-US" altLang="zh-CN" b="1" i="1" baseline="-25000" dirty="0">
                  <a:solidFill>
                    <a:srgbClr val="00B0F0"/>
                  </a:solidFill>
                  <a:latin typeface="NimbusRomDOT-Reg"/>
                </a:rPr>
                <a:t>2</a:t>
              </a:r>
              <a:endParaRPr lang="zh-CN" altLang="en-US" b="1" i="1" baseline="-25000" dirty="0">
                <a:solidFill>
                  <a:srgbClr val="00B0F0"/>
                </a:solidFill>
                <a:latin typeface="NimbusRomDOT-Reg"/>
              </a:endParaRPr>
            </a:p>
          </p:txBody>
        </p:sp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AD6E6633-0402-4FF6-BDEF-D08831D663F7}"/>
                </a:ext>
              </a:extLst>
            </p:cNvPr>
            <p:cNvSpPr/>
            <p:nvPr/>
          </p:nvSpPr>
          <p:spPr>
            <a:xfrm>
              <a:off x="4227450" y="3788293"/>
              <a:ext cx="622850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b="1" i="1" dirty="0">
                  <a:solidFill>
                    <a:srgbClr val="00B0F0"/>
                  </a:solidFill>
                  <a:latin typeface="NimbusRomDOT-Reg"/>
                </a:rPr>
                <a:t>K</a:t>
              </a:r>
              <a:r>
                <a:rPr lang="en-US" altLang="zh-CN" b="1" i="1" baseline="-25000" dirty="0">
                  <a:solidFill>
                    <a:srgbClr val="00B0F0"/>
                  </a:solidFill>
                  <a:latin typeface="NimbusRomDOT-Reg"/>
                </a:rPr>
                <a:t>1</a:t>
              </a:r>
              <a:endParaRPr lang="zh-CN" altLang="en-US" b="1" i="1" baseline="-25000" dirty="0">
                <a:solidFill>
                  <a:srgbClr val="00B0F0"/>
                </a:solidFill>
                <a:latin typeface="NimbusRomDOT-Reg"/>
              </a:endParaRPr>
            </a:p>
          </p:txBody>
        </p:sp>
        <p:sp>
          <p:nvSpPr>
            <p:cNvPr id="33" name="矩形 32">
              <a:extLst>
                <a:ext uri="{FF2B5EF4-FFF2-40B4-BE49-F238E27FC236}">
                  <a16:creationId xmlns:a16="http://schemas.microsoft.com/office/drawing/2014/main" id="{BC67FFD0-0C79-4D8B-B0D3-DA47956FD967}"/>
                </a:ext>
              </a:extLst>
            </p:cNvPr>
            <p:cNvSpPr/>
            <p:nvPr/>
          </p:nvSpPr>
          <p:spPr>
            <a:xfrm>
              <a:off x="6716668" y="3788293"/>
              <a:ext cx="622850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endParaRPr lang="zh-CN" altLang="en-US" b="1" i="1" baseline="-25000" dirty="0">
                <a:solidFill>
                  <a:srgbClr val="00B0F0"/>
                </a:solidFill>
                <a:latin typeface="NimbusRomDOT-Reg"/>
              </a:endParaRPr>
            </a:p>
          </p:txBody>
        </p:sp>
      </p:grp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B042A6BE-F0DE-4939-8D2F-583B96E52487}"/>
              </a:ext>
            </a:extLst>
          </p:cNvPr>
          <p:cNvCxnSpPr>
            <a:cxnSpLocks/>
            <a:stCxn id="68" idx="2"/>
            <a:endCxn id="79" idx="0"/>
          </p:cNvCxnSpPr>
          <p:nvPr/>
        </p:nvCxnSpPr>
        <p:spPr>
          <a:xfrm flipH="1">
            <a:off x="2905690" y="2075504"/>
            <a:ext cx="2104757" cy="660528"/>
          </a:xfrm>
          <a:prstGeom prst="straightConnector1">
            <a:avLst/>
          </a:prstGeom>
          <a:ln w="25400">
            <a:solidFill>
              <a:schemeClr val="tx1"/>
            </a:solidFill>
            <a:headEnd type="oval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3B96E2A9-7507-4D88-B5AC-C5E4F9830BEC}"/>
              </a:ext>
            </a:extLst>
          </p:cNvPr>
          <p:cNvCxnSpPr>
            <a:cxnSpLocks/>
            <a:stCxn id="65" idx="2"/>
            <a:endCxn id="29" idx="0"/>
          </p:cNvCxnSpPr>
          <p:nvPr/>
        </p:nvCxnSpPr>
        <p:spPr>
          <a:xfrm>
            <a:off x="6067611" y="2075504"/>
            <a:ext cx="2273773" cy="656039"/>
          </a:xfrm>
          <a:prstGeom prst="straightConnector1">
            <a:avLst/>
          </a:prstGeom>
          <a:ln w="25400">
            <a:solidFill>
              <a:schemeClr val="tx1"/>
            </a:solidFill>
            <a:headEnd type="oval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矩形 53">
            <a:extLst>
              <a:ext uri="{FF2B5EF4-FFF2-40B4-BE49-F238E27FC236}">
                <a16:creationId xmlns:a16="http://schemas.microsoft.com/office/drawing/2014/main" id="{437CAB6E-2BA4-4223-8F5B-FAFFEA17B391}"/>
              </a:ext>
            </a:extLst>
          </p:cNvPr>
          <p:cNvSpPr/>
          <p:nvPr/>
        </p:nvSpPr>
        <p:spPr>
          <a:xfrm>
            <a:off x="8266165" y="3209508"/>
            <a:ext cx="38664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i="1" dirty="0">
                <a:solidFill>
                  <a:srgbClr val="FF0000"/>
                </a:solidFill>
                <a:latin typeface="NimbusRomDOT-Reg"/>
                <a:cs typeface="Arial" panose="020B0604020202020204" pitchFamily="34" charset="0"/>
              </a:rPr>
              <a:t>N</a:t>
            </a:r>
            <a:endParaRPr lang="zh-CN" altLang="en-US" sz="2400" dirty="0"/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88052872-D607-452E-B43C-AFE234757C04}"/>
              </a:ext>
            </a:extLst>
          </p:cNvPr>
          <p:cNvGrpSpPr/>
          <p:nvPr/>
        </p:nvGrpSpPr>
        <p:grpSpPr>
          <a:xfrm>
            <a:off x="431281" y="1077425"/>
            <a:ext cx="6096000" cy="397271"/>
            <a:chOff x="2424913" y="237782"/>
            <a:chExt cx="6096000" cy="397271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309913B2-19B3-4BE6-89BD-0848BF19F858}"/>
                </a:ext>
              </a:extLst>
            </p:cNvPr>
            <p:cNvSpPr/>
            <p:nvPr/>
          </p:nvSpPr>
          <p:spPr>
            <a:xfrm>
              <a:off x="2424913" y="265721"/>
              <a:ext cx="6096000" cy="369332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marL="285750" lvl="1" indent="-285750">
                <a:lnSpc>
                  <a:spcPct val="100000"/>
                </a:lnSpc>
                <a:spcBef>
                  <a:spcPts val="1800"/>
                </a:spcBef>
                <a:buFont typeface="Wingdings" panose="05000000000000000000" pitchFamily="2" charset="2"/>
                <a:buChar char="l"/>
              </a:pPr>
              <a:r>
                <a:rPr lang="en-US" altLang="en-US" dirty="0">
                  <a:latin typeface="Arial" panose="020B0604020202020204" pitchFamily="34" charset="0"/>
                  <a:cs typeface="Arial" panose="020B0604020202020204" pitchFamily="34" charset="0"/>
                </a:rPr>
                <a:t>A leaf node has between                             values</a:t>
              </a:r>
            </a:p>
          </p:txBody>
        </p:sp>
        <p:pic>
          <p:nvPicPr>
            <p:cNvPr id="61" name="Picture 6" descr="http://www.sciweavers.org/upload/Tex2Img_1618646928/eqn.png">
              <a:extLst>
                <a:ext uri="{FF2B5EF4-FFF2-40B4-BE49-F238E27FC236}">
                  <a16:creationId xmlns:a16="http://schemas.microsoft.com/office/drawing/2014/main" id="{C9FBE15D-211B-4146-A130-0AC61C951F6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29412" y="237782"/>
              <a:ext cx="1780366" cy="38945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70" name="组合 69">
            <a:extLst>
              <a:ext uri="{FF2B5EF4-FFF2-40B4-BE49-F238E27FC236}">
                <a16:creationId xmlns:a16="http://schemas.microsoft.com/office/drawing/2014/main" id="{5F830678-943A-499C-BFAF-BC06759750F9}"/>
              </a:ext>
            </a:extLst>
          </p:cNvPr>
          <p:cNvGrpSpPr/>
          <p:nvPr/>
        </p:nvGrpSpPr>
        <p:grpSpPr>
          <a:xfrm>
            <a:off x="725715" y="2736032"/>
            <a:ext cx="4359950" cy="470452"/>
            <a:chOff x="3604600" y="3788293"/>
            <a:chExt cx="4359950" cy="470452"/>
          </a:xfrm>
        </p:grpSpPr>
        <p:sp>
          <p:nvSpPr>
            <p:cNvPr id="71" name="矩形 70">
              <a:extLst>
                <a:ext uri="{FF2B5EF4-FFF2-40B4-BE49-F238E27FC236}">
                  <a16:creationId xmlns:a16="http://schemas.microsoft.com/office/drawing/2014/main" id="{DF22C36B-5B53-4137-9875-3FD0C727C82B}"/>
                </a:ext>
              </a:extLst>
            </p:cNvPr>
            <p:cNvSpPr/>
            <p:nvPr/>
          </p:nvSpPr>
          <p:spPr>
            <a:xfrm>
              <a:off x="7341700" y="3788293"/>
              <a:ext cx="622850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lvl="0" algn="ctr"/>
              <a:endParaRPr lang="zh-CN" altLang="en-US" b="1" i="1" baseline="-25000" dirty="0">
                <a:solidFill>
                  <a:prstClr val="black"/>
                </a:solidFill>
                <a:latin typeface="NimbusRomDOT-Reg"/>
              </a:endParaRPr>
            </a:p>
          </p:txBody>
        </p:sp>
        <p:sp>
          <p:nvSpPr>
            <p:cNvPr id="72" name="矩形 71">
              <a:extLst>
                <a:ext uri="{FF2B5EF4-FFF2-40B4-BE49-F238E27FC236}">
                  <a16:creationId xmlns:a16="http://schemas.microsoft.com/office/drawing/2014/main" id="{9EEFE5F5-FA7E-4A53-A368-0CCB452D3137}"/>
                </a:ext>
              </a:extLst>
            </p:cNvPr>
            <p:cNvSpPr/>
            <p:nvPr/>
          </p:nvSpPr>
          <p:spPr>
            <a:xfrm>
              <a:off x="6096000" y="3788293"/>
              <a:ext cx="622850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b="1" i="1" baseline="-25000" dirty="0">
                <a:latin typeface="NimbusRomDOT-Reg"/>
              </a:endParaRPr>
            </a:p>
          </p:txBody>
        </p:sp>
        <p:sp>
          <p:nvSpPr>
            <p:cNvPr id="79" name="矩形 78">
              <a:extLst>
                <a:ext uri="{FF2B5EF4-FFF2-40B4-BE49-F238E27FC236}">
                  <a16:creationId xmlns:a16="http://schemas.microsoft.com/office/drawing/2014/main" id="{6C769D96-4917-429F-8F0D-CA7F38CF931E}"/>
                </a:ext>
              </a:extLst>
            </p:cNvPr>
            <p:cNvSpPr/>
            <p:nvPr/>
          </p:nvSpPr>
          <p:spPr>
            <a:xfrm>
              <a:off x="5473150" y="3788293"/>
              <a:ext cx="622850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b="1" i="1" dirty="0">
                <a:latin typeface="NimbusRomDOT-Reg"/>
              </a:endParaRPr>
            </a:p>
          </p:txBody>
        </p:sp>
        <p:sp>
          <p:nvSpPr>
            <p:cNvPr id="80" name="矩形 79">
              <a:extLst>
                <a:ext uri="{FF2B5EF4-FFF2-40B4-BE49-F238E27FC236}">
                  <a16:creationId xmlns:a16="http://schemas.microsoft.com/office/drawing/2014/main" id="{5BAD9BC2-AA3A-4AD5-990F-F59016C221C9}"/>
                </a:ext>
              </a:extLst>
            </p:cNvPr>
            <p:cNvSpPr/>
            <p:nvPr/>
          </p:nvSpPr>
          <p:spPr>
            <a:xfrm>
              <a:off x="3604600" y="3788293"/>
              <a:ext cx="622850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b="1" i="1" dirty="0">
                  <a:solidFill>
                    <a:srgbClr val="00B050"/>
                  </a:solidFill>
                  <a:latin typeface="NimbusRomDOT-Reg"/>
                </a:rPr>
                <a:t>P</a:t>
              </a:r>
              <a:r>
                <a:rPr lang="en-US" altLang="zh-CN" b="1" i="1" baseline="-25000" dirty="0">
                  <a:solidFill>
                    <a:srgbClr val="00B050"/>
                  </a:solidFill>
                  <a:latin typeface="NimbusRomDOT-Reg"/>
                </a:rPr>
                <a:t>1</a:t>
              </a:r>
              <a:endParaRPr lang="zh-CN" altLang="en-US" b="1" i="1" baseline="-25000" dirty="0">
                <a:solidFill>
                  <a:srgbClr val="00B050"/>
                </a:solidFill>
                <a:latin typeface="NimbusRomDOT-Reg"/>
              </a:endParaRPr>
            </a:p>
          </p:txBody>
        </p:sp>
        <p:sp>
          <p:nvSpPr>
            <p:cNvPr id="82" name="矩形 81">
              <a:extLst>
                <a:ext uri="{FF2B5EF4-FFF2-40B4-BE49-F238E27FC236}">
                  <a16:creationId xmlns:a16="http://schemas.microsoft.com/office/drawing/2014/main" id="{81D27FC0-C383-4C71-8D67-092C277CAA89}"/>
                </a:ext>
              </a:extLst>
            </p:cNvPr>
            <p:cNvSpPr/>
            <p:nvPr/>
          </p:nvSpPr>
          <p:spPr>
            <a:xfrm>
              <a:off x="4850300" y="3788293"/>
              <a:ext cx="622850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b="1" i="1" dirty="0">
                  <a:latin typeface="NimbusRomDOT-Reg"/>
                </a:rPr>
                <a:t>…</a:t>
              </a:r>
              <a:endParaRPr lang="zh-CN" altLang="en-US" b="1" i="1" dirty="0">
                <a:latin typeface="NimbusRomDOT-Reg"/>
              </a:endParaRPr>
            </a:p>
          </p:txBody>
        </p:sp>
        <p:sp>
          <p:nvSpPr>
            <p:cNvPr id="86" name="矩形 85">
              <a:extLst>
                <a:ext uri="{FF2B5EF4-FFF2-40B4-BE49-F238E27FC236}">
                  <a16:creationId xmlns:a16="http://schemas.microsoft.com/office/drawing/2014/main" id="{632AA107-37D0-44E8-8AE5-06B6B1F1C071}"/>
                </a:ext>
              </a:extLst>
            </p:cNvPr>
            <p:cNvSpPr/>
            <p:nvPr/>
          </p:nvSpPr>
          <p:spPr>
            <a:xfrm>
              <a:off x="4227450" y="3788293"/>
              <a:ext cx="622850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b="1" i="1" dirty="0">
                  <a:solidFill>
                    <a:srgbClr val="00B050"/>
                  </a:solidFill>
                  <a:latin typeface="NimbusRomDOT-Reg"/>
                </a:rPr>
                <a:t>K</a:t>
              </a:r>
              <a:r>
                <a:rPr lang="en-US" altLang="zh-CN" b="1" i="1" baseline="-25000" dirty="0">
                  <a:solidFill>
                    <a:srgbClr val="00B050"/>
                  </a:solidFill>
                  <a:latin typeface="NimbusRomDOT-Reg"/>
                </a:rPr>
                <a:t>1</a:t>
              </a:r>
              <a:endParaRPr lang="zh-CN" altLang="en-US" b="1" i="1" baseline="-25000" dirty="0">
                <a:solidFill>
                  <a:srgbClr val="00B050"/>
                </a:solidFill>
                <a:latin typeface="NimbusRomDOT-Reg"/>
              </a:endParaRPr>
            </a:p>
          </p:txBody>
        </p:sp>
        <p:sp>
          <p:nvSpPr>
            <p:cNvPr id="88" name="矩形 87">
              <a:extLst>
                <a:ext uri="{FF2B5EF4-FFF2-40B4-BE49-F238E27FC236}">
                  <a16:creationId xmlns:a16="http://schemas.microsoft.com/office/drawing/2014/main" id="{25D9757B-3B81-400B-A029-7A80F2A4DF89}"/>
                </a:ext>
              </a:extLst>
            </p:cNvPr>
            <p:cNvSpPr/>
            <p:nvPr/>
          </p:nvSpPr>
          <p:spPr>
            <a:xfrm>
              <a:off x="6716668" y="3788293"/>
              <a:ext cx="622850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b="1" i="1" baseline="-25000" dirty="0">
                <a:latin typeface="NimbusRomDOT-Reg"/>
              </a:endParaRPr>
            </a:p>
          </p:txBody>
        </p:sp>
      </p:grpSp>
      <p:sp>
        <p:nvSpPr>
          <p:cNvPr id="91" name="矩形 90">
            <a:extLst>
              <a:ext uri="{FF2B5EF4-FFF2-40B4-BE49-F238E27FC236}">
                <a16:creationId xmlns:a16="http://schemas.microsoft.com/office/drawing/2014/main" id="{8929DE81-3A31-46CF-9BB5-027D4AB41E69}"/>
              </a:ext>
            </a:extLst>
          </p:cNvPr>
          <p:cNvSpPr/>
          <p:nvPr/>
        </p:nvSpPr>
        <p:spPr>
          <a:xfrm>
            <a:off x="2672291" y="3202213"/>
            <a:ext cx="46679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i="1" dirty="0">
                <a:solidFill>
                  <a:srgbClr val="FF0000"/>
                </a:solidFill>
                <a:latin typeface="NimbusRomDOT-Reg"/>
                <a:cs typeface="Arial" panose="020B0604020202020204" pitchFamily="34" charset="0"/>
              </a:rPr>
              <a:t>N’</a:t>
            </a:r>
            <a:endParaRPr lang="zh-CN" altLang="en-US" sz="2400" dirty="0"/>
          </a:p>
        </p:txBody>
      </p:sp>
      <p:sp>
        <p:nvSpPr>
          <p:cNvPr id="95" name="文本框 94">
            <a:extLst>
              <a:ext uri="{FF2B5EF4-FFF2-40B4-BE49-F238E27FC236}">
                <a16:creationId xmlns:a16="http://schemas.microsoft.com/office/drawing/2014/main" id="{9EE2F2A4-E6F2-4F70-93D5-EBACECAA977C}"/>
              </a:ext>
            </a:extLst>
          </p:cNvPr>
          <p:cNvSpPr txBox="1"/>
          <p:nvPr/>
        </p:nvSpPr>
        <p:spPr>
          <a:xfrm>
            <a:off x="616924" y="2145485"/>
            <a:ext cx="23946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# of N </a:t>
            </a:r>
            <a:r>
              <a:rPr lang="en-US" altLang="zh-CN" b="1" i="1" dirty="0"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  <a:r>
              <a:rPr lang="en-US" altLang="zh-CN" b="1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# of N’ </a:t>
            </a:r>
            <a:r>
              <a:rPr lang="en-US" altLang="zh-CN" b="1" i="1" dirty="0">
                <a:latin typeface="Arial" panose="020B0604020202020204" pitchFamily="34" charset="0"/>
                <a:cs typeface="Arial" panose="020B0604020202020204" pitchFamily="34" charset="0"/>
              </a:rPr>
              <a:t>=</a:t>
            </a:r>
            <a:r>
              <a:rPr lang="en-US" altLang="zh-CN" b="1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n-1</a:t>
            </a:r>
            <a:endParaRPr lang="zh-CN" altLang="en-US" b="1" i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6" name="箭头: 下 95">
            <a:extLst>
              <a:ext uri="{FF2B5EF4-FFF2-40B4-BE49-F238E27FC236}">
                <a16:creationId xmlns:a16="http://schemas.microsoft.com/office/drawing/2014/main" id="{C31A8F03-C019-48D9-805A-1AA39C62BA3F}"/>
              </a:ext>
            </a:extLst>
          </p:cNvPr>
          <p:cNvSpPr/>
          <p:nvPr/>
        </p:nvSpPr>
        <p:spPr>
          <a:xfrm>
            <a:off x="5411370" y="3671453"/>
            <a:ext cx="496355" cy="470452"/>
          </a:xfrm>
          <a:prstGeom prst="downArrow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97" name="组合 96">
            <a:extLst>
              <a:ext uri="{FF2B5EF4-FFF2-40B4-BE49-F238E27FC236}">
                <a16:creationId xmlns:a16="http://schemas.microsoft.com/office/drawing/2014/main" id="{BAE26F1C-3902-4913-B448-B8B480E2CBA8}"/>
              </a:ext>
            </a:extLst>
          </p:cNvPr>
          <p:cNvGrpSpPr/>
          <p:nvPr/>
        </p:nvGrpSpPr>
        <p:grpSpPr>
          <a:xfrm>
            <a:off x="4024535" y="4362633"/>
            <a:ext cx="3419746" cy="476404"/>
            <a:chOff x="4434894" y="4609182"/>
            <a:chExt cx="3419746" cy="476404"/>
          </a:xfrm>
        </p:grpSpPr>
        <p:sp>
          <p:nvSpPr>
            <p:cNvPr id="98" name="矩形 97">
              <a:extLst>
                <a:ext uri="{FF2B5EF4-FFF2-40B4-BE49-F238E27FC236}">
                  <a16:creationId xmlns:a16="http://schemas.microsoft.com/office/drawing/2014/main" id="{7C7305BA-701C-47F9-9117-C9F3F4141FB5}"/>
                </a:ext>
              </a:extLst>
            </p:cNvPr>
            <p:cNvSpPr/>
            <p:nvPr/>
          </p:nvSpPr>
          <p:spPr>
            <a:xfrm>
              <a:off x="6409058" y="4615134"/>
              <a:ext cx="528582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b="1" i="1" dirty="0">
                  <a:latin typeface="NimbusRomDOT-Reg"/>
                </a:rPr>
                <a:t>N</a:t>
              </a:r>
              <a:endParaRPr lang="zh-CN" altLang="en-US" b="1" i="1" dirty="0">
                <a:latin typeface="NimbusRomDOT-Reg"/>
              </a:endParaRPr>
            </a:p>
          </p:txBody>
        </p:sp>
        <p:sp>
          <p:nvSpPr>
            <p:cNvPr id="99" name="矩形 98">
              <a:extLst>
                <a:ext uri="{FF2B5EF4-FFF2-40B4-BE49-F238E27FC236}">
                  <a16:creationId xmlns:a16="http://schemas.microsoft.com/office/drawing/2014/main" id="{2F906DB3-058B-4FAA-B76F-558693E370B2}"/>
                </a:ext>
              </a:extLst>
            </p:cNvPr>
            <p:cNvSpPr/>
            <p:nvPr/>
          </p:nvSpPr>
          <p:spPr>
            <a:xfrm>
              <a:off x="6937640" y="4609182"/>
              <a:ext cx="917000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b="1" i="1" dirty="0">
                  <a:latin typeface="NimbusRomDOT-Reg"/>
                </a:rPr>
                <a:t>…</a:t>
              </a:r>
              <a:endParaRPr lang="zh-CN" altLang="en-US" b="1" i="1" dirty="0">
                <a:latin typeface="NimbusRomDOT-Reg"/>
              </a:endParaRPr>
            </a:p>
          </p:txBody>
        </p:sp>
        <p:sp>
          <p:nvSpPr>
            <p:cNvPr id="100" name="矩形 99">
              <a:extLst>
                <a:ext uri="{FF2B5EF4-FFF2-40B4-BE49-F238E27FC236}">
                  <a16:creationId xmlns:a16="http://schemas.microsoft.com/office/drawing/2014/main" id="{A0F0584B-5706-4399-85CF-94845C136DFF}"/>
                </a:ext>
              </a:extLst>
            </p:cNvPr>
            <p:cNvSpPr/>
            <p:nvPr/>
          </p:nvSpPr>
          <p:spPr>
            <a:xfrm>
              <a:off x="4434894" y="4612994"/>
              <a:ext cx="917000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b="1" i="1" dirty="0">
                  <a:latin typeface="NimbusRomDOT-Reg"/>
                </a:rPr>
                <a:t>…</a:t>
              </a:r>
              <a:endParaRPr lang="zh-CN" altLang="en-US" b="1" i="1" dirty="0">
                <a:latin typeface="NimbusRomDOT-Reg"/>
              </a:endParaRPr>
            </a:p>
          </p:txBody>
        </p:sp>
        <p:sp>
          <p:nvSpPr>
            <p:cNvPr id="101" name="矩形 100">
              <a:extLst>
                <a:ext uri="{FF2B5EF4-FFF2-40B4-BE49-F238E27FC236}">
                  <a16:creationId xmlns:a16="http://schemas.microsoft.com/office/drawing/2014/main" id="{80F194A4-5191-4637-93E9-8E6814585E53}"/>
                </a:ext>
              </a:extLst>
            </p:cNvPr>
            <p:cNvSpPr/>
            <p:nvPr/>
          </p:nvSpPr>
          <p:spPr>
            <a:xfrm>
              <a:off x="5351894" y="4615134"/>
              <a:ext cx="528582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b="1" i="1" dirty="0">
                  <a:latin typeface="NimbusRomDOT-Reg"/>
                </a:rPr>
                <a:t>N’</a:t>
              </a:r>
              <a:endParaRPr lang="zh-CN" altLang="en-US" b="1" i="1" dirty="0">
                <a:latin typeface="NimbusRomDOT-Reg"/>
              </a:endParaRPr>
            </a:p>
          </p:txBody>
        </p:sp>
        <p:sp>
          <p:nvSpPr>
            <p:cNvPr id="102" name="矩形 101">
              <a:extLst>
                <a:ext uri="{FF2B5EF4-FFF2-40B4-BE49-F238E27FC236}">
                  <a16:creationId xmlns:a16="http://schemas.microsoft.com/office/drawing/2014/main" id="{CC5DB419-869F-45BC-91A4-D47B190ADA49}"/>
                </a:ext>
              </a:extLst>
            </p:cNvPr>
            <p:cNvSpPr/>
            <p:nvPr/>
          </p:nvSpPr>
          <p:spPr>
            <a:xfrm>
              <a:off x="5880476" y="4611054"/>
              <a:ext cx="528582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b="1" i="1" dirty="0">
                  <a:latin typeface="NimbusRomDOT-Reg"/>
                </a:rPr>
                <a:t>K’</a:t>
              </a:r>
              <a:endParaRPr lang="zh-CN" altLang="en-US" b="1" i="1" dirty="0">
                <a:latin typeface="NimbusRomDOT-Reg"/>
              </a:endParaRPr>
            </a:p>
          </p:txBody>
        </p:sp>
      </p:grpSp>
      <p:grpSp>
        <p:nvGrpSpPr>
          <p:cNvPr id="103" name="组合 102">
            <a:extLst>
              <a:ext uri="{FF2B5EF4-FFF2-40B4-BE49-F238E27FC236}">
                <a16:creationId xmlns:a16="http://schemas.microsoft.com/office/drawing/2014/main" id="{FCCDEDD7-2A40-4B91-A4C0-4FC6A6C1D637}"/>
              </a:ext>
            </a:extLst>
          </p:cNvPr>
          <p:cNvGrpSpPr/>
          <p:nvPr/>
        </p:nvGrpSpPr>
        <p:grpSpPr>
          <a:xfrm>
            <a:off x="6356788" y="5495076"/>
            <a:ext cx="4359950" cy="470452"/>
            <a:chOff x="3604600" y="3788293"/>
            <a:chExt cx="4359950" cy="470452"/>
          </a:xfrm>
        </p:grpSpPr>
        <p:sp>
          <p:nvSpPr>
            <p:cNvPr id="104" name="矩形 103">
              <a:extLst>
                <a:ext uri="{FF2B5EF4-FFF2-40B4-BE49-F238E27FC236}">
                  <a16:creationId xmlns:a16="http://schemas.microsoft.com/office/drawing/2014/main" id="{15219C22-7231-4B8B-B14F-622063CED33E}"/>
                </a:ext>
              </a:extLst>
            </p:cNvPr>
            <p:cNvSpPr/>
            <p:nvPr/>
          </p:nvSpPr>
          <p:spPr>
            <a:xfrm>
              <a:off x="7341700" y="3788293"/>
              <a:ext cx="622850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lvl="0" algn="ctr"/>
              <a:endParaRPr lang="zh-CN" altLang="en-US" b="1" i="1" baseline="-25000" dirty="0">
                <a:solidFill>
                  <a:prstClr val="black"/>
                </a:solidFill>
                <a:latin typeface="NimbusRomDOT-Reg"/>
              </a:endParaRPr>
            </a:p>
          </p:txBody>
        </p:sp>
        <p:sp>
          <p:nvSpPr>
            <p:cNvPr id="105" name="矩形 104">
              <a:extLst>
                <a:ext uri="{FF2B5EF4-FFF2-40B4-BE49-F238E27FC236}">
                  <a16:creationId xmlns:a16="http://schemas.microsoft.com/office/drawing/2014/main" id="{92495EDE-37BF-44B2-AB75-DEAE9FFA0D40}"/>
                </a:ext>
              </a:extLst>
            </p:cNvPr>
            <p:cNvSpPr/>
            <p:nvPr/>
          </p:nvSpPr>
          <p:spPr>
            <a:xfrm>
              <a:off x="6096000" y="3788293"/>
              <a:ext cx="622850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rIns="0" rtlCol="0" anchor="ctr"/>
            <a:lstStyle/>
            <a:p>
              <a:pPr lvl="0" algn="ctr"/>
              <a:r>
                <a:rPr lang="en-US" altLang="zh-CN" b="1" i="1" dirty="0">
                  <a:solidFill>
                    <a:srgbClr val="00B0F0"/>
                  </a:solidFill>
                  <a:latin typeface="NimbusRomDOT-Reg"/>
                  <a:cs typeface="Arial" panose="020B0604020202020204" pitchFamily="34" charset="0"/>
                </a:rPr>
                <a:t>K</a:t>
              </a:r>
              <a:r>
                <a:rPr lang="en-US" altLang="zh-CN" sz="1200" b="1" baseline="-25000" dirty="0">
                  <a:solidFill>
                    <a:srgbClr val="00B0F0"/>
                  </a:solidFill>
                  <a:latin typeface="NimbusRomDOT-Reg"/>
                  <a:cs typeface="Arial" panose="020B0604020202020204" pitchFamily="34" charset="0"/>
                </a:rPr>
                <a:t>⌈(</a:t>
              </a:r>
              <a:r>
                <a:rPr lang="en-US" altLang="zh-CN" sz="1200" b="1" i="1" baseline="-25000" dirty="0">
                  <a:solidFill>
                    <a:srgbClr val="00B0F0"/>
                  </a:solidFill>
                  <a:latin typeface="NimbusRomDOT-Reg"/>
                  <a:cs typeface="Arial" panose="020B0604020202020204" pitchFamily="34" charset="0"/>
                </a:rPr>
                <a:t>n-1)</a:t>
              </a:r>
              <a:r>
                <a:rPr lang="en-US" altLang="zh-CN" sz="1200" b="1" baseline="-25000" dirty="0">
                  <a:solidFill>
                    <a:srgbClr val="00B0F0"/>
                  </a:solidFill>
                  <a:latin typeface="NimbusRomDOT-Reg"/>
                  <a:cs typeface="Arial" panose="020B0604020202020204" pitchFamily="34" charset="0"/>
                </a:rPr>
                <a:t>∕2⌉-1</a:t>
              </a:r>
              <a:endParaRPr lang="zh-CN" altLang="en-US" b="1" i="1" baseline="-25000" dirty="0">
                <a:solidFill>
                  <a:srgbClr val="00B0F0"/>
                </a:solidFill>
                <a:latin typeface="NimbusRomDOT-Reg"/>
              </a:endParaRPr>
            </a:p>
          </p:txBody>
        </p:sp>
        <p:sp>
          <p:nvSpPr>
            <p:cNvPr id="106" name="矩形 105">
              <a:extLst>
                <a:ext uri="{FF2B5EF4-FFF2-40B4-BE49-F238E27FC236}">
                  <a16:creationId xmlns:a16="http://schemas.microsoft.com/office/drawing/2014/main" id="{706888D0-6950-40A2-B01A-10A3BEACFCF9}"/>
                </a:ext>
              </a:extLst>
            </p:cNvPr>
            <p:cNvSpPr/>
            <p:nvPr/>
          </p:nvSpPr>
          <p:spPr>
            <a:xfrm>
              <a:off x="5473150" y="3788293"/>
              <a:ext cx="622850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b="1" i="1" dirty="0">
                  <a:latin typeface="NimbusRomDOT-Reg"/>
                </a:rPr>
                <a:t>…</a:t>
              </a:r>
              <a:endParaRPr lang="zh-CN" altLang="en-US" b="1" i="1" dirty="0">
                <a:latin typeface="NimbusRomDOT-Reg"/>
              </a:endParaRPr>
            </a:p>
          </p:txBody>
        </p:sp>
        <p:sp>
          <p:nvSpPr>
            <p:cNvPr id="107" name="矩形 106">
              <a:extLst>
                <a:ext uri="{FF2B5EF4-FFF2-40B4-BE49-F238E27FC236}">
                  <a16:creationId xmlns:a16="http://schemas.microsoft.com/office/drawing/2014/main" id="{7FDB873E-EC64-40E9-8CFF-49D1C428FB8D}"/>
                </a:ext>
              </a:extLst>
            </p:cNvPr>
            <p:cNvSpPr/>
            <p:nvPr/>
          </p:nvSpPr>
          <p:spPr>
            <a:xfrm>
              <a:off x="3604600" y="3788293"/>
              <a:ext cx="622850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b="1" i="1" dirty="0">
                  <a:solidFill>
                    <a:srgbClr val="00B0F0"/>
                  </a:solidFill>
                  <a:latin typeface="NimbusRomDOT-Reg"/>
                </a:rPr>
                <a:t>P</a:t>
              </a:r>
              <a:r>
                <a:rPr lang="en-US" altLang="zh-CN" b="1" i="1" baseline="-25000" dirty="0">
                  <a:solidFill>
                    <a:srgbClr val="00B0F0"/>
                  </a:solidFill>
                  <a:latin typeface="NimbusRomDOT-Reg"/>
                </a:rPr>
                <a:t>1</a:t>
              </a:r>
              <a:endParaRPr lang="zh-CN" altLang="en-US" b="1" i="1" baseline="-25000" dirty="0">
                <a:solidFill>
                  <a:srgbClr val="00B0F0"/>
                </a:solidFill>
                <a:latin typeface="NimbusRomDOT-Reg"/>
              </a:endParaRPr>
            </a:p>
          </p:txBody>
        </p:sp>
        <p:sp>
          <p:nvSpPr>
            <p:cNvPr id="108" name="矩形 107">
              <a:extLst>
                <a:ext uri="{FF2B5EF4-FFF2-40B4-BE49-F238E27FC236}">
                  <a16:creationId xmlns:a16="http://schemas.microsoft.com/office/drawing/2014/main" id="{BC0D25DC-D313-47B3-828A-7CADD1C9C1AF}"/>
                </a:ext>
              </a:extLst>
            </p:cNvPr>
            <p:cNvSpPr/>
            <p:nvPr/>
          </p:nvSpPr>
          <p:spPr>
            <a:xfrm>
              <a:off x="4850300" y="3788293"/>
              <a:ext cx="622850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b="1" i="1" dirty="0">
                  <a:solidFill>
                    <a:srgbClr val="00B0F0"/>
                  </a:solidFill>
                  <a:latin typeface="NimbusRomDOT-Reg"/>
                </a:rPr>
                <a:t>P</a:t>
              </a:r>
              <a:r>
                <a:rPr lang="en-US" altLang="zh-CN" b="1" i="1" baseline="-25000" dirty="0">
                  <a:solidFill>
                    <a:srgbClr val="00B0F0"/>
                  </a:solidFill>
                  <a:latin typeface="NimbusRomDOT-Reg"/>
                </a:rPr>
                <a:t>2</a:t>
              </a:r>
              <a:endParaRPr lang="zh-CN" altLang="en-US" b="1" i="1" baseline="-25000" dirty="0">
                <a:solidFill>
                  <a:srgbClr val="00B0F0"/>
                </a:solidFill>
                <a:latin typeface="NimbusRomDOT-Reg"/>
              </a:endParaRPr>
            </a:p>
          </p:txBody>
        </p:sp>
        <p:sp>
          <p:nvSpPr>
            <p:cNvPr id="109" name="矩形 108">
              <a:extLst>
                <a:ext uri="{FF2B5EF4-FFF2-40B4-BE49-F238E27FC236}">
                  <a16:creationId xmlns:a16="http://schemas.microsoft.com/office/drawing/2014/main" id="{F153F590-A690-41DD-AD23-426823066C6D}"/>
                </a:ext>
              </a:extLst>
            </p:cNvPr>
            <p:cNvSpPr/>
            <p:nvPr/>
          </p:nvSpPr>
          <p:spPr>
            <a:xfrm>
              <a:off x="4227450" y="3788293"/>
              <a:ext cx="622850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b="1" i="1" dirty="0">
                  <a:solidFill>
                    <a:srgbClr val="00B0F0"/>
                  </a:solidFill>
                  <a:latin typeface="NimbusRomDOT-Reg"/>
                </a:rPr>
                <a:t>K</a:t>
              </a:r>
              <a:r>
                <a:rPr lang="en-US" altLang="zh-CN" b="1" i="1" baseline="-25000" dirty="0">
                  <a:solidFill>
                    <a:srgbClr val="00B0F0"/>
                  </a:solidFill>
                  <a:latin typeface="NimbusRomDOT-Reg"/>
                </a:rPr>
                <a:t>1</a:t>
              </a:r>
              <a:endParaRPr lang="zh-CN" altLang="en-US" b="1" i="1" baseline="-25000" dirty="0">
                <a:solidFill>
                  <a:srgbClr val="00B0F0"/>
                </a:solidFill>
                <a:latin typeface="NimbusRomDOT-Reg"/>
              </a:endParaRPr>
            </a:p>
          </p:txBody>
        </p:sp>
        <p:sp>
          <p:nvSpPr>
            <p:cNvPr id="110" name="矩形 109">
              <a:extLst>
                <a:ext uri="{FF2B5EF4-FFF2-40B4-BE49-F238E27FC236}">
                  <a16:creationId xmlns:a16="http://schemas.microsoft.com/office/drawing/2014/main" id="{5ABC1623-1A9E-4B60-AE68-16D57919B32A}"/>
                </a:ext>
              </a:extLst>
            </p:cNvPr>
            <p:cNvSpPr/>
            <p:nvPr/>
          </p:nvSpPr>
          <p:spPr>
            <a:xfrm>
              <a:off x="6716668" y="3788293"/>
              <a:ext cx="622850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b="1" i="1" baseline="-25000" dirty="0">
                <a:latin typeface="NimbusRomDOT-Reg"/>
              </a:endParaRPr>
            </a:p>
          </p:txBody>
        </p:sp>
      </p:grpSp>
      <p:grpSp>
        <p:nvGrpSpPr>
          <p:cNvPr id="113" name="组合 112">
            <a:extLst>
              <a:ext uri="{FF2B5EF4-FFF2-40B4-BE49-F238E27FC236}">
                <a16:creationId xmlns:a16="http://schemas.microsoft.com/office/drawing/2014/main" id="{F3DF86EF-44E9-44BA-91D3-F480AF0BB17D}"/>
              </a:ext>
            </a:extLst>
          </p:cNvPr>
          <p:cNvGrpSpPr/>
          <p:nvPr/>
        </p:nvGrpSpPr>
        <p:grpSpPr>
          <a:xfrm>
            <a:off x="921094" y="5492741"/>
            <a:ext cx="4359950" cy="470452"/>
            <a:chOff x="3604600" y="3788293"/>
            <a:chExt cx="4359950" cy="470452"/>
          </a:xfrm>
        </p:grpSpPr>
        <p:sp>
          <p:nvSpPr>
            <p:cNvPr id="114" name="矩形 113">
              <a:extLst>
                <a:ext uri="{FF2B5EF4-FFF2-40B4-BE49-F238E27FC236}">
                  <a16:creationId xmlns:a16="http://schemas.microsoft.com/office/drawing/2014/main" id="{58E770B9-6E26-4750-BB45-8D96F593554B}"/>
                </a:ext>
              </a:extLst>
            </p:cNvPr>
            <p:cNvSpPr/>
            <p:nvPr/>
          </p:nvSpPr>
          <p:spPr>
            <a:xfrm>
              <a:off x="7341700" y="3788293"/>
              <a:ext cx="622850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rIns="0" rtlCol="0" anchor="ctr"/>
            <a:lstStyle/>
            <a:p>
              <a:pPr lvl="0" algn="ctr"/>
              <a:endParaRPr lang="zh-CN" altLang="en-US" b="1" i="1" baseline="-25000" dirty="0">
                <a:solidFill>
                  <a:srgbClr val="00B0F0"/>
                </a:solidFill>
                <a:latin typeface="NimbusRomDOT-Reg"/>
              </a:endParaRPr>
            </a:p>
          </p:txBody>
        </p:sp>
        <p:sp>
          <p:nvSpPr>
            <p:cNvPr id="115" name="矩形 114">
              <a:extLst>
                <a:ext uri="{FF2B5EF4-FFF2-40B4-BE49-F238E27FC236}">
                  <a16:creationId xmlns:a16="http://schemas.microsoft.com/office/drawing/2014/main" id="{AEA4C985-A116-4FC3-816B-769F0D031095}"/>
                </a:ext>
              </a:extLst>
            </p:cNvPr>
            <p:cNvSpPr/>
            <p:nvPr/>
          </p:nvSpPr>
          <p:spPr>
            <a:xfrm>
              <a:off x="6096000" y="3788293"/>
              <a:ext cx="622850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b="1" i="1" dirty="0">
                  <a:latin typeface="NimbusRomDOT-Reg"/>
                </a:rPr>
                <a:t>…</a:t>
              </a:r>
              <a:endParaRPr lang="zh-CN" altLang="en-US" b="1" i="1" baseline="-25000" dirty="0">
                <a:solidFill>
                  <a:srgbClr val="00B0F0"/>
                </a:solidFill>
                <a:latin typeface="NimbusRomDOT-Reg"/>
              </a:endParaRPr>
            </a:p>
          </p:txBody>
        </p:sp>
        <p:sp>
          <p:nvSpPr>
            <p:cNvPr id="116" name="矩形 115">
              <a:extLst>
                <a:ext uri="{FF2B5EF4-FFF2-40B4-BE49-F238E27FC236}">
                  <a16:creationId xmlns:a16="http://schemas.microsoft.com/office/drawing/2014/main" id="{85087159-D46F-4494-8489-8CEBFB770435}"/>
                </a:ext>
              </a:extLst>
            </p:cNvPr>
            <p:cNvSpPr/>
            <p:nvPr/>
          </p:nvSpPr>
          <p:spPr>
            <a:xfrm>
              <a:off x="5473150" y="3788293"/>
              <a:ext cx="622850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b="1" i="1" dirty="0">
                  <a:solidFill>
                    <a:srgbClr val="00B0F0"/>
                  </a:solidFill>
                  <a:latin typeface="NimbusRomDOT-Reg"/>
                </a:rPr>
                <a:t>P</a:t>
              </a:r>
              <a:r>
                <a:rPr lang="en-US" altLang="zh-CN" b="1" i="1" baseline="-25000" dirty="0">
                  <a:solidFill>
                    <a:srgbClr val="00B0F0"/>
                  </a:solidFill>
                  <a:latin typeface="NimbusRomDOT-Reg"/>
                </a:rPr>
                <a:t>1</a:t>
              </a:r>
              <a:endParaRPr lang="zh-CN" altLang="en-US" b="1" i="1" dirty="0">
                <a:latin typeface="NimbusRomDOT-Reg"/>
              </a:endParaRPr>
            </a:p>
          </p:txBody>
        </p:sp>
        <p:sp>
          <p:nvSpPr>
            <p:cNvPr id="117" name="矩形 116">
              <a:extLst>
                <a:ext uri="{FF2B5EF4-FFF2-40B4-BE49-F238E27FC236}">
                  <a16:creationId xmlns:a16="http://schemas.microsoft.com/office/drawing/2014/main" id="{C71F6E96-40AD-4BA7-A601-50828E88E24F}"/>
                </a:ext>
              </a:extLst>
            </p:cNvPr>
            <p:cNvSpPr/>
            <p:nvPr/>
          </p:nvSpPr>
          <p:spPr>
            <a:xfrm>
              <a:off x="3604600" y="3788293"/>
              <a:ext cx="622850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b="1" i="1" dirty="0">
                  <a:solidFill>
                    <a:srgbClr val="00B050"/>
                  </a:solidFill>
                  <a:latin typeface="NimbusRomDOT-Reg"/>
                </a:rPr>
                <a:t>P</a:t>
              </a:r>
              <a:r>
                <a:rPr lang="en-US" altLang="zh-CN" b="1" i="1" baseline="-25000" dirty="0">
                  <a:solidFill>
                    <a:srgbClr val="00B050"/>
                  </a:solidFill>
                  <a:latin typeface="NimbusRomDOT-Reg"/>
                </a:rPr>
                <a:t>1</a:t>
              </a:r>
              <a:endParaRPr lang="zh-CN" altLang="en-US" b="1" i="1" baseline="-25000" dirty="0">
                <a:solidFill>
                  <a:srgbClr val="00B050"/>
                </a:solidFill>
                <a:latin typeface="NimbusRomDOT-Reg"/>
              </a:endParaRPr>
            </a:p>
          </p:txBody>
        </p:sp>
        <p:sp>
          <p:nvSpPr>
            <p:cNvPr id="118" name="矩形 117">
              <a:extLst>
                <a:ext uri="{FF2B5EF4-FFF2-40B4-BE49-F238E27FC236}">
                  <a16:creationId xmlns:a16="http://schemas.microsoft.com/office/drawing/2014/main" id="{BBC1D8AC-A636-457D-9288-772B6A2B8199}"/>
                </a:ext>
              </a:extLst>
            </p:cNvPr>
            <p:cNvSpPr/>
            <p:nvPr/>
          </p:nvSpPr>
          <p:spPr>
            <a:xfrm>
              <a:off x="4850300" y="3788293"/>
              <a:ext cx="622850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b="1" i="1" dirty="0">
                  <a:latin typeface="NimbusRomDOT-Reg"/>
                </a:rPr>
                <a:t>…</a:t>
              </a:r>
              <a:endParaRPr lang="zh-CN" altLang="en-US" b="1" i="1" dirty="0">
                <a:latin typeface="NimbusRomDOT-Reg"/>
              </a:endParaRPr>
            </a:p>
          </p:txBody>
        </p:sp>
        <p:sp>
          <p:nvSpPr>
            <p:cNvPr id="119" name="矩形 118">
              <a:extLst>
                <a:ext uri="{FF2B5EF4-FFF2-40B4-BE49-F238E27FC236}">
                  <a16:creationId xmlns:a16="http://schemas.microsoft.com/office/drawing/2014/main" id="{752193FF-2112-4DF5-ACB2-4927A4A77881}"/>
                </a:ext>
              </a:extLst>
            </p:cNvPr>
            <p:cNvSpPr/>
            <p:nvPr/>
          </p:nvSpPr>
          <p:spPr>
            <a:xfrm>
              <a:off x="4227450" y="3788293"/>
              <a:ext cx="622850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b="1" i="1" dirty="0">
                  <a:solidFill>
                    <a:srgbClr val="00B050"/>
                  </a:solidFill>
                  <a:latin typeface="NimbusRomDOT-Reg"/>
                </a:rPr>
                <a:t>K</a:t>
              </a:r>
              <a:r>
                <a:rPr lang="en-US" altLang="zh-CN" b="1" i="1" baseline="-25000" dirty="0">
                  <a:solidFill>
                    <a:srgbClr val="00B050"/>
                  </a:solidFill>
                  <a:latin typeface="NimbusRomDOT-Reg"/>
                </a:rPr>
                <a:t>1</a:t>
              </a:r>
              <a:endParaRPr lang="zh-CN" altLang="en-US" b="1" i="1" baseline="-25000" dirty="0">
                <a:solidFill>
                  <a:srgbClr val="00B050"/>
                </a:solidFill>
                <a:latin typeface="NimbusRomDOT-Reg"/>
              </a:endParaRPr>
            </a:p>
          </p:txBody>
        </p:sp>
        <p:sp>
          <p:nvSpPr>
            <p:cNvPr id="120" name="矩形 119">
              <a:extLst>
                <a:ext uri="{FF2B5EF4-FFF2-40B4-BE49-F238E27FC236}">
                  <a16:creationId xmlns:a16="http://schemas.microsoft.com/office/drawing/2014/main" id="{BBC83AB8-6BC5-4847-BAD2-0F2A579D1967}"/>
                </a:ext>
              </a:extLst>
            </p:cNvPr>
            <p:cNvSpPr/>
            <p:nvPr/>
          </p:nvSpPr>
          <p:spPr>
            <a:xfrm>
              <a:off x="6716668" y="3788293"/>
              <a:ext cx="622850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rIns="0" rtlCol="0" anchor="ctr"/>
            <a:lstStyle/>
            <a:p>
              <a:pPr lvl="0" algn="ctr"/>
              <a:r>
                <a:rPr lang="en-US" altLang="zh-CN" b="1" i="1" dirty="0">
                  <a:solidFill>
                    <a:srgbClr val="00B0F0"/>
                  </a:solidFill>
                  <a:latin typeface="NimbusRomDOT-Reg"/>
                  <a:cs typeface="Arial" panose="020B0604020202020204" pitchFamily="34" charset="0"/>
                </a:rPr>
                <a:t>K</a:t>
              </a:r>
              <a:r>
                <a:rPr lang="en-US" altLang="zh-CN" sz="1200" b="1" baseline="-25000" dirty="0">
                  <a:solidFill>
                    <a:srgbClr val="00B0F0"/>
                  </a:solidFill>
                  <a:latin typeface="NimbusRomDOT-Reg"/>
                  <a:cs typeface="Arial" panose="020B0604020202020204" pitchFamily="34" charset="0"/>
                </a:rPr>
                <a:t>⌈(</a:t>
              </a:r>
              <a:r>
                <a:rPr lang="en-US" altLang="zh-CN" sz="1200" b="1" i="1" baseline="-25000" dirty="0">
                  <a:solidFill>
                    <a:srgbClr val="00B0F0"/>
                  </a:solidFill>
                  <a:latin typeface="NimbusRomDOT-Reg"/>
                  <a:cs typeface="Arial" panose="020B0604020202020204" pitchFamily="34" charset="0"/>
                </a:rPr>
                <a:t>n-1)</a:t>
              </a:r>
              <a:r>
                <a:rPr lang="en-US" altLang="zh-CN" sz="1200" b="1" baseline="-25000" dirty="0">
                  <a:solidFill>
                    <a:srgbClr val="00B0F0"/>
                  </a:solidFill>
                  <a:latin typeface="NimbusRomDOT-Reg"/>
                  <a:cs typeface="Arial" panose="020B0604020202020204" pitchFamily="34" charset="0"/>
                </a:rPr>
                <a:t>∕2⌉-1</a:t>
              </a:r>
              <a:endParaRPr lang="zh-CN" altLang="en-US" b="1" i="1" baseline="-25000" dirty="0">
                <a:solidFill>
                  <a:srgbClr val="00B0F0"/>
                </a:solidFill>
                <a:latin typeface="NimbusRomDOT-Reg"/>
              </a:endParaRPr>
            </a:p>
          </p:txBody>
        </p:sp>
      </p:grp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B2BA90C5-DC70-4A00-8724-2AE6C5A44510}"/>
              </a:ext>
            </a:extLst>
          </p:cNvPr>
          <p:cNvGrpSpPr/>
          <p:nvPr/>
        </p:nvGrpSpPr>
        <p:grpSpPr>
          <a:xfrm>
            <a:off x="7444281" y="3871245"/>
            <a:ext cx="4102714" cy="726615"/>
            <a:chOff x="7444281" y="3871245"/>
            <a:chExt cx="4102714" cy="726615"/>
          </a:xfrm>
        </p:grpSpPr>
        <p:sp>
          <p:nvSpPr>
            <p:cNvPr id="34" name="矩形 33">
              <a:extLst>
                <a:ext uri="{FF2B5EF4-FFF2-40B4-BE49-F238E27FC236}">
                  <a16:creationId xmlns:a16="http://schemas.microsoft.com/office/drawing/2014/main" id="{7B6B2C4C-BEA5-4A2E-BEA2-EEB1D8EAF4C6}"/>
                </a:ext>
              </a:extLst>
            </p:cNvPr>
            <p:cNvSpPr/>
            <p:nvPr/>
          </p:nvSpPr>
          <p:spPr>
            <a:xfrm>
              <a:off x="8058668" y="3871245"/>
              <a:ext cx="3488327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pt-BR" altLang="zh-CN" sz="2000" b="1" dirty="0">
                  <a:solidFill>
                    <a:srgbClr val="323232"/>
                  </a:solidFill>
                  <a:latin typeface="NimbusRomDOT-Reg"/>
                </a:rPr>
                <a:t>delete_entry(parent(N), K′, N); </a:t>
              </a:r>
            </a:p>
          </p:txBody>
        </p:sp>
        <p:cxnSp>
          <p:nvCxnSpPr>
            <p:cNvPr id="37" name="连接符: 曲线 36">
              <a:extLst>
                <a:ext uri="{FF2B5EF4-FFF2-40B4-BE49-F238E27FC236}">
                  <a16:creationId xmlns:a16="http://schemas.microsoft.com/office/drawing/2014/main" id="{43200DFC-F52F-4482-8BAD-2AD25A825600}"/>
                </a:ext>
              </a:extLst>
            </p:cNvPr>
            <p:cNvCxnSpPr>
              <a:stCxn id="34" idx="2"/>
              <a:endCxn id="99" idx="3"/>
            </p:cNvCxnSpPr>
            <p:nvPr/>
          </p:nvCxnSpPr>
          <p:spPr>
            <a:xfrm rot="5400000">
              <a:off x="8460305" y="3255332"/>
              <a:ext cx="326504" cy="2358551"/>
            </a:xfrm>
            <a:prstGeom prst="curvedConnector2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3" name="直接箭头连接符 72">
            <a:extLst>
              <a:ext uri="{FF2B5EF4-FFF2-40B4-BE49-F238E27FC236}">
                <a16:creationId xmlns:a16="http://schemas.microsoft.com/office/drawing/2014/main" id="{E893B7F3-95C9-4430-91F1-067BAAE41AD4}"/>
              </a:ext>
            </a:extLst>
          </p:cNvPr>
          <p:cNvCxnSpPr>
            <a:cxnSpLocks/>
            <a:stCxn id="71" idx="3"/>
            <a:endCxn id="30" idx="1"/>
          </p:cNvCxnSpPr>
          <p:nvPr/>
        </p:nvCxnSpPr>
        <p:spPr>
          <a:xfrm flipV="1">
            <a:off x="5085665" y="2966769"/>
            <a:ext cx="1075744" cy="4489"/>
          </a:xfrm>
          <a:prstGeom prst="straightConnector1">
            <a:avLst/>
          </a:prstGeom>
          <a:ln w="25400">
            <a:solidFill>
              <a:schemeClr val="tx1"/>
            </a:solidFill>
            <a:headEnd type="oval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053B9CC4-9371-43D9-B2C3-BE744270C090}"/>
              </a:ext>
            </a:extLst>
          </p:cNvPr>
          <p:cNvGrpSpPr/>
          <p:nvPr/>
        </p:nvGrpSpPr>
        <p:grpSpPr>
          <a:xfrm>
            <a:off x="9068885" y="2155696"/>
            <a:ext cx="1814994" cy="434750"/>
            <a:chOff x="9578958" y="2155696"/>
            <a:chExt cx="1814994" cy="434750"/>
          </a:xfrm>
        </p:grpSpPr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B9BC818B-8F1C-4BE5-B9D8-202291DE25A5}"/>
                </a:ext>
              </a:extLst>
            </p:cNvPr>
            <p:cNvSpPr txBox="1"/>
            <p:nvPr/>
          </p:nvSpPr>
          <p:spPr>
            <a:xfrm>
              <a:off x="9578958" y="2191431"/>
              <a:ext cx="102463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 i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# of N</a:t>
              </a:r>
              <a:r>
                <a:rPr lang="en-US" altLang="zh-CN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altLang="zh-CN" b="1" dirty="0">
                  <a:latin typeface="Arial" panose="020B0604020202020204" pitchFamily="34" charset="0"/>
                  <a:cs typeface="Arial" panose="020B0604020202020204" pitchFamily="34" charset="0"/>
                </a:rPr>
                <a:t>&lt;</a:t>
              </a:r>
              <a:endParaRPr lang="zh-CN" altLang="en-US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74" name="Picture 6" descr="http://www.sciweavers.org/upload/Tex2Img_1618646928/eqn.png">
              <a:extLst>
                <a:ext uri="{FF2B5EF4-FFF2-40B4-BE49-F238E27FC236}">
                  <a16:creationId xmlns:a16="http://schemas.microsoft.com/office/drawing/2014/main" id="{1D45044F-136D-40FD-B565-EE86589D8FE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921" r="50990"/>
            <a:stretch/>
          </p:blipFill>
          <p:spPr bwMode="auto">
            <a:xfrm>
              <a:off x="10577331" y="2155696"/>
              <a:ext cx="816621" cy="4347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cxnSp>
        <p:nvCxnSpPr>
          <p:cNvPr id="75" name="直接箭头连接符 74">
            <a:extLst>
              <a:ext uri="{FF2B5EF4-FFF2-40B4-BE49-F238E27FC236}">
                <a16:creationId xmlns:a16="http://schemas.microsoft.com/office/drawing/2014/main" id="{6A13D568-163C-487C-98D6-B69E5215F5E7}"/>
              </a:ext>
            </a:extLst>
          </p:cNvPr>
          <p:cNvCxnSpPr>
            <a:cxnSpLocks/>
            <a:stCxn id="27" idx="3"/>
            <a:endCxn id="76" idx="1"/>
          </p:cNvCxnSpPr>
          <p:nvPr/>
        </p:nvCxnSpPr>
        <p:spPr>
          <a:xfrm>
            <a:off x="10521359" y="2966769"/>
            <a:ext cx="445221" cy="7513"/>
          </a:xfrm>
          <a:prstGeom prst="straightConnector1">
            <a:avLst/>
          </a:prstGeom>
          <a:ln w="25400">
            <a:solidFill>
              <a:schemeClr val="tx1"/>
            </a:solidFill>
            <a:headEnd type="oval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矩形 75">
            <a:extLst>
              <a:ext uri="{FF2B5EF4-FFF2-40B4-BE49-F238E27FC236}">
                <a16:creationId xmlns:a16="http://schemas.microsoft.com/office/drawing/2014/main" id="{E79A0DB0-AA08-424E-AED4-97F9BDB8FCB2}"/>
              </a:ext>
            </a:extLst>
          </p:cNvPr>
          <p:cNvSpPr/>
          <p:nvPr/>
        </p:nvSpPr>
        <p:spPr>
          <a:xfrm>
            <a:off x="10966580" y="2739056"/>
            <a:ext cx="622850" cy="47045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zh-CN" altLang="en-US" b="1" i="1" baseline="-25000" dirty="0">
              <a:solidFill>
                <a:prstClr val="black"/>
              </a:solidFill>
              <a:latin typeface="NimbusRomDOT-Reg"/>
            </a:endParaRPr>
          </a:p>
        </p:txBody>
      </p:sp>
      <p:sp>
        <p:nvSpPr>
          <p:cNvPr id="78" name="矩形 77">
            <a:extLst>
              <a:ext uri="{FF2B5EF4-FFF2-40B4-BE49-F238E27FC236}">
                <a16:creationId xmlns:a16="http://schemas.microsoft.com/office/drawing/2014/main" id="{C71ECDB9-BB93-446A-8576-092E904C2FB2}"/>
              </a:ext>
            </a:extLst>
          </p:cNvPr>
          <p:cNvSpPr/>
          <p:nvPr/>
        </p:nvSpPr>
        <p:spPr>
          <a:xfrm>
            <a:off x="11235570" y="5495076"/>
            <a:ext cx="622850" cy="47045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zh-CN" altLang="en-US" b="1" i="1" baseline="-25000" dirty="0">
              <a:solidFill>
                <a:prstClr val="black"/>
              </a:solidFill>
              <a:latin typeface="NimbusRomDOT-Reg"/>
            </a:endParaRPr>
          </a:p>
        </p:txBody>
      </p:sp>
      <p:cxnSp>
        <p:nvCxnSpPr>
          <p:cNvPr id="81" name="直接箭头连接符 80">
            <a:extLst>
              <a:ext uri="{FF2B5EF4-FFF2-40B4-BE49-F238E27FC236}">
                <a16:creationId xmlns:a16="http://schemas.microsoft.com/office/drawing/2014/main" id="{067F79A8-AFF3-406C-8215-3062A39058B0}"/>
              </a:ext>
            </a:extLst>
          </p:cNvPr>
          <p:cNvCxnSpPr>
            <a:cxnSpLocks/>
            <a:stCxn id="104" idx="3"/>
            <a:endCxn id="78" idx="1"/>
          </p:cNvCxnSpPr>
          <p:nvPr/>
        </p:nvCxnSpPr>
        <p:spPr>
          <a:xfrm>
            <a:off x="10716738" y="5730302"/>
            <a:ext cx="518832" cy="0"/>
          </a:xfrm>
          <a:prstGeom prst="straightConnector1">
            <a:avLst/>
          </a:prstGeom>
          <a:ln w="25400">
            <a:solidFill>
              <a:schemeClr val="tx1"/>
            </a:solidFill>
            <a:headEnd type="oval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接箭头连接符 82">
            <a:extLst>
              <a:ext uri="{FF2B5EF4-FFF2-40B4-BE49-F238E27FC236}">
                <a16:creationId xmlns:a16="http://schemas.microsoft.com/office/drawing/2014/main" id="{30AF00DB-B27A-4C25-8E63-0F5B25A0A31B}"/>
              </a:ext>
            </a:extLst>
          </p:cNvPr>
          <p:cNvCxnSpPr>
            <a:cxnSpLocks/>
            <a:stCxn id="114" idx="3"/>
            <a:endCxn id="107" idx="1"/>
          </p:cNvCxnSpPr>
          <p:nvPr/>
        </p:nvCxnSpPr>
        <p:spPr>
          <a:xfrm>
            <a:off x="5281044" y="5727967"/>
            <a:ext cx="1075744" cy="2335"/>
          </a:xfrm>
          <a:prstGeom prst="straightConnector1">
            <a:avLst/>
          </a:prstGeom>
          <a:ln w="25400">
            <a:solidFill>
              <a:schemeClr val="tx1"/>
            </a:solidFill>
            <a:headEnd type="oval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直接箭头连接符 120">
            <a:extLst>
              <a:ext uri="{FF2B5EF4-FFF2-40B4-BE49-F238E27FC236}">
                <a16:creationId xmlns:a16="http://schemas.microsoft.com/office/drawing/2014/main" id="{FCD304B3-B07E-4239-9117-F7610AB9A057}"/>
              </a:ext>
            </a:extLst>
          </p:cNvPr>
          <p:cNvCxnSpPr>
            <a:cxnSpLocks/>
            <a:stCxn id="114" idx="3"/>
            <a:endCxn id="78" idx="2"/>
          </p:cNvCxnSpPr>
          <p:nvPr/>
        </p:nvCxnSpPr>
        <p:spPr>
          <a:xfrm>
            <a:off x="5281044" y="5727967"/>
            <a:ext cx="6265951" cy="237561"/>
          </a:xfrm>
          <a:prstGeom prst="curvedConnector4">
            <a:avLst>
              <a:gd name="adj1" fmla="val 12571"/>
              <a:gd name="adj2" fmla="val 245979"/>
            </a:avLst>
          </a:prstGeom>
          <a:ln w="25400">
            <a:solidFill>
              <a:schemeClr val="tx1"/>
            </a:solidFill>
            <a:headEnd type="oval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2" name="组合 121">
            <a:extLst>
              <a:ext uri="{FF2B5EF4-FFF2-40B4-BE49-F238E27FC236}">
                <a16:creationId xmlns:a16="http://schemas.microsoft.com/office/drawing/2014/main" id="{B8B69C76-2716-4C2B-86AA-9AEB0179A3D4}"/>
              </a:ext>
            </a:extLst>
          </p:cNvPr>
          <p:cNvGrpSpPr/>
          <p:nvPr/>
        </p:nvGrpSpPr>
        <p:grpSpPr>
          <a:xfrm>
            <a:off x="4024535" y="4370257"/>
            <a:ext cx="3419746" cy="474732"/>
            <a:chOff x="4434894" y="4612994"/>
            <a:chExt cx="3419746" cy="474732"/>
          </a:xfrm>
        </p:grpSpPr>
        <p:sp>
          <p:nvSpPr>
            <p:cNvPr id="123" name="矩形 122">
              <a:extLst>
                <a:ext uri="{FF2B5EF4-FFF2-40B4-BE49-F238E27FC236}">
                  <a16:creationId xmlns:a16="http://schemas.microsoft.com/office/drawing/2014/main" id="{E6F52A31-F8B4-4534-87E5-2DF1D6FCE210}"/>
                </a:ext>
              </a:extLst>
            </p:cNvPr>
            <p:cNvSpPr/>
            <p:nvPr/>
          </p:nvSpPr>
          <p:spPr>
            <a:xfrm>
              <a:off x="6409058" y="4615134"/>
              <a:ext cx="528582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b="1" i="1" dirty="0">
                <a:latin typeface="NimbusRomDOT-Reg"/>
              </a:endParaRPr>
            </a:p>
          </p:txBody>
        </p:sp>
        <p:sp>
          <p:nvSpPr>
            <p:cNvPr id="124" name="矩形 123">
              <a:extLst>
                <a:ext uri="{FF2B5EF4-FFF2-40B4-BE49-F238E27FC236}">
                  <a16:creationId xmlns:a16="http://schemas.microsoft.com/office/drawing/2014/main" id="{D0101899-B0D4-417D-BD6B-2A436C5ABCC4}"/>
                </a:ext>
              </a:extLst>
            </p:cNvPr>
            <p:cNvSpPr/>
            <p:nvPr/>
          </p:nvSpPr>
          <p:spPr>
            <a:xfrm>
              <a:off x="6937640" y="4617274"/>
              <a:ext cx="917000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b="1" i="1" dirty="0">
                  <a:latin typeface="NimbusRomDOT-Reg"/>
                </a:rPr>
                <a:t>…</a:t>
              </a:r>
              <a:endParaRPr lang="zh-CN" altLang="en-US" b="1" i="1" dirty="0">
                <a:latin typeface="NimbusRomDOT-Reg"/>
              </a:endParaRPr>
            </a:p>
          </p:txBody>
        </p:sp>
        <p:sp>
          <p:nvSpPr>
            <p:cNvPr id="125" name="矩形 124">
              <a:extLst>
                <a:ext uri="{FF2B5EF4-FFF2-40B4-BE49-F238E27FC236}">
                  <a16:creationId xmlns:a16="http://schemas.microsoft.com/office/drawing/2014/main" id="{DB361678-2DA9-4A5A-8F79-5924DB331BC5}"/>
                </a:ext>
              </a:extLst>
            </p:cNvPr>
            <p:cNvSpPr/>
            <p:nvPr/>
          </p:nvSpPr>
          <p:spPr>
            <a:xfrm>
              <a:off x="4434894" y="4612994"/>
              <a:ext cx="917000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b="1" i="1" dirty="0">
                  <a:latin typeface="NimbusRomDOT-Reg"/>
                </a:rPr>
                <a:t>…</a:t>
              </a:r>
              <a:endParaRPr lang="zh-CN" altLang="en-US" b="1" i="1" dirty="0">
                <a:latin typeface="NimbusRomDOT-Reg"/>
              </a:endParaRPr>
            </a:p>
          </p:txBody>
        </p:sp>
        <p:sp>
          <p:nvSpPr>
            <p:cNvPr id="126" name="矩形 125">
              <a:extLst>
                <a:ext uri="{FF2B5EF4-FFF2-40B4-BE49-F238E27FC236}">
                  <a16:creationId xmlns:a16="http://schemas.microsoft.com/office/drawing/2014/main" id="{EA88C59B-D10C-4A0A-81E6-13BBFA45AC53}"/>
                </a:ext>
              </a:extLst>
            </p:cNvPr>
            <p:cNvSpPr/>
            <p:nvPr/>
          </p:nvSpPr>
          <p:spPr>
            <a:xfrm>
              <a:off x="5351894" y="4615134"/>
              <a:ext cx="528582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b="1" i="1" dirty="0">
                  <a:latin typeface="NimbusRomDOT-Reg"/>
                </a:rPr>
                <a:t>N’</a:t>
              </a:r>
              <a:endParaRPr lang="zh-CN" altLang="en-US" b="1" i="1" dirty="0">
                <a:latin typeface="NimbusRomDOT-Reg"/>
              </a:endParaRPr>
            </a:p>
          </p:txBody>
        </p:sp>
        <p:sp>
          <p:nvSpPr>
            <p:cNvPr id="127" name="矩形 126">
              <a:extLst>
                <a:ext uri="{FF2B5EF4-FFF2-40B4-BE49-F238E27FC236}">
                  <a16:creationId xmlns:a16="http://schemas.microsoft.com/office/drawing/2014/main" id="{8FAB80E3-A444-4EA2-9B61-12E08BD597DD}"/>
                </a:ext>
              </a:extLst>
            </p:cNvPr>
            <p:cNvSpPr/>
            <p:nvPr/>
          </p:nvSpPr>
          <p:spPr>
            <a:xfrm>
              <a:off x="5880476" y="4617274"/>
              <a:ext cx="528582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b="1" i="1" dirty="0">
                <a:latin typeface="NimbusRomDOT-Reg"/>
              </a:endParaRPr>
            </a:p>
          </p:txBody>
        </p:sp>
      </p:grpSp>
      <p:cxnSp>
        <p:nvCxnSpPr>
          <p:cNvPr id="111" name="直接箭头连接符 110">
            <a:extLst>
              <a:ext uri="{FF2B5EF4-FFF2-40B4-BE49-F238E27FC236}">
                <a16:creationId xmlns:a16="http://schemas.microsoft.com/office/drawing/2014/main" id="{93F367ED-8B60-47BB-8A27-C9785C58F537}"/>
              </a:ext>
            </a:extLst>
          </p:cNvPr>
          <p:cNvCxnSpPr>
            <a:cxnSpLocks/>
            <a:stCxn id="101" idx="2"/>
            <a:endCxn id="116" idx="0"/>
          </p:cNvCxnSpPr>
          <p:nvPr/>
        </p:nvCxnSpPr>
        <p:spPr>
          <a:xfrm flipH="1">
            <a:off x="3101069" y="4839037"/>
            <a:ext cx="2104757" cy="653704"/>
          </a:xfrm>
          <a:prstGeom prst="straightConnector1">
            <a:avLst/>
          </a:prstGeom>
          <a:ln w="25400">
            <a:solidFill>
              <a:schemeClr val="tx1"/>
            </a:solidFill>
            <a:headEnd type="oval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直接箭头连接符 111">
            <a:extLst>
              <a:ext uri="{FF2B5EF4-FFF2-40B4-BE49-F238E27FC236}">
                <a16:creationId xmlns:a16="http://schemas.microsoft.com/office/drawing/2014/main" id="{09A87700-0DBE-457C-B2FF-A830A201E7F6}"/>
              </a:ext>
            </a:extLst>
          </p:cNvPr>
          <p:cNvCxnSpPr>
            <a:cxnSpLocks/>
            <a:stCxn id="98" idx="2"/>
            <a:endCxn id="106" idx="0"/>
          </p:cNvCxnSpPr>
          <p:nvPr/>
        </p:nvCxnSpPr>
        <p:spPr>
          <a:xfrm>
            <a:off x="6262990" y="4839037"/>
            <a:ext cx="2273773" cy="656039"/>
          </a:xfrm>
          <a:prstGeom prst="straightConnector1">
            <a:avLst/>
          </a:prstGeom>
          <a:ln w="25400">
            <a:solidFill>
              <a:schemeClr val="tx1"/>
            </a:solidFill>
            <a:headEnd type="oval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298506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6" grpId="0" animBg="1"/>
      <p:bldP spid="78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>
            <a:extLst>
              <a:ext uri="{FF2B5EF4-FFF2-40B4-BE49-F238E27FC236}">
                <a16:creationId xmlns:a16="http://schemas.microsoft.com/office/drawing/2014/main" id="{4F158BFB-C9B7-4F14-ACD1-B76807651920}"/>
              </a:ext>
            </a:extLst>
          </p:cNvPr>
          <p:cNvGrpSpPr/>
          <p:nvPr/>
        </p:nvGrpSpPr>
        <p:grpSpPr>
          <a:xfrm>
            <a:off x="4339229" y="1599100"/>
            <a:ext cx="3419746" cy="476404"/>
            <a:chOff x="4434894" y="4609182"/>
            <a:chExt cx="3419746" cy="476404"/>
          </a:xfrm>
        </p:grpSpPr>
        <p:sp>
          <p:nvSpPr>
            <p:cNvPr id="65" name="矩形 64">
              <a:extLst>
                <a:ext uri="{FF2B5EF4-FFF2-40B4-BE49-F238E27FC236}">
                  <a16:creationId xmlns:a16="http://schemas.microsoft.com/office/drawing/2014/main" id="{02B27B1A-4B92-45B7-BCF1-EA17094D9FA9}"/>
                </a:ext>
              </a:extLst>
            </p:cNvPr>
            <p:cNvSpPr/>
            <p:nvPr/>
          </p:nvSpPr>
          <p:spPr>
            <a:xfrm>
              <a:off x="6409058" y="4615134"/>
              <a:ext cx="528582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b="1" i="1" dirty="0">
                  <a:latin typeface="NimbusRomDOT-Reg"/>
                </a:rPr>
                <a:t>N</a:t>
              </a:r>
              <a:endParaRPr lang="zh-CN" altLang="en-US" b="1" i="1" dirty="0">
                <a:latin typeface="NimbusRomDOT-Reg"/>
              </a:endParaRPr>
            </a:p>
          </p:txBody>
        </p:sp>
        <p:sp>
          <p:nvSpPr>
            <p:cNvPr id="66" name="矩形 65">
              <a:extLst>
                <a:ext uri="{FF2B5EF4-FFF2-40B4-BE49-F238E27FC236}">
                  <a16:creationId xmlns:a16="http://schemas.microsoft.com/office/drawing/2014/main" id="{FBB83373-B85B-46DB-A9B7-AA1B702D0FF1}"/>
                </a:ext>
              </a:extLst>
            </p:cNvPr>
            <p:cNvSpPr/>
            <p:nvPr/>
          </p:nvSpPr>
          <p:spPr>
            <a:xfrm>
              <a:off x="6937640" y="4609182"/>
              <a:ext cx="917000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b="1" i="1" dirty="0">
                  <a:latin typeface="NimbusRomDOT-Reg"/>
                </a:rPr>
                <a:t>…</a:t>
              </a:r>
              <a:endParaRPr lang="zh-CN" altLang="en-US" b="1" i="1" dirty="0">
                <a:latin typeface="NimbusRomDOT-Reg"/>
              </a:endParaRPr>
            </a:p>
          </p:txBody>
        </p:sp>
        <p:sp>
          <p:nvSpPr>
            <p:cNvPr id="67" name="矩形 66">
              <a:extLst>
                <a:ext uri="{FF2B5EF4-FFF2-40B4-BE49-F238E27FC236}">
                  <a16:creationId xmlns:a16="http://schemas.microsoft.com/office/drawing/2014/main" id="{C22C5B9F-5BD8-4F34-AE53-9F48D33E7B86}"/>
                </a:ext>
              </a:extLst>
            </p:cNvPr>
            <p:cNvSpPr/>
            <p:nvPr/>
          </p:nvSpPr>
          <p:spPr>
            <a:xfrm>
              <a:off x="4434894" y="4612994"/>
              <a:ext cx="917000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b="1" i="1" dirty="0">
                  <a:latin typeface="NimbusRomDOT-Reg"/>
                </a:rPr>
                <a:t>…</a:t>
              </a:r>
              <a:endParaRPr lang="zh-CN" altLang="en-US" b="1" i="1" dirty="0">
                <a:latin typeface="NimbusRomDOT-Reg"/>
              </a:endParaRPr>
            </a:p>
          </p:txBody>
        </p:sp>
        <p:sp>
          <p:nvSpPr>
            <p:cNvPr id="68" name="矩形 67">
              <a:extLst>
                <a:ext uri="{FF2B5EF4-FFF2-40B4-BE49-F238E27FC236}">
                  <a16:creationId xmlns:a16="http://schemas.microsoft.com/office/drawing/2014/main" id="{B8AFE0FE-6DCA-4C49-A6BD-0B6C2129A52D}"/>
                </a:ext>
              </a:extLst>
            </p:cNvPr>
            <p:cNvSpPr/>
            <p:nvPr/>
          </p:nvSpPr>
          <p:spPr>
            <a:xfrm>
              <a:off x="5351894" y="4615134"/>
              <a:ext cx="528582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b="1" i="1" dirty="0">
                  <a:latin typeface="NimbusRomDOT-Reg"/>
                </a:rPr>
                <a:t>N’</a:t>
              </a:r>
              <a:endParaRPr lang="zh-CN" altLang="en-US" b="1" i="1" dirty="0">
                <a:latin typeface="NimbusRomDOT-Reg"/>
              </a:endParaRPr>
            </a:p>
          </p:txBody>
        </p:sp>
        <p:sp>
          <p:nvSpPr>
            <p:cNvPr id="69" name="矩形 68">
              <a:extLst>
                <a:ext uri="{FF2B5EF4-FFF2-40B4-BE49-F238E27FC236}">
                  <a16:creationId xmlns:a16="http://schemas.microsoft.com/office/drawing/2014/main" id="{3DF31640-8116-4314-BA3A-E23A18052619}"/>
                </a:ext>
              </a:extLst>
            </p:cNvPr>
            <p:cNvSpPr/>
            <p:nvPr/>
          </p:nvSpPr>
          <p:spPr>
            <a:xfrm>
              <a:off x="5880476" y="4609182"/>
              <a:ext cx="528582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b="1" i="1" dirty="0">
                  <a:latin typeface="NimbusRomDOT-Reg"/>
                </a:rPr>
                <a:t>K’</a:t>
              </a:r>
              <a:endParaRPr lang="zh-CN" altLang="en-US" b="1" i="1" dirty="0">
                <a:latin typeface="NimbusRomDOT-Reg"/>
              </a:endParaRPr>
            </a:p>
          </p:txBody>
        </p:sp>
      </p:grp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C82B485-330C-4F7C-AD75-86FB6EFA3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68C38A-486B-42A1-A16A-3B0876F98735}" type="datetime1">
              <a:rPr lang="zh-CN" altLang="en-US" smtClean="0"/>
              <a:t>2024/5/8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9398CB-94F3-4CE3-9880-9F79A418A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Tree Indices</a:t>
            </a:r>
            <a:endParaRPr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98061EF-E67D-4B6D-B836-FE67DC6C8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5A79-C12E-4282-8451-1BC984B858F9}" type="slidenum">
              <a:rPr lang="zh-CN" altLang="en-US" smtClean="0"/>
              <a:t>32</a:t>
            </a:fld>
            <a:endParaRPr lang="zh-CN" altLang="en-US" dirty="0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4D63A6BA-E7A8-4199-A9F7-13D20F493D3D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28878" y="0"/>
            <a:ext cx="8181722" cy="1325563"/>
          </a:xfrm>
        </p:spPr>
        <p:txBody>
          <a:bodyPr>
            <a:normAutofit/>
          </a:bodyPr>
          <a:lstStyle/>
          <a:p>
            <a:r>
              <a:rPr lang="en-US" altLang="zh-CN" dirty="0"/>
              <a:t>Borrow from left sibling</a:t>
            </a:r>
            <a:endParaRPr lang="zh-CN" altLang="en-US" dirty="0"/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D49D69E9-5C34-4447-9E99-6CDAEB61DA01}"/>
              </a:ext>
            </a:extLst>
          </p:cNvPr>
          <p:cNvGrpSpPr/>
          <p:nvPr/>
        </p:nvGrpSpPr>
        <p:grpSpPr>
          <a:xfrm>
            <a:off x="6671482" y="2731543"/>
            <a:ext cx="4359950" cy="470452"/>
            <a:chOff x="3604600" y="3788293"/>
            <a:chExt cx="4359950" cy="470452"/>
          </a:xfrm>
        </p:grpSpPr>
        <p:sp>
          <p:nvSpPr>
            <p:cNvPr id="27" name="矩形 26">
              <a:extLst>
                <a:ext uri="{FF2B5EF4-FFF2-40B4-BE49-F238E27FC236}">
                  <a16:creationId xmlns:a16="http://schemas.microsoft.com/office/drawing/2014/main" id="{B0CBB914-5EC1-4BAA-AF8C-4FD779D04839}"/>
                </a:ext>
              </a:extLst>
            </p:cNvPr>
            <p:cNvSpPr/>
            <p:nvPr/>
          </p:nvSpPr>
          <p:spPr>
            <a:xfrm>
              <a:off x="7341700" y="3788293"/>
              <a:ext cx="622850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lvl="0" algn="ctr"/>
              <a:endParaRPr lang="zh-CN" altLang="en-US" b="1" i="1" baseline="-25000" dirty="0">
                <a:solidFill>
                  <a:prstClr val="black"/>
                </a:solidFill>
                <a:latin typeface="NimbusRomDOT-Reg"/>
              </a:endParaRPr>
            </a:p>
          </p:txBody>
        </p:sp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D22AAD62-D706-4D04-930F-C6AA1F1BED3D}"/>
                </a:ext>
              </a:extLst>
            </p:cNvPr>
            <p:cNvSpPr/>
            <p:nvPr/>
          </p:nvSpPr>
          <p:spPr>
            <a:xfrm>
              <a:off x="6096000" y="3788293"/>
              <a:ext cx="622850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lvl="0" algn="ctr"/>
              <a:r>
                <a:rPr lang="en-US" altLang="zh-CN" b="1" i="1" dirty="0">
                  <a:solidFill>
                    <a:srgbClr val="00B0F0"/>
                  </a:solidFill>
                  <a:latin typeface="NimbusRomDOT-Reg"/>
                  <a:cs typeface="Arial" panose="020B0604020202020204" pitchFamily="34" charset="0"/>
                </a:rPr>
                <a:t>P</a:t>
              </a:r>
              <a:r>
                <a:rPr lang="en-US" altLang="zh-CN" sz="1200" b="1" baseline="-25000" dirty="0">
                  <a:solidFill>
                    <a:srgbClr val="00B0F0"/>
                  </a:solidFill>
                  <a:latin typeface="NimbusRomDOT-Reg"/>
                  <a:cs typeface="Arial" panose="020B0604020202020204" pitchFamily="34" charset="0"/>
                </a:rPr>
                <a:t>⌈</a:t>
              </a:r>
              <a:r>
                <a:rPr lang="en-US" altLang="zh-CN" sz="1200" b="1" i="1" baseline="-25000" dirty="0">
                  <a:solidFill>
                    <a:srgbClr val="00B0F0"/>
                  </a:solidFill>
                  <a:latin typeface="NimbusRomDOT-Reg"/>
                  <a:cs typeface="Arial" panose="020B0604020202020204" pitchFamily="34" charset="0"/>
                </a:rPr>
                <a:t>n</a:t>
              </a:r>
              <a:r>
                <a:rPr lang="en-US" altLang="zh-CN" sz="1200" b="1" baseline="-25000" dirty="0">
                  <a:solidFill>
                    <a:srgbClr val="00B0F0"/>
                  </a:solidFill>
                  <a:latin typeface="NimbusRomDOT-Reg"/>
                  <a:cs typeface="Arial" panose="020B0604020202020204" pitchFamily="34" charset="0"/>
                </a:rPr>
                <a:t>∕2⌉-1</a:t>
              </a:r>
              <a:endParaRPr lang="zh-CN" altLang="en-US" b="1" i="1" baseline="-25000" dirty="0">
                <a:solidFill>
                  <a:srgbClr val="00B0F0"/>
                </a:solidFill>
                <a:latin typeface="NimbusRomDOT-Reg"/>
              </a:endParaRPr>
            </a:p>
          </p:txBody>
        </p:sp>
        <p:sp>
          <p:nvSpPr>
            <p:cNvPr id="29" name="矩形 28">
              <a:extLst>
                <a:ext uri="{FF2B5EF4-FFF2-40B4-BE49-F238E27FC236}">
                  <a16:creationId xmlns:a16="http://schemas.microsoft.com/office/drawing/2014/main" id="{F93411BD-672D-4D3D-95DB-83F50497D900}"/>
                </a:ext>
              </a:extLst>
            </p:cNvPr>
            <p:cNvSpPr/>
            <p:nvPr/>
          </p:nvSpPr>
          <p:spPr>
            <a:xfrm>
              <a:off x="5473150" y="3788293"/>
              <a:ext cx="622850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b="1" i="1" dirty="0">
                  <a:latin typeface="NimbusRomDOT-Reg"/>
                </a:rPr>
                <a:t>…</a:t>
              </a:r>
              <a:endParaRPr lang="zh-CN" altLang="en-US" b="1" i="1" dirty="0">
                <a:latin typeface="NimbusRomDOT-Reg"/>
              </a:endParaRPr>
            </a:p>
          </p:txBody>
        </p:sp>
        <p:sp>
          <p:nvSpPr>
            <p:cNvPr id="30" name="矩形 29">
              <a:extLst>
                <a:ext uri="{FF2B5EF4-FFF2-40B4-BE49-F238E27FC236}">
                  <a16:creationId xmlns:a16="http://schemas.microsoft.com/office/drawing/2014/main" id="{8302A4F3-99D4-4B19-87F4-A10F61D398FF}"/>
                </a:ext>
              </a:extLst>
            </p:cNvPr>
            <p:cNvSpPr/>
            <p:nvPr/>
          </p:nvSpPr>
          <p:spPr>
            <a:xfrm>
              <a:off x="3604600" y="3788293"/>
              <a:ext cx="622850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b="1" i="1" dirty="0">
                  <a:solidFill>
                    <a:srgbClr val="00B0F0"/>
                  </a:solidFill>
                  <a:latin typeface="NimbusRomDOT-Reg"/>
                </a:rPr>
                <a:t>P</a:t>
              </a:r>
              <a:r>
                <a:rPr lang="en-US" altLang="zh-CN" b="1" i="1" baseline="-25000" dirty="0">
                  <a:solidFill>
                    <a:srgbClr val="00B0F0"/>
                  </a:solidFill>
                  <a:latin typeface="NimbusRomDOT-Reg"/>
                </a:rPr>
                <a:t>1</a:t>
              </a:r>
              <a:endParaRPr lang="zh-CN" altLang="en-US" b="1" i="1" baseline="-25000" dirty="0">
                <a:solidFill>
                  <a:srgbClr val="00B0F0"/>
                </a:solidFill>
                <a:latin typeface="NimbusRomDOT-Reg"/>
              </a:endParaRPr>
            </a:p>
          </p:txBody>
        </p:sp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B99D6A06-9BD6-49FD-9425-094C2F520519}"/>
                </a:ext>
              </a:extLst>
            </p:cNvPr>
            <p:cNvSpPr/>
            <p:nvPr/>
          </p:nvSpPr>
          <p:spPr>
            <a:xfrm>
              <a:off x="4850300" y="3788293"/>
              <a:ext cx="622850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b="1" i="1" dirty="0">
                  <a:solidFill>
                    <a:srgbClr val="00B0F0"/>
                  </a:solidFill>
                  <a:latin typeface="NimbusRomDOT-Reg"/>
                </a:rPr>
                <a:t>P</a:t>
              </a:r>
              <a:r>
                <a:rPr lang="en-US" altLang="zh-CN" b="1" i="1" baseline="-25000" dirty="0">
                  <a:solidFill>
                    <a:srgbClr val="00B0F0"/>
                  </a:solidFill>
                  <a:latin typeface="NimbusRomDOT-Reg"/>
                </a:rPr>
                <a:t>2</a:t>
              </a:r>
              <a:endParaRPr lang="zh-CN" altLang="en-US" b="1" i="1" baseline="-25000" dirty="0">
                <a:solidFill>
                  <a:srgbClr val="00B0F0"/>
                </a:solidFill>
                <a:latin typeface="NimbusRomDOT-Reg"/>
              </a:endParaRPr>
            </a:p>
          </p:txBody>
        </p:sp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AD6E6633-0402-4FF6-BDEF-D08831D663F7}"/>
                </a:ext>
              </a:extLst>
            </p:cNvPr>
            <p:cNvSpPr/>
            <p:nvPr/>
          </p:nvSpPr>
          <p:spPr>
            <a:xfrm>
              <a:off x="4227450" y="3788293"/>
              <a:ext cx="622850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b="1" i="1" dirty="0">
                  <a:solidFill>
                    <a:srgbClr val="00B0F0"/>
                  </a:solidFill>
                  <a:latin typeface="NimbusRomDOT-Reg"/>
                </a:rPr>
                <a:t>K</a:t>
              </a:r>
              <a:r>
                <a:rPr lang="en-US" altLang="zh-CN" b="1" i="1" baseline="-25000" dirty="0">
                  <a:solidFill>
                    <a:srgbClr val="00B0F0"/>
                  </a:solidFill>
                  <a:latin typeface="NimbusRomDOT-Reg"/>
                </a:rPr>
                <a:t>1</a:t>
              </a:r>
              <a:endParaRPr lang="zh-CN" altLang="en-US" b="1" i="1" baseline="-25000" dirty="0">
                <a:solidFill>
                  <a:srgbClr val="00B0F0"/>
                </a:solidFill>
                <a:latin typeface="NimbusRomDOT-Reg"/>
              </a:endParaRPr>
            </a:p>
          </p:txBody>
        </p:sp>
        <p:sp>
          <p:nvSpPr>
            <p:cNvPr id="33" name="矩形 32">
              <a:extLst>
                <a:ext uri="{FF2B5EF4-FFF2-40B4-BE49-F238E27FC236}">
                  <a16:creationId xmlns:a16="http://schemas.microsoft.com/office/drawing/2014/main" id="{BC67FFD0-0C79-4D8B-B0D3-DA47956FD967}"/>
                </a:ext>
              </a:extLst>
            </p:cNvPr>
            <p:cNvSpPr/>
            <p:nvPr/>
          </p:nvSpPr>
          <p:spPr>
            <a:xfrm>
              <a:off x="6716668" y="3788293"/>
              <a:ext cx="622850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b="1" i="1" baseline="-25000" dirty="0">
                <a:latin typeface="NimbusRomDOT-Reg"/>
              </a:endParaRPr>
            </a:p>
          </p:txBody>
        </p:sp>
      </p:grp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B042A6BE-F0DE-4939-8D2F-583B96E52487}"/>
              </a:ext>
            </a:extLst>
          </p:cNvPr>
          <p:cNvCxnSpPr>
            <a:cxnSpLocks/>
            <a:stCxn id="68" idx="2"/>
            <a:endCxn id="79" idx="0"/>
          </p:cNvCxnSpPr>
          <p:nvPr/>
        </p:nvCxnSpPr>
        <p:spPr>
          <a:xfrm flipH="1">
            <a:off x="3415763" y="2075504"/>
            <a:ext cx="2104757" cy="684804"/>
          </a:xfrm>
          <a:prstGeom prst="straightConnector1">
            <a:avLst/>
          </a:prstGeom>
          <a:ln w="25400">
            <a:solidFill>
              <a:schemeClr val="tx1"/>
            </a:solidFill>
            <a:headEnd type="oval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3B96E2A9-7507-4D88-B5AC-C5E4F9830BEC}"/>
              </a:ext>
            </a:extLst>
          </p:cNvPr>
          <p:cNvCxnSpPr>
            <a:cxnSpLocks/>
            <a:stCxn id="65" idx="2"/>
            <a:endCxn id="29" idx="0"/>
          </p:cNvCxnSpPr>
          <p:nvPr/>
        </p:nvCxnSpPr>
        <p:spPr>
          <a:xfrm>
            <a:off x="6577684" y="2075504"/>
            <a:ext cx="2273773" cy="656039"/>
          </a:xfrm>
          <a:prstGeom prst="straightConnector1">
            <a:avLst/>
          </a:prstGeom>
          <a:ln w="25400">
            <a:solidFill>
              <a:schemeClr val="tx1"/>
            </a:solidFill>
            <a:headEnd type="oval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矩形 53">
            <a:extLst>
              <a:ext uri="{FF2B5EF4-FFF2-40B4-BE49-F238E27FC236}">
                <a16:creationId xmlns:a16="http://schemas.microsoft.com/office/drawing/2014/main" id="{437CAB6E-2BA4-4223-8F5B-FAFFEA17B391}"/>
              </a:ext>
            </a:extLst>
          </p:cNvPr>
          <p:cNvSpPr/>
          <p:nvPr/>
        </p:nvSpPr>
        <p:spPr>
          <a:xfrm>
            <a:off x="8776238" y="3209508"/>
            <a:ext cx="38664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i="1" dirty="0">
                <a:solidFill>
                  <a:srgbClr val="FF0000"/>
                </a:solidFill>
                <a:latin typeface="NimbusRomDOT-Reg"/>
                <a:cs typeface="Arial" panose="020B0604020202020204" pitchFamily="34" charset="0"/>
              </a:rPr>
              <a:t>N</a:t>
            </a:r>
            <a:endParaRPr lang="zh-CN" altLang="en-US" sz="2400" dirty="0"/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88052872-D607-452E-B43C-AFE234757C04}"/>
              </a:ext>
            </a:extLst>
          </p:cNvPr>
          <p:cNvGrpSpPr/>
          <p:nvPr/>
        </p:nvGrpSpPr>
        <p:grpSpPr>
          <a:xfrm>
            <a:off x="428878" y="1113606"/>
            <a:ext cx="6096000" cy="369332"/>
            <a:chOff x="2424913" y="265721"/>
            <a:chExt cx="6096000" cy="369332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309913B2-19B3-4BE6-89BD-0848BF19F858}"/>
                </a:ext>
              </a:extLst>
            </p:cNvPr>
            <p:cNvSpPr/>
            <p:nvPr/>
          </p:nvSpPr>
          <p:spPr>
            <a:xfrm>
              <a:off x="2424913" y="265721"/>
              <a:ext cx="6096000" cy="369332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marL="285750" lvl="1" indent="-285750">
                <a:lnSpc>
                  <a:spcPct val="100000"/>
                </a:lnSpc>
                <a:spcBef>
                  <a:spcPts val="1800"/>
                </a:spcBef>
                <a:buFont typeface="Wingdings" panose="05000000000000000000" pitchFamily="2" charset="2"/>
                <a:buChar char="l"/>
              </a:pPr>
              <a:r>
                <a:rPr lang="en-US" altLang="en-US" dirty="0">
                  <a:latin typeface="Arial" panose="020B0604020202020204" pitchFamily="34" charset="0"/>
                  <a:cs typeface="Arial" panose="020B0604020202020204" pitchFamily="34" charset="0"/>
                </a:rPr>
                <a:t>Each internal node has                children.</a:t>
              </a:r>
            </a:p>
          </p:txBody>
        </p:sp>
        <p:pic>
          <p:nvPicPr>
            <p:cNvPr id="56" name="Picture 4" descr="http://www.sciweavers.org/upload/Tex2Img_1618646854/eqn.png">
              <a:extLst>
                <a:ext uri="{FF2B5EF4-FFF2-40B4-BE49-F238E27FC236}">
                  <a16:creationId xmlns:a16="http://schemas.microsoft.com/office/drawing/2014/main" id="{24DEBB78-913B-4D19-ADA2-3403F0B1F21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18887" y="265721"/>
              <a:ext cx="1027872" cy="36869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70" name="组合 69">
            <a:extLst>
              <a:ext uri="{FF2B5EF4-FFF2-40B4-BE49-F238E27FC236}">
                <a16:creationId xmlns:a16="http://schemas.microsoft.com/office/drawing/2014/main" id="{5F830678-943A-499C-BFAF-BC06759750F9}"/>
              </a:ext>
            </a:extLst>
          </p:cNvPr>
          <p:cNvGrpSpPr/>
          <p:nvPr/>
        </p:nvGrpSpPr>
        <p:grpSpPr>
          <a:xfrm>
            <a:off x="1235788" y="2760308"/>
            <a:ext cx="4359950" cy="470452"/>
            <a:chOff x="3604600" y="3788293"/>
            <a:chExt cx="4359950" cy="470452"/>
          </a:xfrm>
        </p:grpSpPr>
        <p:sp>
          <p:nvSpPr>
            <p:cNvPr id="71" name="矩形 70">
              <a:extLst>
                <a:ext uri="{FF2B5EF4-FFF2-40B4-BE49-F238E27FC236}">
                  <a16:creationId xmlns:a16="http://schemas.microsoft.com/office/drawing/2014/main" id="{DF22C36B-5B53-4137-9875-3FD0C727C82B}"/>
                </a:ext>
              </a:extLst>
            </p:cNvPr>
            <p:cNvSpPr/>
            <p:nvPr/>
          </p:nvSpPr>
          <p:spPr>
            <a:xfrm>
              <a:off x="7341700" y="3788293"/>
              <a:ext cx="622850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lvl="0" algn="ctr"/>
              <a:endParaRPr lang="zh-CN" altLang="en-US" b="1" i="1" baseline="-25000" dirty="0">
                <a:solidFill>
                  <a:prstClr val="black"/>
                </a:solidFill>
                <a:latin typeface="NimbusRomDOT-Reg"/>
              </a:endParaRPr>
            </a:p>
          </p:txBody>
        </p:sp>
        <p:sp>
          <p:nvSpPr>
            <p:cNvPr id="72" name="矩形 71">
              <a:extLst>
                <a:ext uri="{FF2B5EF4-FFF2-40B4-BE49-F238E27FC236}">
                  <a16:creationId xmlns:a16="http://schemas.microsoft.com/office/drawing/2014/main" id="{9EEFE5F5-FA7E-4A53-A368-0CCB452D3137}"/>
                </a:ext>
              </a:extLst>
            </p:cNvPr>
            <p:cNvSpPr/>
            <p:nvPr/>
          </p:nvSpPr>
          <p:spPr>
            <a:xfrm>
              <a:off x="6096000" y="3788293"/>
              <a:ext cx="622850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b="1" i="1" dirty="0">
                  <a:solidFill>
                    <a:srgbClr val="00B050"/>
                  </a:solidFill>
                  <a:latin typeface="NimbusRomDOT-Reg"/>
                </a:rPr>
                <a:t>K</a:t>
              </a:r>
              <a:r>
                <a:rPr lang="en-US" altLang="zh-CN" b="1" i="1" baseline="-25000" dirty="0">
                  <a:solidFill>
                    <a:srgbClr val="00B050"/>
                  </a:solidFill>
                  <a:latin typeface="NimbusRomDOT-Reg"/>
                </a:rPr>
                <a:t>m-1</a:t>
              </a:r>
              <a:endParaRPr lang="zh-CN" altLang="en-US" b="1" i="1" baseline="-25000" dirty="0">
                <a:latin typeface="NimbusRomDOT-Reg"/>
              </a:endParaRPr>
            </a:p>
          </p:txBody>
        </p:sp>
        <p:sp>
          <p:nvSpPr>
            <p:cNvPr id="79" name="矩形 78">
              <a:extLst>
                <a:ext uri="{FF2B5EF4-FFF2-40B4-BE49-F238E27FC236}">
                  <a16:creationId xmlns:a16="http://schemas.microsoft.com/office/drawing/2014/main" id="{6C769D96-4917-429F-8F0D-CA7F38CF931E}"/>
                </a:ext>
              </a:extLst>
            </p:cNvPr>
            <p:cNvSpPr/>
            <p:nvPr/>
          </p:nvSpPr>
          <p:spPr>
            <a:xfrm>
              <a:off x="5473150" y="3788293"/>
              <a:ext cx="622850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b="1" i="1" dirty="0">
                  <a:solidFill>
                    <a:srgbClr val="00B050"/>
                  </a:solidFill>
                  <a:latin typeface="NimbusRomDOT-Reg"/>
                </a:rPr>
                <a:t>P</a:t>
              </a:r>
              <a:r>
                <a:rPr lang="en-US" altLang="zh-CN" b="1" i="1" baseline="-25000" dirty="0">
                  <a:solidFill>
                    <a:srgbClr val="00B050"/>
                  </a:solidFill>
                  <a:latin typeface="NimbusRomDOT-Reg"/>
                </a:rPr>
                <a:t>m-1</a:t>
              </a:r>
              <a:endParaRPr lang="zh-CN" altLang="en-US" b="1" i="1" dirty="0">
                <a:latin typeface="NimbusRomDOT-Reg"/>
              </a:endParaRPr>
            </a:p>
          </p:txBody>
        </p:sp>
        <p:sp>
          <p:nvSpPr>
            <p:cNvPr id="80" name="矩形 79">
              <a:extLst>
                <a:ext uri="{FF2B5EF4-FFF2-40B4-BE49-F238E27FC236}">
                  <a16:creationId xmlns:a16="http://schemas.microsoft.com/office/drawing/2014/main" id="{5BAD9BC2-AA3A-4AD5-990F-F59016C221C9}"/>
                </a:ext>
              </a:extLst>
            </p:cNvPr>
            <p:cNvSpPr/>
            <p:nvPr/>
          </p:nvSpPr>
          <p:spPr>
            <a:xfrm>
              <a:off x="3604600" y="3788293"/>
              <a:ext cx="622850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b="1" i="1" dirty="0">
                  <a:solidFill>
                    <a:srgbClr val="00B050"/>
                  </a:solidFill>
                  <a:latin typeface="NimbusRomDOT-Reg"/>
                </a:rPr>
                <a:t>P</a:t>
              </a:r>
              <a:r>
                <a:rPr lang="en-US" altLang="zh-CN" b="1" i="1" baseline="-25000" dirty="0">
                  <a:solidFill>
                    <a:srgbClr val="00B050"/>
                  </a:solidFill>
                  <a:latin typeface="NimbusRomDOT-Reg"/>
                </a:rPr>
                <a:t>1</a:t>
              </a:r>
              <a:endParaRPr lang="zh-CN" altLang="en-US" b="1" i="1" baseline="-25000" dirty="0">
                <a:solidFill>
                  <a:srgbClr val="00B050"/>
                </a:solidFill>
                <a:latin typeface="NimbusRomDOT-Reg"/>
              </a:endParaRPr>
            </a:p>
          </p:txBody>
        </p:sp>
        <p:sp>
          <p:nvSpPr>
            <p:cNvPr id="82" name="矩形 81">
              <a:extLst>
                <a:ext uri="{FF2B5EF4-FFF2-40B4-BE49-F238E27FC236}">
                  <a16:creationId xmlns:a16="http://schemas.microsoft.com/office/drawing/2014/main" id="{81D27FC0-C383-4C71-8D67-092C277CAA89}"/>
                </a:ext>
              </a:extLst>
            </p:cNvPr>
            <p:cNvSpPr/>
            <p:nvPr/>
          </p:nvSpPr>
          <p:spPr>
            <a:xfrm>
              <a:off x="4850300" y="3788293"/>
              <a:ext cx="622850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b="1" i="1" dirty="0">
                  <a:latin typeface="NimbusRomDOT-Reg"/>
                </a:rPr>
                <a:t>…</a:t>
              </a:r>
              <a:endParaRPr lang="zh-CN" altLang="en-US" b="1" i="1" dirty="0">
                <a:latin typeface="NimbusRomDOT-Reg"/>
              </a:endParaRPr>
            </a:p>
          </p:txBody>
        </p:sp>
        <p:sp>
          <p:nvSpPr>
            <p:cNvPr id="86" name="矩形 85">
              <a:extLst>
                <a:ext uri="{FF2B5EF4-FFF2-40B4-BE49-F238E27FC236}">
                  <a16:creationId xmlns:a16="http://schemas.microsoft.com/office/drawing/2014/main" id="{632AA107-37D0-44E8-8AE5-06B6B1F1C071}"/>
                </a:ext>
              </a:extLst>
            </p:cNvPr>
            <p:cNvSpPr/>
            <p:nvPr/>
          </p:nvSpPr>
          <p:spPr>
            <a:xfrm>
              <a:off x="4227450" y="3788293"/>
              <a:ext cx="622850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b="1" i="1" dirty="0">
                  <a:solidFill>
                    <a:srgbClr val="00B050"/>
                  </a:solidFill>
                  <a:latin typeface="NimbusRomDOT-Reg"/>
                </a:rPr>
                <a:t>K</a:t>
              </a:r>
              <a:r>
                <a:rPr lang="en-US" altLang="zh-CN" b="1" i="1" baseline="-25000" dirty="0">
                  <a:solidFill>
                    <a:srgbClr val="00B050"/>
                  </a:solidFill>
                  <a:latin typeface="NimbusRomDOT-Reg"/>
                </a:rPr>
                <a:t>1</a:t>
              </a:r>
              <a:endParaRPr lang="zh-CN" altLang="en-US" b="1" i="1" baseline="-25000" dirty="0">
                <a:solidFill>
                  <a:srgbClr val="00B050"/>
                </a:solidFill>
                <a:latin typeface="NimbusRomDOT-Reg"/>
              </a:endParaRPr>
            </a:p>
          </p:txBody>
        </p:sp>
        <p:sp>
          <p:nvSpPr>
            <p:cNvPr id="88" name="矩形 87">
              <a:extLst>
                <a:ext uri="{FF2B5EF4-FFF2-40B4-BE49-F238E27FC236}">
                  <a16:creationId xmlns:a16="http://schemas.microsoft.com/office/drawing/2014/main" id="{25D9757B-3B81-400B-A029-7A80F2A4DF89}"/>
                </a:ext>
              </a:extLst>
            </p:cNvPr>
            <p:cNvSpPr/>
            <p:nvPr/>
          </p:nvSpPr>
          <p:spPr>
            <a:xfrm>
              <a:off x="6716668" y="3788293"/>
              <a:ext cx="622850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b="1" i="1" dirty="0">
                  <a:solidFill>
                    <a:srgbClr val="00B050"/>
                  </a:solidFill>
                  <a:latin typeface="NimbusRomDOT-Reg"/>
                </a:rPr>
                <a:t>P</a:t>
              </a:r>
              <a:r>
                <a:rPr lang="en-US" altLang="zh-CN" b="1" i="1" baseline="-25000" dirty="0">
                  <a:solidFill>
                    <a:srgbClr val="00B050"/>
                  </a:solidFill>
                  <a:latin typeface="NimbusRomDOT-Reg"/>
                </a:rPr>
                <a:t>m</a:t>
              </a:r>
              <a:endParaRPr lang="zh-CN" altLang="en-US" b="1" i="1" baseline="-25000" dirty="0">
                <a:latin typeface="NimbusRomDOT-Reg"/>
              </a:endParaRPr>
            </a:p>
          </p:txBody>
        </p:sp>
      </p:grpSp>
      <p:sp>
        <p:nvSpPr>
          <p:cNvPr id="91" name="矩形 90">
            <a:extLst>
              <a:ext uri="{FF2B5EF4-FFF2-40B4-BE49-F238E27FC236}">
                <a16:creationId xmlns:a16="http://schemas.microsoft.com/office/drawing/2014/main" id="{8929DE81-3A31-46CF-9BB5-027D4AB41E69}"/>
              </a:ext>
            </a:extLst>
          </p:cNvPr>
          <p:cNvSpPr/>
          <p:nvPr/>
        </p:nvSpPr>
        <p:spPr>
          <a:xfrm>
            <a:off x="3182364" y="3230831"/>
            <a:ext cx="46679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i="1" dirty="0">
                <a:solidFill>
                  <a:srgbClr val="FF0000"/>
                </a:solidFill>
                <a:latin typeface="NimbusRomDOT-Reg"/>
                <a:cs typeface="Arial" panose="020B0604020202020204" pitchFamily="34" charset="0"/>
              </a:rPr>
              <a:t>N’</a:t>
            </a:r>
            <a:endParaRPr lang="zh-CN" altLang="en-US" sz="2400" dirty="0"/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0E6239B2-864C-4C1B-AEB0-936FC827CB7E}"/>
              </a:ext>
            </a:extLst>
          </p:cNvPr>
          <p:cNvGrpSpPr/>
          <p:nvPr/>
        </p:nvGrpSpPr>
        <p:grpSpPr>
          <a:xfrm>
            <a:off x="9578958" y="2172240"/>
            <a:ext cx="1447242" cy="409809"/>
            <a:chOff x="6456927" y="4738926"/>
            <a:chExt cx="1447242" cy="409809"/>
          </a:xfrm>
        </p:grpSpPr>
        <p:pic>
          <p:nvPicPr>
            <p:cNvPr id="92" name="Picture 4" descr="http://www.sciweavers.org/upload/Tex2Img_1618646854/eqn.png">
              <a:extLst>
                <a:ext uri="{FF2B5EF4-FFF2-40B4-BE49-F238E27FC236}">
                  <a16:creationId xmlns:a16="http://schemas.microsoft.com/office/drawing/2014/main" id="{AD586677-B52E-404C-8C60-ACA13A85C7C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628" r="43146"/>
            <a:stretch/>
          </p:blipFill>
          <p:spPr bwMode="auto">
            <a:xfrm>
              <a:off x="7433169" y="4738926"/>
              <a:ext cx="471000" cy="40980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B9BC818B-8F1C-4BE5-B9D8-202291DE25A5}"/>
                </a:ext>
              </a:extLst>
            </p:cNvPr>
            <p:cNvSpPr txBox="1"/>
            <p:nvPr/>
          </p:nvSpPr>
          <p:spPr>
            <a:xfrm>
              <a:off x="6456927" y="4758117"/>
              <a:ext cx="102463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 i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# of N</a:t>
              </a:r>
              <a:r>
                <a:rPr lang="en-US" altLang="zh-CN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altLang="zh-CN" b="1" dirty="0">
                  <a:latin typeface="Arial" panose="020B0604020202020204" pitchFamily="34" charset="0"/>
                  <a:cs typeface="Arial" panose="020B0604020202020204" pitchFamily="34" charset="0"/>
                </a:rPr>
                <a:t>&lt;</a:t>
              </a:r>
              <a:endParaRPr lang="zh-CN" altLang="en-US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95" name="文本框 94">
            <a:extLst>
              <a:ext uri="{FF2B5EF4-FFF2-40B4-BE49-F238E27FC236}">
                <a16:creationId xmlns:a16="http://schemas.microsoft.com/office/drawing/2014/main" id="{9EE2F2A4-E6F2-4F70-93D5-EBACECAA977C}"/>
              </a:ext>
            </a:extLst>
          </p:cNvPr>
          <p:cNvSpPr txBox="1"/>
          <p:nvPr/>
        </p:nvSpPr>
        <p:spPr>
          <a:xfrm>
            <a:off x="1126997" y="2145485"/>
            <a:ext cx="21894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# of N </a:t>
            </a:r>
            <a:r>
              <a:rPr lang="en-US" altLang="zh-CN" b="1" i="1" dirty="0"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  <a:r>
              <a:rPr lang="en-US" altLang="zh-CN" b="1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# of N’ </a:t>
            </a:r>
            <a:r>
              <a:rPr lang="en-US" altLang="zh-CN" b="1" i="1" dirty="0">
                <a:latin typeface="Arial" panose="020B0604020202020204" pitchFamily="34" charset="0"/>
                <a:cs typeface="Arial" panose="020B0604020202020204" pitchFamily="34" charset="0"/>
              </a:rPr>
              <a:t>&gt;</a:t>
            </a:r>
            <a:r>
              <a:rPr lang="en-US" altLang="zh-CN" b="1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n</a:t>
            </a:r>
            <a:endParaRPr lang="zh-CN" altLang="en-US" b="1" i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6" name="箭头: 下 95">
            <a:extLst>
              <a:ext uri="{FF2B5EF4-FFF2-40B4-BE49-F238E27FC236}">
                <a16:creationId xmlns:a16="http://schemas.microsoft.com/office/drawing/2014/main" id="{C31A8F03-C019-48D9-805A-1AA39C62BA3F}"/>
              </a:ext>
            </a:extLst>
          </p:cNvPr>
          <p:cNvSpPr/>
          <p:nvPr/>
        </p:nvSpPr>
        <p:spPr>
          <a:xfrm>
            <a:off x="5847822" y="3665808"/>
            <a:ext cx="496355" cy="470452"/>
          </a:xfrm>
          <a:prstGeom prst="downArrow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97" name="组合 96">
            <a:extLst>
              <a:ext uri="{FF2B5EF4-FFF2-40B4-BE49-F238E27FC236}">
                <a16:creationId xmlns:a16="http://schemas.microsoft.com/office/drawing/2014/main" id="{BAE26F1C-3902-4913-B448-B8B480E2CBA8}"/>
              </a:ext>
            </a:extLst>
          </p:cNvPr>
          <p:cNvGrpSpPr/>
          <p:nvPr/>
        </p:nvGrpSpPr>
        <p:grpSpPr>
          <a:xfrm>
            <a:off x="4509722" y="4362633"/>
            <a:ext cx="3419746" cy="478544"/>
            <a:chOff x="4434894" y="4609182"/>
            <a:chExt cx="3419746" cy="478544"/>
          </a:xfrm>
        </p:grpSpPr>
        <p:sp>
          <p:nvSpPr>
            <p:cNvPr id="98" name="矩形 97">
              <a:extLst>
                <a:ext uri="{FF2B5EF4-FFF2-40B4-BE49-F238E27FC236}">
                  <a16:creationId xmlns:a16="http://schemas.microsoft.com/office/drawing/2014/main" id="{7C7305BA-701C-47F9-9117-C9F3F4141FB5}"/>
                </a:ext>
              </a:extLst>
            </p:cNvPr>
            <p:cNvSpPr/>
            <p:nvPr/>
          </p:nvSpPr>
          <p:spPr>
            <a:xfrm>
              <a:off x="6409058" y="4615134"/>
              <a:ext cx="528582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b="1" i="1" dirty="0">
                  <a:latin typeface="NimbusRomDOT-Reg"/>
                </a:rPr>
                <a:t>N</a:t>
              </a:r>
              <a:endParaRPr lang="zh-CN" altLang="en-US" b="1" i="1" dirty="0">
                <a:latin typeface="NimbusRomDOT-Reg"/>
              </a:endParaRPr>
            </a:p>
          </p:txBody>
        </p:sp>
        <p:sp>
          <p:nvSpPr>
            <p:cNvPr id="99" name="矩形 98">
              <a:extLst>
                <a:ext uri="{FF2B5EF4-FFF2-40B4-BE49-F238E27FC236}">
                  <a16:creationId xmlns:a16="http://schemas.microsoft.com/office/drawing/2014/main" id="{2F906DB3-058B-4FAA-B76F-558693E370B2}"/>
                </a:ext>
              </a:extLst>
            </p:cNvPr>
            <p:cNvSpPr/>
            <p:nvPr/>
          </p:nvSpPr>
          <p:spPr>
            <a:xfrm>
              <a:off x="6937640" y="4609182"/>
              <a:ext cx="917000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b="1" i="1" dirty="0">
                  <a:latin typeface="NimbusRomDOT-Reg"/>
                </a:rPr>
                <a:t>…</a:t>
              </a:r>
              <a:endParaRPr lang="zh-CN" altLang="en-US" b="1" i="1" dirty="0">
                <a:latin typeface="NimbusRomDOT-Reg"/>
              </a:endParaRPr>
            </a:p>
          </p:txBody>
        </p:sp>
        <p:sp>
          <p:nvSpPr>
            <p:cNvPr id="100" name="矩形 99">
              <a:extLst>
                <a:ext uri="{FF2B5EF4-FFF2-40B4-BE49-F238E27FC236}">
                  <a16:creationId xmlns:a16="http://schemas.microsoft.com/office/drawing/2014/main" id="{A0F0584B-5706-4399-85CF-94845C136DFF}"/>
                </a:ext>
              </a:extLst>
            </p:cNvPr>
            <p:cNvSpPr/>
            <p:nvPr/>
          </p:nvSpPr>
          <p:spPr>
            <a:xfrm>
              <a:off x="4434894" y="4612994"/>
              <a:ext cx="917000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b="1" i="1" dirty="0">
                  <a:latin typeface="NimbusRomDOT-Reg"/>
                </a:rPr>
                <a:t>…</a:t>
              </a:r>
              <a:endParaRPr lang="zh-CN" altLang="en-US" b="1" i="1" dirty="0">
                <a:latin typeface="NimbusRomDOT-Reg"/>
              </a:endParaRPr>
            </a:p>
          </p:txBody>
        </p:sp>
        <p:sp>
          <p:nvSpPr>
            <p:cNvPr id="101" name="矩形 100">
              <a:extLst>
                <a:ext uri="{FF2B5EF4-FFF2-40B4-BE49-F238E27FC236}">
                  <a16:creationId xmlns:a16="http://schemas.microsoft.com/office/drawing/2014/main" id="{80F194A4-5191-4637-93E9-8E6814585E53}"/>
                </a:ext>
              </a:extLst>
            </p:cNvPr>
            <p:cNvSpPr/>
            <p:nvPr/>
          </p:nvSpPr>
          <p:spPr>
            <a:xfrm>
              <a:off x="5351894" y="4615134"/>
              <a:ext cx="528582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b="1" i="1" dirty="0">
                  <a:latin typeface="NimbusRomDOT-Reg"/>
                </a:rPr>
                <a:t>N’</a:t>
              </a:r>
              <a:endParaRPr lang="zh-CN" altLang="en-US" b="1" i="1" dirty="0">
                <a:latin typeface="NimbusRomDOT-Reg"/>
              </a:endParaRPr>
            </a:p>
          </p:txBody>
        </p:sp>
        <p:sp>
          <p:nvSpPr>
            <p:cNvPr id="102" name="矩形 101">
              <a:extLst>
                <a:ext uri="{FF2B5EF4-FFF2-40B4-BE49-F238E27FC236}">
                  <a16:creationId xmlns:a16="http://schemas.microsoft.com/office/drawing/2014/main" id="{CC5DB419-869F-45BC-91A4-D47B190ADA49}"/>
                </a:ext>
              </a:extLst>
            </p:cNvPr>
            <p:cNvSpPr/>
            <p:nvPr/>
          </p:nvSpPr>
          <p:spPr>
            <a:xfrm>
              <a:off x="5880476" y="4617274"/>
              <a:ext cx="528582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b="1" i="1" dirty="0">
                  <a:latin typeface="NimbusRomDOT-Reg"/>
                </a:rPr>
                <a:t>K’</a:t>
              </a:r>
              <a:endParaRPr lang="zh-CN" altLang="en-US" b="1" i="1" dirty="0">
                <a:latin typeface="NimbusRomDOT-Reg"/>
              </a:endParaRPr>
            </a:p>
          </p:txBody>
        </p:sp>
      </p:grpSp>
      <p:grpSp>
        <p:nvGrpSpPr>
          <p:cNvPr id="103" name="组合 102">
            <a:extLst>
              <a:ext uri="{FF2B5EF4-FFF2-40B4-BE49-F238E27FC236}">
                <a16:creationId xmlns:a16="http://schemas.microsoft.com/office/drawing/2014/main" id="{FCCDEDD7-2A40-4B91-A4C0-4FC6A6C1D637}"/>
              </a:ext>
            </a:extLst>
          </p:cNvPr>
          <p:cNvGrpSpPr/>
          <p:nvPr/>
        </p:nvGrpSpPr>
        <p:grpSpPr>
          <a:xfrm>
            <a:off x="6841975" y="5495076"/>
            <a:ext cx="4359950" cy="470452"/>
            <a:chOff x="3604600" y="3788293"/>
            <a:chExt cx="4359950" cy="470452"/>
          </a:xfrm>
        </p:grpSpPr>
        <p:sp>
          <p:nvSpPr>
            <p:cNvPr id="104" name="矩形 103">
              <a:extLst>
                <a:ext uri="{FF2B5EF4-FFF2-40B4-BE49-F238E27FC236}">
                  <a16:creationId xmlns:a16="http://schemas.microsoft.com/office/drawing/2014/main" id="{15219C22-7231-4B8B-B14F-622063CED33E}"/>
                </a:ext>
              </a:extLst>
            </p:cNvPr>
            <p:cNvSpPr/>
            <p:nvPr/>
          </p:nvSpPr>
          <p:spPr>
            <a:xfrm>
              <a:off x="7341700" y="3788293"/>
              <a:ext cx="622850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lvl="0" algn="ctr"/>
              <a:endParaRPr lang="zh-CN" altLang="en-US" b="1" i="1" baseline="-25000" dirty="0">
                <a:solidFill>
                  <a:prstClr val="black"/>
                </a:solidFill>
                <a:latin typeface="NimbusRomDOT-Reg"/>
              </a:endParaRPr>
            </a:p>
          </p:txBody>
        </p:sp>
        <p:sp>
          <p:nvSpPr>
            <p:cNvPr id="105" name="矩形 104">
              <a:extLst>
                <a:ext uri="{FF2B5EF4-FFF2-40B4-BE49-F238E27FC236}">
                  <a16:creationId xmlns:a16="http://schemas.microsoft.com/office/drawing/2014/main" id="{92495EDE-37BF-44B2-AB75-DEAE9FFA0D40}"/>
                </a:ext>
              </a:extLst>
            </p:cNvPr>
            <p:cNvSpPr/>
            <p:nvPr/>
          </p:nvSpPr>
          <p:spPr>
            <a:xfrm>
              <a:off x="6096000" y="3788293"/>
              <a:ext cx="622850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lvl="0" algn="ctr"/>
              <a:r>
                <a:rPr lang="en-US" altLang="zh-CN" b="1" i="1" dirty="0">
                  <a:solidFill>
                    <a:srgbClr val="00B0F0"/>
                  </a:solidFill>
                  <a:latin typeface="NimbusRomDOT-Reg"/>
                  <a:cs typeface="Arial" panose="020B0604020202020204" pitchFamily="34" charset="0"/>
                </a:rPr>
                <a:t>P</a:t>
              </a:r>
              <a:r>
                <a:rPr lang="en-US" altLang="zh-CN" sz="1200" b="1" baseline="-25000" dirty="0">
                  <a:solidFill>
                    <a:srgbClr val="00B0F0"/>
                  </a:solidFill>
                  <a:latin typeface="NimbusRomDOT-Reg"/>
                  <a:cs typeface="Arial" panose="020B0604020202020204" pitchFamily="34" charset="0"/>
                </a:rPr>
                <a:t>⌈</a:t>
              </a:r>
              <a:r>
                <a:rPr lang="en-US" altLang="zh-CN" sz="1200" b="1" i="1" baseline="-25000" dirty="0">
                  <a:solidFill>
                    <a:srgbClr val="00B0F0"/>
                  </a:solidFill>
                  <a:latin typeface="NimbusRomDOT-Reg"/>
                  <a:cs typeface="Arial" panose="020B0604020202020204" pitchFamily="34" charset="0"/>
                </a:rPr>
                <a:t>n</a:t>
              </a:r>
              <a:r>
                <a:rPr lang="en-US" altLang="zh-CN" sz="1200" b="1" baseline="-25000" dirty="0">
                  <a:solidFill>
                    <a:srgbClr val="00B0F0"/>
                  </a:solidFill>
                  <a:latin typeface="NimbusRomDOT-Reg"/>
                  <a:cs typeface="Arial" panose="020B0604020202020204" pitchFamily="34" charset="0"/>
                </a:rPr>
                <a:t>∕2⌉-1</a:t>
              </a:r>
              <a:endParaRPr lang="zh-CN" altLang="en-US" b="1" i="1" baseline="-25000" dirty="0">
                <a:solidFill>
                  <a:srgbClr val="00B0F0"/>
                </a:solidFill>
                <a:latin typeface="NimbusRomDOT-Reg"/>
              </a:endParaRPr>
            </a:p>
          </p:txBody>
        </p:sp>
        <p:sp>
          <p:nvSpPr>
            <p:cNvPr id="106" name="矩形 105">
              <a:extLst>
                <a:ext uri="{FF2B5EF4-FFF2-40B4-BE49-F238E27FC236}">
                  <a16:creationId xmlns:a16="http://schemas.microsoft.com/office/drawing/2014/main" id="{706888D0-6950-40A2-B01A-10A3BEACFCF9}"/>
                </a:ext>
              </a:extLst>
            </p:cNvPr>
            <p:cNvSpPr/>
            <p:nvPr/>
          </p:nvSpPr>
          <p:spPr>
            <a:xfrm>
              <a:off x="5473150" y="3788293"/>
              <a:ext cx="622850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b="1" i="1" dirty="0">
                  <a:latin typeface="NimbusRomDOT-Reg"/>
                </a:rPr>
                <a:t>…</a:t>
              </a:r>
              <a:endParaRPr lang="zh-CN" altLang="en-US" b="1" i="1" dirty="0">
                <a:latin typeface="NimbusRomDOT-Reg"/>
              </a:endParaRPr>
            </a:p>
          </p:txBody>
        </p:sp>
        <p:sp>
          <p:nvSpPr>
            <p:cNvPr id="107" name="矩形 106">
              <a:extLst>
                <a:ext uri="{FF2B5EF4-FFF2-40B4-BE49-F238E27FC236}">
                  <a16:creationId xmlns:a16="http://schemas.microsoft.com/office/drawing/2014/main" id="{7FDB873E-EC64-40E9-8CFF-49D1C428FB8D}"/>
                </a:ext>
              </a:extLst>
            </p:cNvPr>
            <p:cNvSpPr/>
            <p:nvPr/>
          </p:nvSpPr>
          <p:spPr>
            <a:xfrm>
              <a:off x="3604600" y="3788293"/>
              <a:ext cx="622850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b="1" i="1" dirty="0">
                  <a:solidFill>
                    <a:srgbClr val="00B050"/>
                  </a:solidFill>
                  <a:latin typeface="NimbusRomDOT-Reg"/>
                </a:rPr>
                <a:t>P</a:t>
              </a:r>
              <a:r>
                <a:rPr lang="en-US" altLang="zh-CN" b="1" i="1" baseline="-25000" dirty="0">
                  <a:solidFill>
                    <a:srgbClr val="00B050"/>
                  </a:solidFill>
                  <a:latin typeface="NimbusRomDOT-Reg"/>
                </a:rPr>
                <a:t>m</a:t>
              </a:r>
              <a:endParaRPr lang="zh-CN" altLang="en-US" b="1" i="1" baseline="-25000" dirty="0">
                <a:latin typeface="NimbusRomDOT-Reg"/>
              </a:endParaRPr>
            </a:p>
          </p:txBody>
        </p:sp>
        <p:sp>
          <p:nvSpPr>
            <p:cNvPr id="108" name="矩形 107">
              <a:extLst>
                <a:ext uri="{FF2B5EF4-FFF2-40B4-BE49-F238E27FC236}">
                  <a16:creationId xmlns:a16="http://schemas.microsoft.com/office/drawing/2014/main" id="{BC0D25DC-D313-47B3-828A-7CADD1C9C1AF}"/>
                </a:ext>
              </a:extLst>
            </p:cNvPr>
            <p:cNvSpPr/>
            <p:nvPr/>
          </p:nvSpPr>
          <p:spPr>
            <a:xfrm>
              <a:off x="4850300" y="3788293"/>
              <a:ext cx="622850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b="1" i="1" dirty="0">
                  <a:solidFill>
                    <a:srgbClr val="00B0F0"/>
                  </a:solidFill>
                  <a:latin typeface="NimbusRomDOT-Reg"/>
                </a:rPr>
                <a:t>P</a:t>
              </a:r>
              <a:r>
                <a:rPr lang="en-US" altLang="zh-CN" b="1" i="1" baseline="-25000" dirty="0">
                  <a:solidFill>
                    <a:srgbClr val="00B0F0"/>
                  </a:solidFill>
                  <a:latin typeface="NimbusRomDOT-Reg"/>
                </a:rPr>
                <a:t>1</a:t>
              </a:r>
              <a:endParaRPr lang="zh-CN" altLang="en-US" b="1" i="1" baseline="-25000" dirty="0">
                <a:solidFill>
                  <a:srgbClr val="00B0F0"/>
                </a:solidFill>
                <a:latin typeface="NimbusRomDOT-Reg"/>
              </a:endParaRPr>
            </a:p>
          </p:txBody>
        </p:sp>
        <p:sp>
          <p:nvSpPr>
            <p:cNvPr id="109" name="矩形 108">
              <a:extLst>
                <a:ext uri="{FF2B5EF4-FFF2-40B4-BE49-F238E27FC236}">
                  <a16:creationId xmlns:a16="http://schemas.microsoft.com/office/drawing/2014/main" id="{F153F590-A690-41DD-AD23-426823066C6D}"/>
                </a:ext>
              </a:extLst>
            </p:cNvPr>
            <p:cNvSpPr/>
            <p:nvPr/>
          </p:nvSpPr>
          <p:spPr>
            <a:xfrm>
              <a:off x="4227450" y="3788293"/>
              <a:ext cx="622850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b="1" i="1" dirty="0">
                  <a:latin typeface="NimbusRomDOT-Reg"/>
                </a:rPr>
                <a:t>K’</a:t>
              </a:r>
              <a:endParaRPr lang="zh-CN" altLang="en-US" b="1" i="1" dirty="0">
                <a:latin typeface="NimbusRomDOT-Reg"/>
              </a:endParaRPr>
            </a:p>
          </p:txBody>
        </p:sp>
        <p:sp>
          <p:nvSpPr>
            <p:cNvPr id="110" name="矩形 109">
              <a:extLst>
                <a:ext uri="{FF2B5EF4-FFF2-40B4-BE49-F238E27FC236}">
                  <a16:creationId xmlns:a16="http://schemas.microsoft.com/office/drawing/2014/main" id="{5ABC1623-1A9E-4B60-AE68-16D57919B32A}"/>
                </a:ext>
              </a:extLst>
            </p:cNvPr>
            <p:cNvSpPr/>
            <p:nvPr/>
          </p:nvSpPr>
          <p:spPr>
            <a:xfrm>
              <a:off x="6716668" y="3788293"/>
              <a:ext cx="622850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b="1" i="1" baseline="-25000" dirty="0">
                <a:latin typeface="NimbusRomDOT-Reg"/>
              </a:endParaRPr>
            </a:p>
          </p:txBody>
        </p:sp>
      </p:grpSp>
      <p:grpSp>
        <p:nvGrpSpPr>
          <p:cNvPr id="113" name="组合 112">
            <a:extLst>
              <a:ext uri="{FF2B5EF4-FFF2-40B4-BE49-F238E27FC236}">
                <a16:creationId xmlns:a16="http://schemas.microsoft.com/office/drawing/2014/main" id="{F3DF86EF-44E9-44BA-91D3-F480AF0BB17D}"/>
              </a:ext>
            </a:extLst>
          </p:cNvPr>
          <p:cNvGrpSpPr/>
          <p:nvPr/>
        </p:nvGrpSpPr>
        <p:grpSpPr>
          <a:xfrm>
            <a:off x="1406281" y="5523841"/>
            <a:ext cx="4359950" cy="470452"/>
            <a:chOff x="3604600" y="3788293"/>
            <a:chExt cx="4359950" cy="470452"/>
          </a:xfrm>
        </p:grpSpPr>
        <p:sp>
          <p:nvSpPr>
            <p:cNvPr id="114" name="矩形 113">
              <a:extLst>
                <a:ext uri="{FF2B5EF4-FFF2-40B4-BE49-F238E27FC236}">
                  <a16:creationId xmlns:a16="http://schemas.microsoft.com/office/drawing/2014/main" id="{58E770B9-6E26-4750-BB45-8D96F593554B}"/>
                </a:ext>
              </a:extLst>
            </p:cNvPr>
            <p:cNvSpPr/>
            <p:nvPr/>
          </p:nvSpPr>
          <p:spPr>
            <a:xfrm>
              <a:off x="7341700" y="3788293"/>
              <a:ext cx="622850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lvl="0" algn="ctr"/>
              <a:endParaRPr lang="zh-CN" altLang="en-US" b="1" i="1" baseline="-25000" dirty="0">
                <a:solidFill>
                  <a:srgbClr val="00B0F0"/>
                </a:solidFill>
                <a:latin typeface="NimbusRomDOT-Reg"/>
              </a:endParaRPr>
            </a:p>
          </p:txBody>
        </p:sp>
        <p:sp>
          <p:nvSpPr>
            <p:cNvPr id="115" name="矩形 114">
              <a:extLst>
                <a:ext uri="{FF2B5EF4-FFF2-40B4-BE49-F238E27FC236}">
                  <a16:creationId xmlns:a16="http://schemas.microsoft.com/office/drawing/2014/main" id="{AEA4C985-A116-4FC3-816B-769F0D031095}"/>
                </a:ext>
              </a:extLst>
            </p:cNvPr>
            <p:cNvSpPr/>
            <p:nvPr/>
          </p:nvSpPr>
          <p:spPr>
            <a:xfrm>
              <a:off x="6096000" y="3788293"/>
              <a:ext cx="622850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b="1" i="1" baseline="-25000" dirty="0">
                <a:latin typeface="NimbusRomDOT-Reg"/>
              </a:endParaRPr>
            </a:p>
          </p:txBody>
        </p:sp>
        <p:sp>
          <p:nvSpPr>
            <p:cNvPr id="116" name="矩形 115">
              <a:extLst>
                <a:ext uri="{FF2B5EF4-FFF2-40B4-BE49-F238E27FC236}">
                  <a16:creationId xmlns:a16="http://schemas.microsoft.com/office/drawing/2014/main" id="{85087159-D46F-4494-8489-8CEBFB770435}"/>
                </a:ext>
              </a:extLst>
            </p:cNvPr>
            <p:cNvSpPr/>
            <p:nvPr/>
          </p:nvSpPr>
          <p:spPr>
            <a:xfrm>
              <a:off x="5473150" y="3788293"/>
              <a:ext cx="622850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b="1" i="1" dirty="0">
                  <a:solidFill>
                    <a:srgbClr val="00B050"/>
                  </a:solidFill>
                  <a:latin typeface="NimbusRomDOT-Reg"/>
                </a:rPr>
                <a:t>P</a:t>
              </a:r>
              <a:r>
                <a:rPr lang="en-US" altLang="zh-CN" b="1" i="1" baseline="-25000" dirty="0">
                  <a:solidFill>
                    <a:srgbClr val="00B050"/>
                  </a:solidFill>
                  <a:latin typeface="NimbusRomDOT-Reg"/>
                </a:rPr>
                <a:t>m-1</a:t>
              </a:r>
              <a:endParaRPr lang="zh-CN" altLang="en-US" b="1" i="1" dirty="0">
                <a:latin typeface="NimbusRomDOT-Reg"/>
              </a:endParaRPr>
            </a:p>
          </p:txBody>
        </p:sp>
        <p:sp>
          <p:nvSpPr>
            <p:cNvPr id="117" name="矩形 116">
              <a:extLst>
                <a:ext uri="{FF2B5EF4-FFF2-40B4-BE49-F238E27FC236}">
                  <a16:creationId xmlns:a16="http://schemas.microsoft.com/office/drawing/2014/main" id="{C71F6E96-40AD-4BA7-A601-50828E88E24F}"/>
                </a:ext>
              </a:extLst>
            </p:cNvPr>
            <p:cNvSpPr/>
            <p:nvPr/>
          </p:nvSpPr>
          <p:spPr>
            <a:xfrm>
              <a:off x="3604600" y="3788293"/>
              <a:ext cx="622850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b="1" i="1" dirty="0">
                  <a:solidFill>
                    <a:srgbClr val="00B050"/>
                  </a:solidFill>
                  <a:latin typeface="NimbusRomDOT-Reg"/>
                </a:rPr>
                <a:t>P</a:t>
              </a:r>
              <a:r>
                <a:rPr lang="en-US" altLang="zh-CN" b="1" i="1" baseline="-25000" dirty="0">
                  <a:solidFill>
                    <a:srgbClr val="00B050"/>
                  </a:solidFill>
                  <a:latin typeface="NimbusRomDOT-Reg"/>
                </a:rPr>
                <a:t>1</a:t>
              </a:r>
              <a:endParaRPr lang="zh-CN" altLang="en-US" b="1" i="1" baseline="-25000" dirty="0">
                <a:solidFill>
                  <a:srgbClr val="00B050"/>
                </a:solidFill>
                <a:latin typeface="NimbusRomDOT-Reg"/>
              </a:endParaRPr>
            </a:p>
          </p:txBody>
        </p:sp>
        <p:sp>
          <p:nvSpPr>
            <p:cNvPr id="118" name="矩形 117">
              <a:extLst>
                <a:ext uri="{FF2B5EF4-FFF2-40B4-BE49-F238E27FC236}">
                  <a16:creationId xmlns:a16="http://schemas.microsoft.com/office/drawing/2014/main" id="{BBC1D8AC-A636-457D-9288-772B6A2B8199}"/>
                </a:ext>
              </a:extLst>
            </p:cNvPr>
            <p:cNvSpPr/>
            <p:nvPr/>
          </p:nvSpPr>
          <p:spPr>
            <a:xfrm>
              <a:off x="4850300" y="3788293"/>
              <a:ext cx="622850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b="1" i="1" dirty="0">
                  <a:latin typeface="NimbusRomDOT-Reg"/>
                </a:rPr>
                <a:t>…</a:t>
              </a:r>
              <a:endParaRPr lang="zh-CN" altLang="en-US" b="1" i="1" dirty="0">
                <a:latin typeface="NimbusRomDOT-Reg"/>
              </a:endParaRPr>
            </a:p>
          </p:txBody>
        </p:sp>
        <p:sp>
          <p:nvSpPr>
            <p:cNvPr id="119" name="矩形 118">
              <a:extLst>
                <a:ext uri="{FF2B5EF4-FFF2-40B4-BE49-F238E27FC236}">
                  <a16:creationId xmlns:a16="http://schemas.microsoft.com/office/drawing/2014/main" id="{752193FF-2112-4DF5-ACB2-4927A4A77881}"/>
                </a:ext>
              </a:extLst>
            </p:cNvPr>
            <p:cNvSpPr/>
            <p:nvPr/>
          </p:nvSpPr>
          <p:spPr>
            <a:xfrm>
              <a:off x="4227450" y="3788293"/>
              <a:ext cx="622850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b="1" i="1" dirty="0">
                  <a:solidFill>
                    <a:srgbClr val="00B050"/>
                  </a:solidFill>
                  <a:latin typeface="NimbusRomDOT-Reg"/>
                </a:rPr>
                <a:t>K</a:t>
              </a:r>
              <a:r>
                <a:rPr lang="en-US" altLang="zh-CN" b="1" i="1" baseline="-25000" dirty="0">
                  <a:solidFill>
                    <a:srgbClr val="00B050"/>
                  </a:solidFill>
                  <a:latin typeface="NimbusRomDOT-Reg"/>
                </a:rPr>
                <a:t>1</a:t>
              </a:r>
              <a:endParaRPr lang="zh-CN" altLang="en-US" b="1" i="1" baseline="-25000" dirty="0">
                <a:solidFill>
                  <a:srgbClr val="00B050"/>
                </a:solidFill>
                <a:latin typeface="NimbusRomDOT-Reg"/>
              </a:endParaRPr>
            </a:p>
          </p:txBody>
        </p:sp>
        <p:sp>
          <p:nvSpPr>
            <p:cNvPr id="120" name="矩形 119">
              <a:extLst>
                <a:ext uri="{FF2B5EF4-FFF2-40B4-BE49-F238E27FC236}">
                  <a16:creationId xmlns:a16="http://schemas.microsoft.com/office/drawing/2014/main" id="{BBC83AB8-6BC5-4847-BAD2-0F2A579D1967}"/>
                </a:ext>
              </a:extLst>
            </p:cNvPr>
            <p:cNvSpPr/>
            <p:nvPr/>
          </p:nvSpPr>
          <p:spPr>
            <a:xfrm>
              <a:off x="6716668" y="3788293"/>
              <a:ext cx="622850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b="1" i="1" baseline="-25000" dirty="0">
                <a:latin typeface="NimbusRomDOT-Reg"/>
              </a:endParaRPr>
            </a:p>
          </p:txBody>
        </p:sp>
      </p:grpSp>
      <p:grpSp>
        <p:nvGrpSpPr>
          <p:cNvPr id="121" name="组合 120">
            <a:extLst>
              <a:ext uri="{FF2B5EF4-FFF2-40B4-BE49-F238E27FC236}">
                <a16:creationId xmlns:a16="http://schemas.microsoft.com/office/drawing/2014/main" id="{866F94A4-DAA5-49D3-A741-B5E723ECA545}"/>
              </a:ext>
            </a:extLst>
          </p:cNvPr>
          <p:cNvGrpSpPr/>
          <p:nvPr/>
        </p:nvGrpSpPr>
        <p:grpSpPr>
          <a:xfrm>
            <a:off x="4504717" y="4369291"/>
            <a:ext cx="3419746" cy="474732"/>
            <a:chOff x="4434894" y="4612994"/>
            <a:chExt cx="3419746" cy="474732"/>
          </a:xfrm>
        </p:grpSpPr>
        <p:sp>
          <p:nvSpPr>
            <p:cNvPr id="122" name="矩形 121">
              <a:extLst>
                <a:ext uri="{FF2B5EF4-FFF2-40B4-BE49-F238E27FC236}">
                  <a16:creationId xmlns:a16="http://schemas.microsoft.com/office/drawing/2014/main" id="{DC476DA3-A6B8-400D-A734-0E780EE28D35}"/>
                </a:ext>
              </a:extLst>
            </p:cNvPr>
            <p:cNvSpPr/>
            <p:nvPr/>
          </p:nvSpPr>
          <p:spPr>
            <a:xfrm>
              <a:off x="6409058" y="4615134"/>
              <a:ext cx="528582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b="1" i="1" dirty="0">
                  <a:latin typeface="NimbusRomDOT-Reg"/>
                </a:rPr>
                <a:t>N</a:t>
              </a:r>
              <a:endParaRPr lang="zh-CN" altLang="en-US" b="1" i="1" dirty="0">
                <a:latin typeface="NimbusRomDOT-Reg"/>
              </a:endParaRPr>
            </a:p>
          </p:txBody>
        </p:sp>
        <p:sp>
          <p:nvSpPr>
            <p:cNvPr id="123" name="矩形 122">
              <a:extLst>
                <a:ext uri="{FF2B5EF4-FFF2-40B4-BE49-F238E27FC236}">
                  <a16:creationId xmlns:a16="http://schemas.microsoft.com/office/drawing/2014/main" id="{967AD089-9EE6-41B2-A71C-5763B718CA2F}"/>
                </a:ext>
              </a:extLst>
            </p:cNvPr>
            <p:cNvSpPr/>
            <p:nvPr/>
          </p:nvSpPr>
          <p:spPr>
            <a:xfrm>
              <a:off x="6937640" y="4617274"/>
              <a:ext cx="917000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b="1" i="1" dirty="0">
                  <a:latin typeface="NimbusRomDOT-Reg"/>
                </a:rPr>
                <a:t>…</a:t>
              </a:r>
              <a:endParaRPr lang="zh-CN" altLang="en-US" b="1" i="1" dirty="0">
                <a:latin typeface="NimbusRomDOT-Reg"/>
              </a:endParaRPr>
            </a:p>
          </p:txBody>
        </p:sp>
        <p:sp>
          <p:nvSpPr>
            <p:cNvPr id="124" name="矩形 123">
              <a:extLst>
                <a:ext uri="{FF2B5EF4-FFF2-40B4-BE49-F238E27FC236}">
                  <a16:creationId xmlns:a16="http://schemas.microsoft.com/office/drawing/2014/main" id="{8B07B316-CC3D-4906-A1F3-0D034751E75B}"/>
                </a:ext>
              </a:extLst>
            </p:cNvPr>
            <p:cNvSpPr/>
            <p:nvPr/>
          </p:nvSpPr>
          <p:spPr>
            <a:xfrm>
              <a:off x="4434894" y="4612994"/>
              <a:ext cx="917000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b="1" i="1" dirty="0">
                  <a:latin typeface="NimbusRomDOT-Reg"/>
                </a:rPr>
                <a:t>…</a:t>
              </a:r>
              <a:endParaRPr lang="zh-CN" altLang="en-US" b="1" i="1" dirty="0">
                <a:latin typeface="NimbusRomDOT-Reg"/>
              </a:endParaRPr>
            </a:p>
          </p:txBody>
        </p:sp>
        <p:sp>
          <p:nvSpPr>
            <p:cNvPr id="125" name="矩形 124">
              <a:extLst>
                <a:ext uri="{FF2B5EF4-FFF2-40B4-BE49-F238E27FC236}">
                  <a16:creationId xmlns:a16="http://schemas.microsoft.com/office/drawing/2014/main" id="{2F7EA994-260F-4CB1-89BC-8741C06DF442}"/>
                </a:ext>
              </a:extLst>
            </p:cNvPr>
            <p:cNvSpPr/>
            <p:nvPr/>
          </p:nvSpPr>
          <p:spPr>
            <a:xfrm>
              <a:off x="5351894" y="4615134"/>
              <a:ext cx="528582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b="1" i="1" dirty="0">
                  <a:latin typeface="NimbusRomDOT-Reg"/>
                </a:rPr>
                <a:t>N’</a:t>
              </a:r>
              <a:endParaRPr lang="zh-CN" altLang="en-US" b="1" i="1" dirty="0">
                <a:latin typeface="NimbusRomDOT-Reg"/>
              </a:endParaRPr>
            </a:p>
          </p:txBody>
        </p:sp>
        <p:sp>
          <p:nvSpPr>
            <p:cNvPr id="126" name="矩形 125">
              <a:extLst>
                <a:ext uri="{FF2B5EF4-FFF2-40B4-BE49-F238E27FC236}">
                  <a16:creationId xmlns:a16="http://schemas.microsoft.com/office/drawing/2014/main" id="{D4F9E6B4-4485-425C-900F-FAA19FF92912}"/>
                </a:ext>
              </a:extLst>
            </p:cNvPr>
            <p:cNvSpPr/>
            <p:nvPr/>
          </p:nvSpPr>
          <p:spPr>
            <a:xfrm>
              <a:off x="5880476" y="4617274"/>
              <a:ext cx="528582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rIns="0" rtlCol="0" anchor="ctr"/>
            <a:lstStyle/>
            <a:p>
              <a:pPr lvl="0" algn="ctr"/>
              <a:r>
                <a:rPr lang="en-US" altLang="zh-CN" b="1" i="1" dirty="0">
                  <a:solidFill>
                    <a:srgbClr val="00B050"/>
                  </a:solidFill>
                  <a:latin typeface="NimbusRomDOT-Reg"/>
                </a:rPr>
                <a:t>K</a:t>
              </a:r>
              <a:r>
                <a:rPr lang="en-US" altLang="zh-CN" b="1" i="1" baseline="-25000" dirty="0">
                  <a:solidFill>
                    <a:srgbClr val="00B050"/>
                  </a:solidFill>
                  <a:latin typeface="NimbusRomDOT-Reg"/>
                </a:rPr>
                <a:t>m-1</a:t>
              </a:r>
              <a:endParaRPr lang="zh-CN" altLang="en-US" b="1" i="1" dirty="0">
                <a:solidFill>
                  <a:prstClr val="black"/>
                </a:solidFill>
                <a:latin typeface="NimbusRomDOT-Reg"/>
              </a:endParaRPr>
            </a:p>
          </p:txBody>
        </p:sp>
      </p:grpSp>
      <p:cxnSp>
        <p:nvCxnSpPr>
          <p:cNvPr id="111" name="直接箭头连接符 110">
            <a:extLst>
              <a:ext uri="{FF2B5EF4-FFF2-40B4-BE49-F238E27FC236}">
                <a16:creationId xmlns:a16="http://schemas.microsoft.com/office/drawing/2014/main" id="{93F367ED-8B60-47BB-8A27-C9785C58F537}"/>
              </a:ext>
            </a:extLst>
          </p:cNvPr>
          <p:cNvCxnSpPr>
            <a:cxnSpLocks/>
            <a:stCxn id="101" idx="2"/>
            <a:endCxn id="116" idx="0"/>
          </p:cNvCxnSpPr>
          <p:nvPr/>
        </p:nvCxnSpPr>
        <p:spPr>
          <a:xfrm flipH="1">
            <a:off x="3586256" y="4839037"/>
            <a:ext cx="2104757" cy="684804"/>
          </a:xfrm>
          <a:prstGeom prst="straightConnector1">
            <a:avLst/>
          </a:prstGeom>
          <a:ln w="25400">
            <a:solidFill>
              <a:schemeClr val="tx1"/>
            </a:solidFill>
            <a:headEnd type="oval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直接箭头连接符 111">
            <a:extLst>
              <a:ext uri="{FF2B5EF4-FFF2-40B4-BE49-F238E27FC236}">
                <a16:creationId xmlns:a16="http://schemas.microsoft.com/office/drawing/2014/main" id="{09A87700-0DBE-457C-B2FF-A830A201E7F6}"/>
              </a:ext>
            </a:extLst>
          </p:cNvPr>
          <p:cNvCxnSpPr>
            <a:cxnSpLocks/>
            <a:stCxn id="98" idx="2"/>
            <a:endCxn id="106" idx="0"/>
          </p:cNvCxnSpPr>
          <p:nvPr/>
        </p:nvCxnSpPr>
        <p:spPr>
          <a:xfrm>
            <a:off x="6748177" y="4839037"/>
            <a:ext cx="2273773" cy="656039"/>
          </a:xfrm>
          <a:prstGeom prst="straightConnector1">
            <a:avLst/>
          </a:prstGeom>
          <a:ln w="25400">
            <a:solidFill>
              <a:schemeClr val="tx1"/>
            </a:solidFill>
            <a:headEnd type="oval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786742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6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>
            <a:extLst>
              <a:ext uri="{FF2B5EF4-FFF2-40B4-BE49-F238E27FC236}">
                <a16:creationId xmlns:a16="http://schemas.microsoft.com/office/drawing/2014/main" id="{4F158BFB-C9B7-4F14-ACD1-B76807651920}"/>
              </a:ext>
            </a:extLst>
          </p:cNvPr>
          <p:cNvGrpSpPr/>
          <p:nvPr/>
        </p:nvGrpSpPr>
        <p:grpSpPr>
          <a:xfrm>
            <a:off x="3829156" y="1599100"/>
            <a:ext cx="3419746" cy="476404"/>
            <a:chOff x="4434894" y="4609182"/>
            <a:chExt cx="3419746" cy="476404"/>
          </a:xfrm>
        </p:grpSpPr>
        <p:sp>
          <p:nvSpPr>
            <p:cNvPr id="65" name="矩形 64">
              <a:extLst>
                <a:ext uri="{FF2B5EF4-FFF2-40B4-BE49-F238E27FC236}">
                  <a16:creationId xmlns:a16="http://schemas.microsoft.com/office/drawing/2014/main" id="{02B27B1A-4B92-45B7-BCF1-EA17094D9FA9}"/>
                </a:ext>
              </a:extLst>
            </p:cNvPr>
            <p:cNvSpPr/>
            <p:nvPr/>
          </p:nvSpPr>
          <p:spPr>
            <a:xfrm>
              <a:off x="6409058" y="4615134"/>
              <a:ext cx="528582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b="1" i="1" dirty="0">
                  <a:latin typeface="NimbusRomDOT-Reg"/>
                </a:rPr>
                <a:t>N</a:t>
              </a:r>
              <a:endParaRPr lang="zh-CN" altLang="en-US" b="1" i="1" dirty="0">
                <a:latin typeface="NimbusRomDOT-Reg"/>
              </a:endParaRPr>
            </a:p>
          </p:txBody>
        </p:sp>
        <p:sp>
          <p:nvSpPr>
            <p:cNvPr id="66" name="矩形 65">
              <a:extLst>
                <a:ext uri="{FF2B5EF4-FFF2-40B4-BE49-F238E27FC236}">
                  <a16:creationId xmlns:a16="http://schemas.microsoft.com/office/drawing/2014/main" id="{FBB83373-B85B-46DB-A9B7-AA1B702D0FF1}"/>
                </a:ext>
              </a:extLst>
            </p:cNvPr>
            <p:cNvSpPr/>
            <p:nvPr/>
          </p:nvSpPr>
          <p:spPr>
            <a:xfrm>
              <a:off x="6937640" y="4609182"/>
              <a:ext cx="917000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b="1" i="1" dirty="0">
                  <a:latin typeface="NimbusRomDOT-Reg"/>
                </a:rPr>
                <a:t>…</a:t>
              </a:r>
              <a:endParaRPr lang="zh-CN" altLang="en-US" b="1" i="1" dirty="0">
                <a:latin typeface="NimbusRomDOT-Reg"/>
              </a:endParaRPr>
            </a:p>
          </p:txBody>
        </p:sp>
        <p:sp>
          <p:nvSpPr>
            <p:cNvPr id="67" name="矩形 66">
              <a:extLst>
                <a:ext uri="{FF2B5EF4-FFF2-40B4-BE49-F238E27FC236}">
                  <a16:creationId xmlns:a16="http://schemas.microsoft.com/office/drawing/2014/main" id="{C22C5B9F-5BD8-4F34-AE53-9F48D33E7B86}"/>
                </a:ext>
              </a:extLst>
            </p:cNvPr>
            <p:cNvSpPr/>
            <p:nvPr/>
          </p:nvSpPr>
          <p:spPr>
            <a:xfrm>
              <a:off x="4434894" y="4612994"/>
              <a:ext cx="917000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b="1" i="1" dirty="0">
                  <a:latin typeface="NimbusRomDOT-Reg"/>
                </a:rPr>
                <a:t>…</a:t>
              </a:r>
              <a:endParaRPr lang="zh-CN" altLang="en-US" b="1" i="1" dirty="0">
                <a:latin typeface="NimbusRomDOT-Reg"/>
              </a:endParaRPr>
            </a:p>
          </p:txBody>
        </p:sp>
        <p:sp>
          <p:nvSpPr>
            <p:cNvPr id="68" name="矩形 67">
              <a:extLst>
                <a:ext uri="{FF2B5EF4-FFF2-40B4-BE49-F238E27FC236}">
                  <a16:creationId xmlns:a16="http://schemas.microsoft.com/office/drawing/2014/main" id="{B8AFE0FE-6DCA-4C49-A6BD-0B6C2129A52D}"/>
                </a:ext>
              </a:extLst>
            </p:cNvPr>
            <p:cNvSpPr/>
            <p:nvPr/>
          </p:nvSpPr>
          <p:spPr>
            <a:xfrm>
              <a:off x="5351894" y="4615134"/>
              <a:ext cx="528582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b="1" i="1" dirty="0">
                  <a:latin typeface="NimbusRomDOT-Reg"/>
                </a:rPr>
                <a:t>N’</a:t>
              </a:r>
              <a:endParaRPr lang="zh-CN" altLang="en-US" b="1" i="1" dirty="0">
                <a:latin typeface="NimbusRomDOT-Reg"/>
              </a:endParaRPr>
            </a:p>
          </p:txBody>
        </p:sp>
        <p:sp>
          <p:nvSpPr>
            <p:cNvPr id="69" name="矩形 68">
              <a:extLst>
                <a:ext uri="{FF2B5EF4-FFF2-40B4-BE49-F238E27FC236}">
                  <a16:creationId xmlns:a16="http://schemas.microsoft.com/office/drawing/2014/main" id="{3DF31640-8116-4314-BA3A-E23A18052619}"/>
                </a:ext>
              </a:extLst>
            </p:cNvPr>
            <p:cNvSpPr/>
            <p:nvPr/>
          </p:nvSpPr>
          <p:spPr>
            <a:xfrm>
              <a:off x="5880476" y="4609182"/>
              <a:ext cx="528582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b="1" i="1" dirty="0">
                  <a:latin typeface="NimbusRomDOT-Reg"/>
                </a:rPr>
                <a:t>K’</a:t>
              </a:r>
              <a:endParaRPr lang="zh-CN" altLang="en-US" b="1" i="1" dirty="0">
                <a:latin typeface="NimbusRomDOT-Reg"/>
              </a:endParaRPr>
            </a:p>
          </p:txBody>
        </p:sp>
      </p:grp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C82B485-330C-4F7C-AD75-86FB6EFA3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654D6-39DB-4FDE-A5B2-A45146FE4736}" type="datetime1">
              <a:rPr lang="zh-CN" altLang="en-US" smtClean="0"/>
              <a:t>2024/5/8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9398CB-94F3-4CE3-9880-9F79A418A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Tree Indices</a:t>
            </a:r>
            <a:endParaRPr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98061EF-E67D-4B6D-B836-FE67DC6C8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5A79-C12E-4282-8451-1BC984B858F9}" type="slidenum">
              <a:rPr lang="zh-CN" altLang="en-US" smtClean="0"/>
              <a:t>33</a:t>
            </a:fld>
            <a:endParaRPr lang="zh-CN" altLang="en-US" dirty="0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4D63A6BA-E7A8-4199-A9F7-13D20F493D3D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28878" y="0"/>
            <a:ext cx="8181722" cy="1325563"/>
          </a:xfrm>
        </p:spPr>
        <p:txBody>
          <a:bodyPr>
            <a:normAutofit/>
          </a:bodyPr>
          <a:lstStyle/>
          <a:p>
            <a:r>
              <a:rPr lang="en-US" altLang="zh-CN" dirty="0"/>
              <a:t>Borrow from left leaf</a:t>
            </a:r>
            <a:endParaRPr lang="zh-CN" altLang="en-US" dirty="0"/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D49D69E9-5C34-4447-9E99-6CDAEB61DA01}"/>
              </a:ext>
            </a:extLst>
          </p:cNvPr>
          <p:cNvGrpSpPr/>
          <p:nvPr/>
        </p:nvGrpSpPr>
        <p:grpSpPr>
          <a:xfrm>
            <a:off x="6161409" y="2731543"/>
            <a:ext cx="4359950" cy="470452"/>
            <a:chOff x="3604600" y="3788293"/>
            <a:chExt cx="4359950" cy="470452"/>
          </a:xfrm>
        </p:grpSpPr>
        <p:sp>
          <p:nvSpPr>
            <p:cNvPr id="27" name="矩形 26">
              <a:extLst>
                <a:ext uri="{FF2B5EF4-FFF2-40B4-BE49-F238E27FC236}">
                  <a16:creationId xmlns:a16="http://schemas.microsoft.com/office/drawing/2014/main" id="{B0CBB914-5EC1-4BAA-AF8C-4FD779D04839}"/>
                </a:ext>
              </a:extLst>
            </p:cNvPr>
            <p:cNvSpPr/>
            <p:nvPr/>
          </p:nvSpPr>
          <p:spPr>
            <a:xfrm>
              <a:off x="7341700" y="3788293"/>
              <a:ext cx="622850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lvl="0" algn="ctr"/>
              <a:endParaRPr lang="zh-CN" altLang="en-US" b="1" i="1" baseline="-25000" dirty="0">
                <a:solidFill>
                  <a:prstClr val="black"/>
                </a:solidFill>
                <a:latin typeface="NimbusRomDOT-Reg"/>
              </a:endParaRPr>
            </a:p>
          </p:txBody>
        </p:sp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D22AAD62-D706-4D04-930F-C6AA1F1BED3D}"/>
                </a:ext>
              </a:extLst>
            </p:cNvPr>
            <p:cNvSpPr/>
            <p:nvPr/>
          </p:nvSpPr>
          <p:spPr>
            <a:xfrm>
              <a:off x="6096000" y="3788293"/>
              <a:ext cx="622850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en-US" altLang="zh-CN" b="1" i="1" dirty="0">
                  <a:solidFill>
                    <a:srgbClr val="00B0F0"/>
                  </a:solidFill>
                  <a:latin typeface="NimbusRomDOT-Reg"/>
                  <a:cs typeface="Arial" panose="020B0604020202020204" pitchFamily="34" charset="0"/>
                </a:rPr>
                <a:t>K</a:t>
              </a:r>
              <a:r>
                <a:rPr lang="en-US" altLang="zh-CN" sz="1200" b="1" baseline="-25000" dirty="0">
                  <a:solidFill>
                    <a:srgbClr val="00B0F0"/>
                  </a:solidFill>
                  <a:latin typeface="NimbusRomDOT-Reg"/>
                  <a:cs typeface="Arial" panose="020B0604020202020204" pitchFamily="34" charset="0"/>
                </a:rPr>
                <a:t>⌈(</a:t>
              </a:r>
              <a:r>
                <a:rPr lang="en-US" altLang="zh-CN" sz="1200" b="1" i="1" baseline="-25000" dirty="0">
                  <a:solidFill>
                    <a:srgbClr val="00B0F0"/>
                  </a:solidFill>
                  <a:latin typeface="NimbusRomDOT-Reg"/>
                  <a:cs typeface="Arial" panose="020B0604020202020204" pitchFamily="34" charset="0"/>
                </a:rPr>
                <a:t>n-1)</a:t>
              </a:r>
              <a:r>
                <a:rPr lang="en-US" altLang="zh-CN" sz="1200" b="1" baseline="-25000" dirty="0">
                  <a:solidFill>
                    <a:srgbClr val="00B0F0"/>
                  </a:solidFill>
                  <a:latin typeface="NimbusRomDOT-Reg"/>
                  <a:cs typeface="Arial" panose="020B0604020202020204" pitchFamily="34" charset="0"/>
                </a:rPr>
                <a:t>∕2⌉-1</a:t>
              </a:r>
              <a:endParaRPr lang="zh-CN" altLang="en-US" b="1" i="1" baseline="-25000" dirty="0">
                <a:solidFill>
                  <a:srgbClr val="00B0F0"/>
                </a:solidFill>
                <a:latin typeface="NimbusRomDOT-Reg"/>
              </a:endParaRPr>
            </a:p>
          </p:txBody>
        </p:sp>
        <p:sp>
          <p:nvSpPr>
            <p:cNvPr id="29" name="矩形 28">
              <a:extLst>
                <a:ext uri="{FF2B5EF4-FFF2-40B4-BE49-F238E27FC236}">
                  <a16:creationId xmlns:a16="http://schemas.microsoft.com/office/drawing/2014/main" id="{F93411BD-672D-4D3D-95DB-83F50497D900}"/>
                </a:ext>
              </a:extLst>
            </p:cNvPr>
            <p:cNvSpPr/>
            <p:nvPr/>
          </p:nvSpPr>
          <p:spPr>
            <a:xfrm>
              <a:off x="5473150" y="3788293"/>
              <a:ext cx="622850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b="1" i="1" dirty="0">
                  <a:latin typeface="NimbusRomDOT-Reg"/>
                </a:rPr>
                <a:t>…</a:t>
              </a:r>
              <a:endParaRPr lang="zh-CN" altLang="en-US" b="1" i="1" dirty="0">
                <a:latin typeface="NimbusRomDOT-Reg"/>
              </a:endParaRPr>
            </a:p>
          </p:txBody>
        </p:sp>
        <p:sp>
          <p:nvSpPr>
            <p:cNvPr id="30" name="矩形 29">
              <a:extLst>
                <a:ext uri="{FF2B5EF4-FFF2-40B4-BE49-F238E27FC236}">
                  <a16:creationId xmlns:a16="http://schemas.microsoft.com/office/drawing/2014/main" id="{8302A4F3-99D4-4B19-87F4-A10F61D398FF}"/>
                </a:ext>
              </a:extLst>
            </p:cNvPr>
            <p:cNvSpPr/>
            <p:nvPr/>
          </p:nvSpPr>
          <p:spPr>
            <a:xfrm>
              <a:off x="3604600" y="3788293"/>
              <a:ext cx="622850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b="1" i="1" dirty="0">
                  <a:solidFill>
                    <a:srgbClr val="00B0F0"/>
                  </a:solidFill>
                  <a:latin typeface="NimbusRomDOT-Reg"/>
                </a:rPr>
                <a:t>P</a:t>
              </a:r>
              <a:r>
                <a:rPr lang="en-US" altLang="zh-CN" b="1" i="1" baseline="-25000" dirty="0">
                  <a:solidFill>
                    <a:srgbClr val="00B0F0"/>
                  </a:solidFill>
                  <a:latin typeface="NimbusRomDOT-Reg"/>
                </a:rPr>
                <a:t>1</a:t>
              </a:r>
              <a:endParaRPr lang="zh-CN" altLang="en-US" b="1" i="1" baseline="-25000" dirty="0">
                <a:solidFill>
                  <a:srgbClr val="00B0F0"/>
                </a:solidFill>
                <a:latin typeface="NimbusRomDOT-Reg"/>
              </a:endParaRPr>
            </a:p>
          </p:txBody>
        </p:sp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B99D6A06-9BD6-49FD-9425-094C2F520519}"/>
                </a:ext>
              </a:extLst>
            </p:cNvPr>
            <p:cNvSpPr/>
            <p:nvPr/>
          </p:nvSpPr>
          <p:spPr>
            <a:xfrm>
              <a:off x="4850300" y="3788293"/>
              <a:ext cx="622850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b="1" i="1" dirty="0">
                  <a:solidFill>
                    <a:srgbClr val="00B0F0"/>
                  </a:solidFill>
                  <a:latin typeface="NimbusRomDOT-Reg"/>
                </a:rPr>
                <a:t>P</a:t>
              </a:r>
              <a:r>
                <a:rPr lang="en-US" altLang="zh-CN" b="1" i="1" baseline="-25000" dirty="0">
                  <a:solidFill>
                    <a:srgbClr val="00B0F0"/>
                  </a:solidFill>
                  <a:latin typeface="NimbusRomDOT-Reg"/>
                </a:rPr>
                <a:t>2</a:t>
              </a:r>
              <a:endParaRPr lang="zh-CN" altLang="en-US" b="1" i="1" baseline="-25000" dirty="0">
                <a:solidFill>
                  <a:srgbClr val="00B0F0"/>
                </a:solidFill>
                <a:latin typeface="NimbusRomDOT-Reg"/>
              </a:endParaRPr>
            </a:p>
          </p:txBody>
        </p:sp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AD6E6633-0402-4FF6-BDEF-D08831D663F7}"/>
                </a:ext>
              </a:extLst>
            </p:cNvPr>
            <p:cNvSpPr/>
            <p:nvPr/>
          </p:nvSpPr>
          <p:spPr>
            <a:xfrm>
              <a:off x="4227450" y="3788293"/>
              <a:ext cx="622850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b="1" i="1" dirty="0">
                  <a:solidFill>
                    <a:srgbClr val="00B0F0"/>
                  </a:solidFill>
                  <a:latin typeface="NimbusRomDOT-Reg"/>
                </a:rPr>
                <a:t>K</a:t>
              </a:r>
              <a:r>
                <a:rPr lang="en-US" altLang="zh-CN" b="1" i="1" baseline="-25000" dirty="0">
                  <a:solidFill>
                    <a:srgbClr val="00B0F0"/>
                  </a:solidFill>
                  <a:latin typeface="NimbusRomDOT-Reg"/>
                </a:rPr>
                <a:t>1</a:t>
              </a:r>
              <a:endParaRPr lang="zh-CN" altLang="en-US" b="1" i="1" baseline="-25000" dirty="0">
                <a:solidFill>
                  <a:srgbClr val="00B0F0"/>
                </a:solidFill>
                <a:latin typeface="NimbusRomDOT-Reg"/>
              </a:endParaRPr>
            </a:p>
          </p:txBody>
        </p:sp>
        <p:sp>
          <p:nvSpPr>
            <p:cNvPr id="33" name="矩形 32">
              <a:extLst>
                <a:ext uri="{FF2B5EF4-FFF2-40B4-BE49-F238E27FC236}">
                  <a16:creationId xmlns:a16="http://schemas.microsoft.com/office/drawing/2014/main" id="{BC67FFD0-0C79-4D8B-B0D3-DA47956FD967}"/>
                </a:ext>
              </a:extLst>
            </p:cNvPr>
            <p:cNvSpPr/>
            <p:nvPr/>
          </p:nvSpPr>
          <p:spPr>
            <a:xfrm>
              <a:off x="6716668" y="3788293"/>
              <a:ext cx="622850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endParaRPr lang="zh-CN" altLang="en-US" b="1" i="1" baseline="-25000" dirty="0">
                <a:solidFill>
                  <a:srgbClr val="00B0F0"/>
                </a:solidFill>
                <a:latin typeface="NimbusRomDOT-Reg"/>
              </a:endParaRPr>
            </a:p>
          </p:txBody>
        </p:sp>
      </p:grp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B042A6BE-F0DE-4939-8D2F-583B96E52487}"/>
              </a:ext>
            </a:extLst>
          </p:cNvPr>
          <p:cNvCxnSpPr>
            <a:cxnSpLocks/>
            <a:stCxn id="68" idx="2"/>
            <a:endCxn id="79" idx="0"/>
          </p:cNvCxnSpPr>
          <p:nvPr/>
        </p:nvCxnSpPr>
        <p:spPr>
          <a:xfrm flipH="1">
            <a:off x="2905690" y="2075504"/>
            <a:ext cx="2104757" cy="660528"/>
          </a:xfrm>
          <a:prstGeom prst="straightConnector1">
            <a:avLst/>
          </a:prstGeom>
          <a:ln w="25400">
            <a:solidFill>
              <a:schemeClr val="tx1"/>
            </a:solidFill>
            <a:headEnd type="oval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3B96E2A9-7507-4D88-B5AC-C5E4F9830BEC}"/>
              </a:ext>
            </a:extLst>
          </p:cNvPr>
          <p:cNvCxnSpPr>
            <a:cxnSpLocks/>
            <a:stCxn id="65" idx="2"/>
            <a:endCxn id="29" idx="0"/>
          </p:cNvCxnSpPr>
          <p:nvPr/>
        </p:nvCxnSpPr>
        <p:spPr>
          <a:xfrm>
            <a:off x="6067611" y="2075504"/>
            <a:ext cx="2273773" cy="656039"/>
          </a:xfrm>
          <a:prstGeom prst="straightConnector1">
            <a:avLst/>
          </a:prstGeom>
          <a:ln w="25400">
            <a:solidFill>
              <a:schemeClr val="tx1"/>
            </a:solidFill>
            <a:headEnd type="oval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矩形 53">
            <a:extLst>
              <a:ext uri="{FF2B5EF4-FFF2-40B4-BE49-F238E27FC236}">
                <a16:creationId xmlns:a16="http://schemas.microsoft.com/office/drawing/2014/main" id="{437CAB6E-2BA4-4223-8F5B-FAFFEA17B391}"/>
              </a:ext>
            </a:extLst>
          </p:cNvPr>
          <p:cNvSpPr/>
          <p:nvPr/>
        </p:nvSpPr>
        <p:spPr>
          <a:xfrm>
            <a:off x="8266165" y="3209508"/>
            <a:ext cx="38664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i="1" dirty="0">
                <a:solidFill>
                  <a:srgbClr val="FF0000"/>
                </a:solidFill>
                <a:latin typeface="NimbusRomDOT-Reg"/>
                <a:cs typeface="Arial" panose="020B0604020202020204" pitchFamily="34" charset="0"/>
              </a:rPr>
              <a:t>N</a:t>
            </a:r>
            <a:endParaRPr lang="zh-CN" altLang="en-US" sz="2400" dirty="0"/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88052872-D607-452E-B43C-AFE234757C04}"/>
              </a:ext>
            </a:extLst>
          </p:cNvPr>
          <p:cNvGrpSpPr/>
          <p:nvPr/>
        </p:nvGrpSpPr>
        <p:grpSpPr>
          <a:xfrm>
            <a:off x="480540" y="1045905"/>
            <a:ext cx="6096000" cy="397271"/>
            <a:chOff x="2424913" y="237782"/>
            <a:chExt cx="6096000" cy="397271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309913B2-19B3-4BE6-89BD-0848BF19F858}"/>
                </a:ext>
              </a:extLst>
            </p:cNvPr>
            <p:cNvSpPr/>
            <p:nvPr/>
          </p:nvSpPr>
          <p:spPr>
            <a:xfrm>
              <a:off x="2424913" y="265721"/>
              <a:ext cx="6096000" cy="369332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marL="285750" lvl="1" indent="-285750">
                <a:lnSpc>
                  <a:spcPct val="100000"/>
                </a:lnSpc>
                <a:spcBef>
                  <a:spcPts val="1800"/>
                </a:spcBef>
                <a:buFont typeface="Wingdings" panose="05000000000000000000" pitchFamily="2" charset="2"/>
                <a:buChar char="l"/>
              </a:pPr>
              <a:r>
                <a:rPr lang="en-US" altLang="en-US" dirty="0">
                  <a:latin typeface="Arial" panose="020B0604020202020204" pitchFamily="34" charset="0"/>
                  <a:cs typeface="Arial" panose="020B0604020202020204" pitchFamily="34" charset="0"/>
                </a:rPr>
                <a:t>A leaf node has between                             values</a:t>
              </a:r>
            </a:p>
          </p:txBody>
        </p:sp>
        <p:pic>
          <p:nvPicPr>
            <p:cNvPr id="61" name="Picture 6" descr="http://www.sciweavers.org/upload/Tex2Img_1618646928/eqn.png">
              <a:extLst>
                <a:ext uri="{FF2B5EF4-FFF2-40B4-BE49-F238E27FC236}">
                  <a16:creationId xmlns:a16="http://schemas.microsoft.com/office/drawing/2014/main" id="{C9FBE15D-211B-4146-A130-0AC61C951F6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29412" y="237782"/>
              <a:ext cx="1780366" cy="38945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70" name="组合 69">
            <a:extLst>
              <a:ext uri="{FF2B5EF4-FFF2-40B4-BE49-F238E27FC236}">
                <a16:creationId xmlns:a16="http://schemas.microsoft.com/office/drawing/2014/main" id="{5F830678-943A-499C-BFAF-BC06759750F9}"/>
              </a:ext>
            </a:extLst>
          </p:cNvPr>
          <p:cNvGrpSpPr/>
          <p:nvPr/>
        </p:nvGrpSpPr>
        <p:grpSpPr>
          <a:xfrm>
            <a:off x="725715" y="2736032"/>
            <a:ext cx="4359950" cy="470452"/>
            <a:chOff x="3604600" y="3788293"/>
            <a:chExt cx="4359950" cy="470452"/>
          </a:xfrm>
        </p:grpSpPr>
        <p:sp>
          <p:nvSpPr>
            <p:cNvPr id="71" name="矩形 70">
              <a:extLst>
                <a:ext uri="{FF2B5EF4-FFF2-40B4-BE49-F238E27FC236}">
                  <a16:creationId xmlns:a16="http://schemas.microsoft.com/office/drawing/2014/main" id="{DF22C36B-5B53-4137-9875-3FD0C727C82B}"/>
                </a:ext>
              </a:extLst>
            </p:cNvPr>
            <p:cNvSpPr/>
            <p:nvPr/>
          </p:nvSpPr>
          <p:spPr>
            <a:xfrm>
              <a:off x="7341700" y="3788293"/>
              <a:ext cx="622850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lvl="0" algn="ctr"/>
              <a:endParaRPr lang="zh-CN" altLang="en-US" b="1" i="1" baseline="-25000" dirty="0">
                <a:solidFill>
                  <a:prstClr val="black"/>
                </a:solidFill>
                <a:latin typeface="NimbusRomDOT-Reg"/>
              </a:endParaRPr>
            </a:p>
          </p:txBody>
        </p:sp>
        <p:sp>
          <p:nvSpPr>
            <p:cNvPr id="72" name="矩形 71">
              <a:extLst>
                <a:ext uri="{FF2B5EF4-FFF2-40B4-BE49-F238E27FC236}">
                  <a16:creationId xmlns:a16="http://schemas.microsoft.com/office/drawing/2014/main" id="{9EEFE5F5-FA7E-4A53-A368-0CCB452D3137}"/>
                </a:ext>
              </a:extLst>
            </p:cNvPr>
            <p:cNvSpPr/>
            <p:nvPr/>
          </p:nvSpPr>
          <p:spPr>
            <a:xfrm>
              <a:off x="6096000" y="3788293"/>
              <a:ext cx="622850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b="1" i="1" dirty="0">
                  <a:solidFill>
                    <a:srgbClr val="00B050"/>
                  </a:solidFill>
                  <a:latin typeface="NimbusRomDOT-Reg"/>
                </a:rPr>
                <a:t>P</a:t>
              </a:r>
              <a:r>
                <a:rPr lang="en-US" altLang="zh-CN" b="1" i="1" baseline="-25000" dirty="0">
                  <a:solidFill>
                    <a:srgbClr val="00B050"/>
                  </a:solidFill>
                  <a:latin typeface="NimbusRomDOT-Reg"/>
                </a:rPr>
                <a:t>m</a:t>
              </a:r>
              <a:endParaRPr lang="zh-CN" altLang="en-US" b="1" i="1" baseline="-25000" dirty="0">
                <a:latin typeface="NimbusRomDOT-Reg"/>
              </a:endParaRPr>
            </a:p>
          </p:txBody>
        </p:sp>
        <p:sp>
          <p:nvSpPr>
            <p:cNvPr id="79" name="矩形 78">
              <a:extLst>
                <a:ext uri="{FF2B5EF4-FFF2-40B4-BE49-F238E27FC236}">
                  <a16:creationId xmlns:a16="http://schemas.microsoft.com/office/drawing/2014/main" id="{6C769D96-4917-429F-8F0D-CA7F38CF931E}"/>
                </a:ext>
              </a:extLst>
            </p:cNvPr>
            <p:cNvSpPr/>
            <p:nvPr/>
          </p:nvSpPr>
          <p:spPr>
            <a:xfrm>
              <a:off x="5473150" y="3788293"/>
              <a:ext cx="622850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b="1" i="1" dirty="0">
                  <a:solidFill>
                    <a:srgbClr val="00B050"/>
                  </a:solidFill>
                  <a:latin typeface="NimbusRomDOT-Reg"/>
                </a:rPr>
                <a:t>K</a:t>
              </a:r>
              <a:r>
                <a:rPr lang="en-US" altLang="zh-CN" b="1" i="1" baseline="-25000" dirty="0">
                  <a:solidFill>
                    <a:srgbClr val="00B050"/>
                  </a:solidFill>
                  <a:latin typeface="NimbusRomDOT-Reg"/>
                </a:rPr>
                <a:t>m-1</a:t>
              </a:r>
              <a:endParaRPr lang="zh-CN" altLang="en-US" b="1" i="1" baseline="-25000" dirty="0">
                <a:latin typeface="NimbusRomDOT-Reg"/>
              </a:endParaRPr>
            </a:p>
          </p:txBody>
        </p:sp>
        <p:sp>
          <p:nvSpPr>
            <p:cNvPr id="80" name="矩形 79">
              <a:extLst>
                <a:ext uri="{FF2B5EF4-FFF2-40B4-BE49-F238E27FC236}">
                  <a16:creationId xmlns:a16="http://schemas.microsoft.com/office/drawing/2014/main" id="{5BAD9BC2-AA3A-4AD5-990F-F59016C221C9}"/>
                </a:ext>
              </a:extLst>
            </p:cNvPr>
            <p:cNvSpPr/>
            <p:nvPr/>
          </p:nvSpPr>
          <p:spPr>
            <a:xfrm>
              <a:off x="3604600" y="3788293"/>
              <a:ext cx="622850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b="1" i="1" dirty="0">
                  <a:solidFill>
                    <a:srgbClr val="00B050"/>
                  </a:solidFill>
                  <a:latin typeface="NimbusRomDOT-Reg"/>
                </a:rPr>
                <a:t>P</a:t>
              </a:r>
              <a:r>
                <a:rPr lang="en-US" altLang="zh-CN" b="1" i="1" baseline="-25000" dirty="0">
                  <a:solidFill>
                    <a:srgbClr val="00B050"/>
                  </a:solidFill>
                  <a:latin typeface="NimbusRomDOT-Reg"/>
                </a:rPr>
                <a:t>1</a:t>
              </a:r>
              <a:endParaRPr lang="zh-CN" altLang="en-US" b="1" i="1" baseline="-25000" dirty="0">
                <a:solidFill>
                  <a:srgbClr val="00B050"/>
                </a:solidFill>
                <a:latin typeface="NimbusRomDOT-Reg"/>
              </a:endParaRPr>
            </a:p>
          </p:txBody>
        </p:sp>
        <p:sp>
          <p:nvSpPr>
            <p:cNvPr id="82" name="矩形 81">
              <a:extLst>
                <a:ext uri="{FF2B5EF4-FFF2-40B4-BE49-F238E27FC236}">
                  <a16:creationId xmlns:a16="http://schemas.microsoft.com/office/drawing/2014/main" id="{81D27FC0-C383-4C71-8D67-092C277CAA89}"/>
                </a:ext>
              </a:extLst>
            </p:cNvPr>
            <p:cNvSpPr/>
            <p:nvPr/>
          </p:nvSpPr>
          <p:spPr>
            <a:xfrm>
              <a:off x="4850300" y="3788293"/>
              <a:ext cx="622850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b="1" i="1" dirty="0">
                  <a:latin typeface="NimbusRomDOT-Reg"/>
                </a:rPr>
                <a:t>…</a:t>
              </a:r>
              <a:endParaRPr lang="zh-CN" altLang="en-US" b="1" i="1" dirty="0">
                <a:latin typeface="NimbusRomDOT-Reg"/>
              </a:endParaRPr>
            </a:p>
          </p:txBody>
        </p:sp>
        <p:sp>
          <p:nvSpPr>
            <p:cNvPr id="86" name="矩形 85">
              <a:extLst>
                <a:ext uri="{FF2B5EF4-FFF2-40B4-BE49-F238E27FC236}">
                  <a16:creationId xmlns:a16="http://schemas.microsoft.com/office/drawing/2014/main" id="{632AA107-37D0-44E8-8AE5-06B6B1F1C071}"/>
                </a:ext>
              </a:extLst>
            </p:cNvPr>
            <p:cNvSpPr/>
            <p:nvPr/>
          </p:nvSpPr>
          <p:spPr>
            <a:xfrm>
              <a:off x="4227450" y="3788293"/>
              <a:ext cx="622850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b="1" i="1" dirty="0">
                  <a:solidFill>
                    <a:srgbClr val="00B050"/>
                  </a:solidFill>
                  <a:latin typeface="NimbusRomDOT-Reg"/>
                </a:rPr>
                <a:t>K</a:t>
              </a:r>
              <a:r>
                <a:rPr lang="en-US" altLang="zh-CN" b="1" i="1" baseline="-25000" dirty="0">
                  <a:solidFill>
                    <a:srgbClr val="00B050"/>
                  </a:solidFill>
                  <a:latin typeface="NimbusRomDOT-Reg"/>
                </a:rPr>
                <a:t>1</a:t>
              </a:r>
              <a:endParaRPr lang="zh-CN" altLang="en-US" b="1" i="1" baseline="-25000" dirty="0">
                <a:solidFill>
                  <a:srgbClr val="00B050"/>
                </a:solidFill>
                <a:latin typeface="NimbusRomDOT-Reg"/>
              </a:endParaRPr>
            </a:p>
          </p:txBody>
        </p:sp>
        <p:sp>
          <p:nvSpPr>
            <p:cNvPr id="88" name="矩形 87">
              <a:extLst>
                <a:ext uri="{FF2B5EF4-FFF2-40B4-BE49-F238E27FC236}">
                  <a16:creationId xmlns:a16="http://schemas.microsoft.com/office/drawing/2014/main" id="{25D9757B-3B81-400B-A029-7A80F2A4DF89}"/>
                </a:ext>
              </a:extLst>
            </p:cNvPr>
            <p:cNvSpPr/>
            <p:nvPr/>
          </p:nvSpPr>
          <p:spPr>
            <a:xfrm>
              <a:off x="6716668" y="3788293"/>
              <a:ext cx="622850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b="1" i="1" dirty="0">
                  <a:solidFill>
                    <a:srgbClr val="00B050"/>
                  </a:solidFill>
                  <a:latin typeface="NimbusRomDOT-Reg"/>
                </a:rPr>
                <a:t>K</a:t>
              </a:r>
              <a:r>
                <a:rPr lang="en-US" altLang="zh-CN" b="1" i="1" baseline="-25000" dirty="0">
                  <a:solidFill>
                    <a:srgbClr val="00B050"/>
                  </a:solidFill>
                  <a:latin typeface="NimbusRomDOT-Reg"/>
                </a:rPr>
                <a:t>m</a:t>
              </a:r>
              <a:endParaRPr lang="zh-CN" altLang="en-US" b="1" i="1" baseline="-25000" dirty="0">
                <a:latin typeface="NimbusRomDOT-Reg"/>
              </a:endParaRPr>
            </a:p>
          </p:txBody>
        </p:sp>
      </p:grpSp>
      <p:sp>
        <p:nvSpPr>
          <p:cNvPr id="91" name="矩形 90">
            <a:extLst>
              <a:ext uri="{FF2B5EF4-FFF2-40B4-BE49-F238E27FC236}">
                <a16:creationId xmlns:a16="http://schemas.microsoft.com/office/drawing/2014/main" id="{8929DE81-3A31-46CF-9BB5-027D4AB41E69}"/>
              </a:ext>
            </a:extLst>
          </p:cNvPr>
          <p:cNvSpPr/>
          <p:nvPr/>
        </p:nvSpPr>
        <p:spPr>
          <a:xfrm>
            <a:off x="2672291" y="3202213"/>
            <a:ext cx="46679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i="1" dirty="0">
                <a:solidFill>
                  <a:srgbClr val="FF0000"/>
                </a:solidFill>
                <a:latin typeface="NimbusRomDOT-Reg"/>
                <a:cs typeface="Arial" panose="020B0604020202020204" pitchFamily="34" charset="0"/>
              </a:rPr>
              <a:t>N’</a:t>
            </a:r>
            <a:endParaRPr lang="zh-CN" altLang="en-US" sz="2400" dirty="0"/>
          </a:p>
        </p:txBody>
      </p:sp>
      <p:sp>
        <p:nvSpPr>
          <p:cNvPr id="95" name="文本框 94">
            <a:extLst>
              <a:ext uri="{FF2B5EF4-FFF2-40B4-BE49-F238E27FC236}">
                <a16:creationId xmlns:a16="http://schemas.microsoft.com/office/drawing/2014/main" id="{9EE2F2A4-E6F2-4F70-93D5-EBACECAA977C}"/>
              </a:ext>
            </a:extLst>
          </p:cNvPr>
          <p:cNvSpPr txBox="1"/>
          <p:nvPr/>
        </p:nvSpPr>
        <p:spPr>
          <a:xfrm>
            <a:off x="616924" y="2145485"/>
            <a:ext cx="23946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# of N </a:t>
            </a:r>
            <a:r>
              <a:rPr lang="en-US" altLang="zh-CN" b="1" i="1" dirty="0"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  <a:r>
              <a:rPr lang="en-US" altLang="zh-CN" b="1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# of N’ </a:t>
            </a:r>
            <a:r>
              <a:rPr lang="en-US" altLang="zh-CN" b="1" i="1" dirty="0">
                <a:latin typeface="Arial" panose="020B0604020202020204" pitchFamily="34" charset="0"/>
                <a:cs typeface="Arial" panose="020B0604020202020204" pitchFamily="34" charset="0"/>
              </a:rPr>
              <a:t>&gt;</a:t>
            </a:r>
            <a:r>
              <a:rPr lang="en-US" altLang="zh-CN" b="1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n-1</a:t>
            </a:r>
            <a:endParaRPr lang="zh-CN" altLang="en-US" b="1" i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6" name="箭头: 下 95">
            <a:extLst>
              <a:ext uri="{FF2B5EF4-FFF2-40B4-BE49-F238E27FC236}">
                <a16:creationId xmlns:a16="http://schemas.microsoft.com/office/drawing/2014/main" id="{C31A8F03-C019-48D9-805A-1AA39C62BA3F}"/>
              </a:ext>
            </a:extLst>
          </p:cNvPr>
          <p:cNvSpPr/>
          <p:nvPr/>
        </p:nvSpPr>
        <p:spPr>
          <a:xfrm>
            <a:off x="5411370" y="3671453"/>
            <a:ext cx="496355" cy="470452"/>
          </a:xfrm>
          <a:prstGeom prst="downArrow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97" name="组合 96">
            <a:extLst>
              <a:ext uri="{FF2B5EF4-FFF2-40B4-BE49-F238E27FC236}">
                <a16:creationId xmlns:a16="http://schemas.microsoft.com/office/drawing/2014/main" id="{BAE26F1C-3902-4913-B448-B8B480E2CBA8}"/>
              </a:ext>
            </a:extLst>
          </p:cNvPr>
          <p:cNvGrpSpPr/>
          <p:nvPr/>
        </p:nvGrpSpPr>
        <p:grpSpPr>
          <a:xfrm>
            <a:off x="4024535" y="4362633"/>
            <a:ext cx="3419746" cy="476404"/>
            <a:chOff x="4434894" y="4609182"/>
            <a:chExt cx="3419746" cy="476404"/>
          </a:xfrm>
        </p:grpSpPr>
        <p:sp>
          <p:nvSpPr>
            <p:cNvPr id="98" name="矩形 97">
              <a:extLst>
                <a:ext uri="{FF2B5EF4-FFF2-40B4-BE49-F238E27FC236}">
                  <a16:creationId xmlns:a16="http://schemas.microsoft.com/office/drawing/2014/main" id="{7C7305BA-701C-47F9-9117-C9F3F4141FB5}"/>
                </a:ext>
              </a:extLst>
            </p:cNvPr>
            <p:cNvSpPr/>
            <p:nvPr/>
          </p:nvSpPr>
          <p:spPr>
            <a:xfrm>
              <a:off x="6409058" y="4615134"/>
              <a:ext cx="528582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b="1" i="1" dirty="0">
                  <a:latin typeface="NimbusRomDOT-Reg"/>
                </a:rPr>
                <a:t>N</a:t>
              </a:r>
              <a:endParaRPr lang="zh-CN" altLang="en-US" b="1" i="1" dirty="0">
                <a:latin typeface="NimbusRomDOT-Reg"/>
              </a:endParaRPr>
            </a:p>
          </p:txBody>
        </p:sp>
        <p:sp>
          <p:nvSpPr>
            <p:cNvPr id="99" name="矩形 98">
              <a:extLst>
                <a:ext uri="{FF2B5EF4-FFF2-40B4-BE49-F238E27FC236}">
                  <a16:creationId xmlns:a16="http://schemas.microsoft.com/office/drawing/2014/main" id="{2F906DB3-058B-4FAA-B76F-558693E370B2}"/>
                </a:ext>
              </a:extLst>
            </p:cNvPr>
            <p:cNvSpPr/>
            <p:nvPr/>
          </p:nvSpPr>
          <p:spPr>
            <a:xfrm>
              <a:off x="6937640" y="4609182"/>
              <a:ext cx="917000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b="1" i="1" dirty="0">
                  <a:latin typeface="NimbusRomDOT-Reg"/>
                </a:rPr>
                <a:t>…</a:t>
              </a:r>
              <a:endParaRPr lang="zh-CN" altLang="en-US" b="1" i="1" dirty="0">
                <a:latin typeface="NimbusRomDOT-Reg"/>
              </a:endParaRPr>
            </a:p>
          </p:txBody>
        </p:sp>
        <p:sp>
          <p:nvSpPr>
            <p:cNvPr id="100" name="矩形 99">
              <a:extLst>
                <a:ext uri="{FF2B5EF4-FFF2-40B4-BE49-F238E27FC236}">
                  <a16:creationId xmlns:a16="http://schemas.microsoft.com/office/drawing/2014/main" id="{A0F0584B-5706-4399-85CF-94845C136DFF}"/>
                </a:ext>
              </a:extLst>
            </p:cNvPr>
            <p:cNvSpPr/>
            <p:nvPr/>
          </p:nvSpPr>
          <p:spPr>
            <a:xfrm>
              <a:off x="4434894" y="4612994"/>
              <a:ext cx="917000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b="1" i="1" dirty="0">
                  <a:latin typeface="NimbusRomDOT-Reg"/>
                </a:rPr>
                <a:t>…</a:t>
              </a:r>
              <a:endParaRPr lang="zh-CN" altLang="en-US" b="1" i="1" dirty="0">
                <a:latin typeface="NimbusRomDOT-Reg"/>
              </a:endParaRPr>
            </a:p>
          </p:txBody>
        </p:sp>
        <p:sp>
          <p:nvSpPr>
            <p:cNvPr id="101" name="矩形 100">
              <a:extLst>
                <a:ext uri="{FF2B5EF4-FFF2-40B4-BE49-F238E27FC236}">
                  <a16:creationId xmlns:a16="http://schemas.microsoft.com/office/drawing/2014/main" id="{80F194A4-5191-4637-93E9-8E6814585E53}"/>
                </a:ext>
              </a:extLst>
            </p:cNvPr>
            <p:cNvSpPr/>
            <p:nvPr/>
          </p:nvSpPr>
          <p:spPr>
            <a:xfrm>
              <a:off x="5351894" y="4615134"/>
              <a:ext cx="528582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b="1" i="1" dirty="0">
                  <a:latin typeface="NimbusRomDOT-Reg"/>
                </a:rPr>
                <a:t>N’</a:t>
              </a:r>
              <a:endParaRPr lang="zh-CN" altLang="en-US" b="1" i="1" dirty="0">
                <a:latin typeface="NimbusRomDOT-Reg"/>
              </a:endParaRPr>
            </a:p>
          </p:txBody>
        </p:sp>
        <p:sp>
          <p:nvSpPr>
            <p:cNvPr id="102" name="矩形 101">
              <a:extLst>
                <a:ext uri="{FF2B5EF4-FFF2-40B4-BE49-F238E27FC236}">
                  <a16:creationId xmlns:a16="http://schemas.microsoft.com/office/drawing/2014/main" id="{CC5DB419-869F-45BC-91A4-D47B190ADA49}"/>
                </a:ext>
              </a:extLst>
            </p:cNvPr>
            <p:cNvSpPr/>
            <p:nvPr/>
          </p:nvSpPr>
          <p:spPr>
            <a:xfrm>
              <a:off x="5880476" y="4611054"/>
              <a:ext cx="528582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b="1" i="1" dirty="0">
                  <a:latin typeface="NimbusRomDOT-Reg"/>
                </a:rPr>
                <a:t>K’</a:t>
              </a:r>
              <a:endParaRPr lang="zh-CN" altLang="en-US" b="1" i="1" dirty="0">
                <a:latin typeface="NimbusRomDOT-Reg"/>
              </a:endParaRPr>
            </a:p>
          </p:txBody>
        </p:sp>
      </p:grpSp>
      <p:grpSp>
        <p:nvGrpSpPr>
          <p:cNvPr id="103" name="组合 102">
            <a:extLst>
              <a:ext uri="{FF2B5EF4-FFF2-40B4-BE49-F238E27FC236}">
                <a16:creationId xmlns:a16="http://schemas.microsoft.com/office/drawing/2014/main" id="{FCCDEDD7-2A40-4B91-A4C0-4FC6A6C1D637}"/>
              </a:ext>
            </a:extLst>
          </p:cNvPr>
          <p:cNvGrpSpPr/>
          <p:nvPr/>
        </p:nvGrpSpPr>
        <p:grpSpPr>
          <a:xfrm>
            <a:off x="6356788" y="5495076"/>
            <a:ext cx="4359950" cy="470452"/>
            <a:chOff x="3604600" y="3788293"/>
            <a:chExt cx="4359950" cy="470452"/>
          </a:xfrm>
        </p:grpSpPr>
        <p:sp>
          <p:nvSpPr>
            <p:cNvPr id="104" name="矩形 103">
              <a:extLst>
                <a:ext uri="{FF2B5EF4-FFF2-40B4-BE49-F238E27FC236}">
                  <a16:creationId xmlns:a16="http://schemas.microsoft.com/office/drawing/2014/main" id="{15219C22-7231-4B8B-B14F-622063CED33E}"/>
                </a:ext>
              </a:extLst>
            </p:cNvPr>
            <p:cNvSpPr/>
            <p:nvPr/>
          </p:nvSpPr>
          <p:spPr>
            <a:xfrm>
              <a:off x="7341700" y="3788293"/>
              <a:ext cx="622850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lvl="0" algn="ctr"/>
              <a:endParaRPr lang="zh-CN" altLang="en-US" b="1" i="1" baseline="-25000" dirty="0">
                <a:solidFill>
                  <a:prstClr val="black"/>
                </a:solidFill>
                <a:latin typeface="NimbusRomDOT-Reg"/>
              </a:endParaRPr>
            </a:p>
          </p:txBody>
        </p:sp>
        <p:sp>
          <p:nvSpPr>
            <p:cNvPr id="105" name="矩形 104">
              <a:extLst>
                <a:ext uri="{FF2B5EF4-FFF2-40B4-BE49-F238E27FC236}">
                  <a16:creationId xmlns:a16="http://schemas.microsoft.com/office/drawing/2014/main" id="{92495EDE-37BF-44B2-AB75-DEAE9FFA0D40}"/>
                </a:ext>
              </a:extLst>
            </p:cNvPr>
            <p:cNvSpPr/>
            <p:nvPr/>
          </p:nvSpPr>
          <p:spPr>
            <a:xfrm>
              <a:off x="6096000" y="3788293"/>
              <a:ext cx="622850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rIns="0" rtlCol="0" anchor="ctr"/>
            <a:lstStyle/>
            <a:p>
              <a:pPr lvl="0" algn="ctr"/>
              <a:r>
                <a:rPr lang="en-US" altLang="zh-CN" b="1" i="1" dirty="0">
                  <a:solidFill>
                    <a:srgbClr val="00B0F0"/>
                  </a:solidFill>
                  <a:latin typeface="NimbusRomDOT-Reg"/>
                  <a:cs typeface="Arial" panose="020B0604020202020204" pitchFamily="34" charset="0"/>
                </a:rPr>
                <a:t>K</a:t>
              </a:r>
              <a:r>
                <a:rPr lang="en-US" altLang="zh-CN" sz="1200" b="1" baseline="-25000" dirty="0">
                  <a:solidFill>
                    <a:srgbClr val="00B0F0"/>
                  </a:solidFill>
                  <a:latin typeface="NimbusRomDOT-Reg"/>
                  <a:cs typeface="Arial" panose="020B0604020202020204" pitchFamily="34" charset="0"/>
                </a:rPr>
                <a:t>⌈(</a:t>
              </a:r>
              <a:r>
                <a:rPr lang="en-US" altLang="zh-CN" sz="1200" b="1" i="1" baseline="-25000" dirty="0">
                  <a:solidFill>
                    <a:srgbClr val="00B0F0"/>
                  </a:solidFill>
                  <a:latin typeface="NimbusRomDOT-Reg"/>
                  <a:cs typeface="Arial" panose="020B0604020202020204" pitchFamily="34" charset="0"/>
                </a:rPr>
                <a:t>n-1)</a:t>
              </a:r>
              <a:r>
                <a:rPr lang="en-US" altLang="zh-CN" sz="1200" b="1" baseline="-25000" dirty="0">
                  <a:solidFill>
                    <a:srgbClr val="00B0F0"/>
                  </a:solidFill>
                  <a:latin typeface="NimbusRomDOT-Reg"/>
                  <a:cs typeface="Arial" panose="020B0604020202020204" pitchFamily="34" charset="0"/>
                </a:rPr>
                <a:t>∕2⌉-1</a:t>
              </a:r>
              <a:endParaRPr lang="zh-CN" altLang="en-US" b="1" i="1" baseline="-25000" dirty="0">
                <a:solidFill>
                  <a:srgbClr val="00B0F0"/>
                </a:solidFill>
                <a:latin typeface="NimbusRomDOT-Reg"/>
              </a:endParaRPr>
            </a:p>
          </p:txBody>
        </p:sp>
        <p:sp>
          <p:nvSpPr>
            <p:cNvPr id="106" name="矩形 105">
              <a:extLst>
                <a:ext uri="{FF2B5EF4-FFF2-40B4-BE49-F238E27FC236}">
                  <a16:creationId xmlns:a16="http://schemas.microsoft.com/office/drawing/2014/main" id="{706888D0-6950-40A2-B01A-10A3BEACFCF9}"/>
                </a:ext>
              </a:extLst>
            </p:cNvPr>
            <p:cNvSpPr/>
            <p:nvPr/>
          </p:nvSpPr>
          <p:spPr>
            <a:xfrm>
              <a:off x="5473150" y="3788293"/>
              <a:ext cx="622850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b="1" i="1" dirty="0">
                  <a:latin typeface="NimbusRomDOT-Reg"/>
                </a:rPr>
                <a:t>…</a:t>
              </a:r>
              <a:endParaRPr lang="zh-CN" altLang="en-US" b="1" i="1" dirty="0">
                <a:latin typeface="NimbusRomDOT-Reg"/>
              </a:endParaRPr>
            </a:p>
          </p:txBody>
        </p:sp>
        <p:sp>
          <p:nvSpPr>
            <p:cNvPr id="107" name="矩形 106">
              <a:extLst>
                <a:ext uri="{FF2B5EF4-FFF2-40B4-BE49-F238E27FC236}">
                  <a16:creationId xmlns:a16="http://schemas.microsoft.com/office/drawing/2014/main" id="{7FDB873E-EC64-40E9-8CFF-49D1C428FB8D}"/>
                </a:ext>
              </a:extLst>
            </p:cNvPr>
            <p:cNvSpPr/>
            <p:nvPr/>
          </p:nvSpPr>
          <p:spPr>
            <a:xfrm>
              <a:off x="3604600" y="3788293"/>
              <a:ext cx="622850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b="1" i="1" dirty="0">
                  <a:solidFill>
                    <a:srgbClr val="00B050"/>
                  </a:solidFill>
                  <a:latin typeface="NimbusRomDOT-Reg"/>
                </a:rPr>
                <a:t>P</a:t>
              </a:r>
              <a:r>
                <a:rPr lang="en-US" altLang="zh-CN" b="1" i="1" baseline="-25000" dirty="0">
                  <a:solidFill>
                    <a:srgbClr val="00B050"/>
                  </a:solidFill>
                  <a:latin typeface="NimbusRomDOT-Reg"/>
                </a:rPr>
                <a:t>m</a:t>
              </a:r>
              <a:endParaRPr lang="zh-CN" altLang="en-US" b="1" i="1" baseline="-25000" dirty="0">
                <a:solidFill>
                  <a:srgbClr val="00B0F0"/>
                </a:solidFill>
                <a:latin typeface="NimbusRomDOT-Reg"/>
              </a:endParaRPr>
            </a:p>
          </p:txBody>
        </p:sp>
        <p:sp>
          <p:nvSpPr>
            <p:cNvPr id="108" name="矩形 107">
              <a:extLst>
                <a:ext uri="{FF2B5EF4-FFF2-40B4-BE49-F238E27FC236}">
                  <a16:creationId xmlns:a16="http://schemas.microsoft.com/office/drawing/2014/main" id="{BC0D25DC-D313-47B3-828A-7CADD1C9C1AF}"/>
                </a:ext>
              </a:extLst>
            </p:cNvPr>
            <p:cNvSpPr/>
            <p:nvPr/>
          </p:nvSpPr>
          <p:spPr>
            <a:xfrm>
              <a:off x="4850300" y="3788293"/>
              <a:ext cx="622850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b="1" i="1" dirty="0">
                  <a:solidFill>
                    <a:srgbClr val="00B0F0"/>
                  </a:solidFill>
                  <a:latin typeface="NimbusRomDOT-Reg"/>
                </a:rPr>
                <a:t>P</a:t>
              </a:r>
              <a:r>
                <a:rPr lang="en-US" altLang="zh-CN" b="1" i="1" baseline="-25000" dirty="0">
                  <a:solidFill>
                    <a:srgbClr val="00B0F0"/>
                  </a:solidFill>
                  <a:latin typeface="NimbusRomDOT-Reg"/>
                </a:rPr>
                <a:t>1</a:t>
              </a:r>
              <a:endParaRPr lang="zh-CN" altLang="en-US" b="1" i="1" baseline="-25000" dirty="0">
                <a:solidFill>
                  <a:srgbClr val="00B0F0"/>
                </a:solidFill>
                <a:latin typeface="NimbusRomDOT-Reg"/>
              </a:endParaRPr>
            </a:p>
          </p:txBody>
        </p:sp>
        <p:sp>
          <p:nvSpPr>
            <p:cNvPr id="109" name="矩形 108">
              <a:extLst>
                <a:ext uri="{FF2B5EF4-FFF2-40B4-BE49-F238E27FC236}">
                  <a16:creationId xmlns:a16="http://schemas.microsoft.com/office/drawing/2014/main" id="{F153F590-A690-41DD-AD23-426823066C6D}"/>
                </a:ext>
              </a:extLst>
            </p:cNvPr>
            <p:cNvSpPr/>
            <p:nvPr/>
          </p:nvSpPr>
          <p:spPr>
            <a:xfrm>
              <a:off x="4227450" y="3788293"/>
              <a:ext cx="622850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b="1" i="1" dirty="0">
                  <a:solidFill>
                    <a:srgbClr val="00B050"/>
                  </a:solidFill>
                  <a:latin typeface="NimbusRomDOT-Reg"/>
                </a:rPr>
                <a:t>K</a:t>
              </a:r>
              <a:r>
                <a:rPr lang="en-US" altLang="zh-CN" b="1" i="1" baseline="-25000" dirty="0">
                  <a:solidFill>
                    <a:srgbClr val="00B050"/>
                  </a:solidFill>
                  <a:latin typeface="NimbusRomDOT-Reg"/>
                </a:rPr>
                <a:t>m</a:t>
              </a:r>
              <a:endParaRPr lang="zh-CN" altLang="en-US" b="1" i="1" baseline="-25000" dirty="0">
                <a:solidFill>
                  <a:srgbClr val="00B0F0"/>
                </a:solidFill>
                <a:latin typeface="NimbusRomDOT-Reg"/>
              </a:endParaRPr>
            </a:p>
          </p:txBody>
        </p:sp>
        <p:sp>
          <p:nvSpPr>
            <p:cNvPr id="110" name="矩形 109">
              <a:extLst>
                <a:ext uri="{FF2B5EF4-FFF2-40B4-BE49-F238E27FC236}">
                  <a16:creationId xmlns:a16="http://schemas.microsoft.com/office/drawing/2014/main" id="{5ABC1623-1A9E-4B60-AE68-16D57919B32A}"/>
                </a:ext>
              </a:extLst>
            </p:cNvPr>
            <p:cNvSpPr/>
            <p:nvPr/>
          </p:nvSpPr>
          <p:spPr>
            <a:xfrm>
              <a:off x="6716668" y="3788293"/>
              <a:ext cx="622850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b="1" i="1" baseline="-25000" dirty="0">
                <a:latin typeface="NimbusRomDOT-Reg"/>
              </a:endParaRPr>
            </a:p>
          </p:txBody>
        </p:sp>
      </p:grpSp>
      <p:grpSp>
        <p:nvGrpSpPr>
          <p:cNvPr id="113" name="组合 112">
            <a:extLst>
              <a:ext uri="{FF2B5EF4-FFF2-40B4-BE49-F238E27FC236}">
                <a16:creationId xmlns:a16="http://schemas.microsoft.com/office/drawing/2014/main" id="{F3DF86EF-44E9-44BA-91D3-F480AF0BB17D}"/>
              </a:ext>
            </a:extLst>
          </p:cNvPr>
          <p:cNvGrpSpPr/>
          <p:nvPr/>
        </p:nvGrpSpPr>
        <p:grpSpPr>
          <a:xfrm>
            <a:off x="921094" y="5492741"/>
            <a:ext cx="4359950" cy="470452"/>
            <a:chOff x="3604600" y="3788293"/>
            <a:chExt cx="4359950" cy="470452"/>
          </a:xfrm>
        </p:grpSpPr>
        <p:sp>
          <p:nvSpPr>
            <p:cNvPr id="114" name="矩形 113">
              <a:extLst>
                <a:ext uri="{FF2B5EF4-FFF2-40B4-BE49-F238E27FC236}">
                  <a16:creationId xmlns:a16="http://schemas.microsoft.com/office/drawing/2014/main" id="{58E770B9-6E26-4750-BB45-8D96F593554B}"/>
                </a:ext>
              </a:extLst>
            </p:cNvPr>
            <p:cNvSpPr/>
            <p:nvPr/>
          </p:nvSpPr>
          <p:spPr>
            <a:xfrm>
              <a:off x="7341700" y="3788293"/>
              <a:ext cx="622850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rIns="0" rtlCol="0" anchor="ctr"/>
            <a:lstStyle/>
            <a:p>
              <a:pPr lvl="0" algn="ctr"/>
              <a:endParaRPr lang="zh-CN" altLang="en-US" b="1" i="1" baseline="-25000" dirty="0">
                <a:solidFill>
                  <a:srgbClr val="00B0F0"/>
                </a:solidFill>
                <a:latin typeface="NimbusRomDOT-Reg"/>
              </a:endParaRPr>
            </a:p>
          </p:txBody>
        </p:sp>
        <p:sp>
          <p:nvSpPr>
            <p:cNvPr id="115" name="矩形 114">
              <a:extLst>
                <a:ext uri="{FF2B5EF4-FFF2-40B4-BE49-F238E27FC236}">
                  <a16:creationId xmlns:a16="http://schemas.microsoft.com/office/drawing/2014/main" id="{AEA4C985-A116-4FC3-816B-769F0D031095}"/>
                </a:ext>
              </a:extLst>
            </p:cNvPr>
            <p:cNvSpPr/>
            <p:nvPr/>
          </p:nvSpPr>
          <p:spPr>
            <a:xfrm>
              <a:off x="6096000" y="3788293"/>
              <a:ext cx="622850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b="1" i="1" baseline="-25000" dirty="0">
                <a:solidFill>
                  <a:srgbClr val="00B0F0"/>
                </a:solidFill>
                <a:latin typeface="NimbusRomDOT-Reg"/>
              </a:endParaRPr>
            </a:p>
          </p:txBody>
        </p:sp>
        <p:sp>
          <p:nvSpPr>
            <p:cNvPr id="116" name="矩形 115">
              <a:extLst>
                <a:ext uri="{FF2B5EF4-FFF2-40B4-BE49-F238E27FC236}">
                  <a16:creationId xmlns:a16="http://schemas.microsoft.com/office/drawing/2014/main" id="{85087159-D46F-4494-8489-8CEBFB770435}"/>
                </a:ext>
              </a:extLst>
            </p:cNvPr>
            <p:cNvSpPr/>
            <p:nvPr/>
          </p:nvSpPr>
          <p:spPr>
            <a:xfrm>
              <a:off x="5473150" y="3788293"/>
              <a:ext cx="622850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b="1" i="1" dirty="0">
                  <a:solidFill>
                    <a:srgbClr val="00B050"/>
                  </a:solidFill>
                  <a:latin typeface="NimbusRomDOT-Reg"/>
                </a:rPr>
                <a:t>K</a:t>
              </a:r>
              <a:r>
                <a:rPr lang="en-US" altLang="zh-CN" b="1" i="1" baseline="-25000" dirty="0">
                  <a:solidFill>
                    <a:srgbClr val="00B050"/>
                  </a:solidFill>
                  <a:latin typeface="NimbusRomDOT-Reg"/>
                </a:rPr>
                <a:t>m-1</a:t>
              </a:r>
              <a:endParaRPr lang="zh-CN" altLang="en-US" b="1" i="1" baseline="-25000" dirty="0">
                <a:latin typeface="NimbusRomDOT-Reg"/>
              </a:endParaRPr>
            </a:p>
          </p:txBody>
        </p:sp>
        <p:sp>
          <p:nvSpPr>
            <p:cNvPr id="117" name="矩形 116">
              <a:extLst>
                <a:ext uri="{FF2B5EF4-FFF2-40B4-BE49-F238E27FC236}">
                  <a16:creationId xmlns:a16="http://schemas.microsoft.com/office/drawing/2014/main" id="{C71F6E96-40AD-4BA7-A601-50828E88E24F}"/>
                </a:ext>
              </a:extLst>
            </p:cNvPr>
            <p:cNvSpPr/>
            <p:nvPr/>
          </p:nvSpPr>
          <p:spPr>
            <a:xfrm>
              <a:off x="3604600" y="3788293"/>
              <a:ext cx="622850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b="1" i="1" dirty="0">
                  <a:solidFill>
                    <a:srgbClr val="00B050"/>
                  </a:solidFill>
                  <a:latin typeface="NimbusRomDOT-Reg"/>
                </a:rPr>
                <a:t>P</a:t>
              </a:r>
              <a:r>
                <a:rPr lang="en-US" altLang="zh-CN" b="1" i="1" baseline="-25000" dirty="0">
                  <a:solidFill>
                    <a:srgbClr val="00B050"/>
                  </a:solidFill>
                  <a:latin typeface="NimbusRomDOT-Reg"/>
                </a:rPr>
                <a:t>1</a:t>
              </a:r>
              <a:endParaRPr lang="zh-CN" altLang="en-US" b="1" i="1" baseline="-25000" dirty="0">
                <a:solidFill>
                  <a:srgbClr val="00B050"/>
                </a:solidFill>
                <a:latin typeface="NimbusRomDOT-Reg"/>
              </a:endParaRPr>
            </a:p>
          </p:txBody>
        </p:sp>
        <p:sp>
          <p:nvSpPr>
            <p:cNvPr id="118" name="矩形 117">
              <a:extLst>
                <a:ext uri="{FF2B5EF4-FFF2-40B4-BE49-F238E27FC236}">
                  <a16:creationId xmlns:a16="http://schemas.microsoft.com/office/drawing/2014/main" id="{BBC1D8AC-A636-457D-9288-772B6A2B8199}"/>
                </a:ext>
              </a:extLst>
            </p:cNvPr>
            <p:cNvSpPr/>
            <p:nvPr/>
          </p:nvSpPr>
          <p:spPr>
            <a:xfrm>
              <a:off x="4850300" y="3788293"/>
              <a:ext cx="622850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b="1" i="1" dirty="0">
                  <a:latin typeface="NimbusRomDOT-Reg"/>
                </a:rPr>
                <a:t>…</a:t>
              </a:r>
              <a:endParaRPr lang="zh-CN" altLang="en-US" b="1" i="1" dirty="0">
                <a:latin typeface="NimbusRomDOT-Reg"/>
              </a:endParaRPr>
            </a:p>
          </p:txBody>
        </p:sp>
        <p:sp>
          <p:nvSpPr>
            <p:cNvPr id="119" name="矩形 118">
              <a:extLst>
                <a:ext uri="{FF2B5EF4-FFF2-40B4-BE49-F238E27FC236}">
                  <a16:creationId xmlns:a16="http://schemas.microsoft.com/office/drawing/2014/main" id="{752193FF-2112-4DF5-ACB2-4927A4A77881}"/>
                </a:ext>
              </a:extLst>
            </p:cNvPr>
            <p:cNvSpPr/>
            <p:nvPr/>
          </p:nvSpPr>
          <p:spPr>
            <a:xfrm>
              <a:off x="4227450" y="3788293"/>
              <a:ext cx="622850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b="1" i="1" dirty="0">
                  <a:solidFill>
                    <a:srgbClr val="00B050"/>
                  </a:solidFill>
                  <a:latin typeface="NimbusRomDOT-Reg"/>
                </a:rPr>
                <a:t>K</a:t>
              </a:r>
              <a:r>
                <a:rPr lang="en-US" altLang="zh-CN" b="1" i="1" baseline="-25000" dirty="0">
                  <a:solidFill>
                    <a:srgbClr val="00B050"/>
                  </a:solidFill>
                  <a:latin typeface="NimbusRomDOT-Reg"/>
                </a:rPr>
                <a:t>1</a:t>
              </a:r>
              <a:endParaRPr lang="zh-CN" altLang="en-US" b="1" i="1" baseline="-25000" dirty="0">
                <a:solidFill>
                  <a:srgbClr val="00B050"/>
                </a:solidFill>
                <a:latin typeface="NimbusRomDOT-Reg"/>
              </a:endParaRPr>
            </a:p>
          </p:txBody>
        </p:sp>
        <p:sp>
          <p:nvSpPr>
            <p:cNvPr id="120" name="矩形 119">
              <a:extLst>
                <a:ext uri="{FF2B5EF4-FFF2-40B4-BE49-F238E27FC236}">
                  <a16:creationId xmlns:a16="http://schemas.microsoft.com/office/drawing/2014/main" id="{BBC83AB8-6BC5-4847-BAD2-0F2A579D1967}"/>
                </a:ext>
              </a:extLst>
            </p:cNvPr>
            <p:cNvSpPr/>
            <p:nvPr/>
          </p:nvSpPr>
          <p:spPr>
            <a:xfrm>
              <a:off x="6716668" y="3788293"/>
              <a:ext cx="622850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rIns="0" rtlCol="0" anchor="ctr"/>
            <a:lstStyle/>
            <a:p>
              <a:pPr lvl="0" algn="ctr"/>
              <a:endParaRPr lang="zh-CN" altLang="en-US" b="1" i="1" baseline="-25000" dirty="0">
                <a:solidFill>
                  <a:srgbClr val="00B0F0"/>
                </a:solidFill>
                <a:latin typeface="NimbusRomDOT-Reg"/>
              </a:endParaRPr>
            </a:p>
          </p:txBody>
        </p:sp>
      </p:grpSp>
      <p:cxnSp>
        <p:nvCxnSpPr>
          <p:cNvPr id="73" name="直接箭头连接符 72">
            <a:extLst>
              <a:ext uri="{FF2B5EF4-FFF2-40B4-BE49-F238E27FC236}">
                <a16:creationId xmlns:a16="http://schemas.microsoft.com/office/drawing/2014/main" id="{E893B7F3-95C9-4430-91F1-067BAAE41AD4}"/>
              </a:ext>
            </a:extLst>
          </p:cNvPr>
          <p:cNvCxnSpPr>
            <a:cxnSpLocks/>
            <a:stCxn id="71" idx="3"/>
            <a:endCxn id="30" idx="1"/>
          </p:cNvCxnSpPr>
          <p:nvPr/>
        </p:nvCxnSpPr>
        <p:spPr>
          <a:xfrm flipV="1">
            <a:off x="5085665" y="2966769"/>
            <a:ext cx="1075744" cy="4489"/>
          </a:xfrm>
          <a:prstGeom prst="straightConnector1">
            <a:avLst/>
          </a:prstGeom>
          <a:ln w="25400">
            <a:solidFill>
              <a:schemeClr val="tx1"/>
            </a:solidFill>
            <a:headEnd type="oval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053B9CC4-9371-43D9-B2C3-BE744270C090}"/>
              </a:ext>
            </a:extLst>
          </p:cNvPr>
          <p:cNvGrpSpPr/>
          <p:nvPr/>
        </p:nvGrpSpPr>
        <p:grpSpPr>
          <a:xfrm>
            <a:off x="9068885" y="2155696"/>
            <a:ext cx="1814994" cy="434750"/>
            <a:chOff x="9578958" y="2155696"/>
            <a:chExt cx="1814994" cy="434750"/>
          </a:xfrm>
        </p:grpSpPr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B9BC818B-8F1C-4BE5-B9D8-202291DE25A5}"/>
                </a:ext>
              </a:extLst>
            </p:cNvPr>
            <p:cNvSpPr txBox="1"/>
            <p:nvPr/>
          </p:nvSpPr>
          <p:spPr>
            <a:xfrm>
              <a:off x="9578958" y="2191431"/>
              <a:ext cx="102463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 i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# of N</a:t>
              </a:r>
              <a:r>
                <a:rPr lang="en-US" altLang="zh-CN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altLang="zh-CN" b="1" dirty="0">
                  <a:latin typeface="Arial" panose="020B0604020202020204" pitchFamily="34" charset="0"/>
                  <a:cs typeface="Arial" panose="020B0604020202020204" pitchFamily="34" charset="0"/>
                </a:rPr>
                <a:t>&lt;</a:t>
              </a:r>
              <a:endParaRPr lang="zh-CN" altLang="en-US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74" name="Picture 6" descr="http://www.sciweavers.org/upload/Tex2Img_1618646928/eqn.png">
              <a:extLst>
                <a:ext uri="{FF2B5EF4-FFF2-40B4-BE49-F238E27FC236}">
                  <a16:creationId xmlns:a16="http://schemas.microsoft.com/office/drawing/2014/main" id="{1D45044F-136D-40FD-B565-EE86589D8FE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921" r="50990"/>
            <a:stretch/>
          </p:blipFill>
          <p:spPr bwMode="auto">
            <a:xfrm>
              <a:off x="10577331" y="2155696"/>
              <a:ext cx="816621" cy="4347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cxnSp>
        <p:nvCxnSpPr>
          <p:cNvPr id="75" name="直接箭头连接符 74">
            <a:extLst>
              <a:ext uri="{FF2B5EF4-FFF2-40B4-BE49-F238E27FC236}">
                <a16:creationId xmlns:a16="http://schemas.microsoft.com/office/drawing/2014/main" id="{6A13D568-163C-487C-98D6-B69E5215F5E7}"/>
              </a:ext>
            </a:extLst>
          </p:cNvPr>
          <p:cNvCxnSpPr>
            <a:cxnSpLocks/>
            <a:stCxn id="27" idx="3"/>
            <a:endCxn id="76" idx="1"/>
          </p:cNvCxnSpPr>
          <p:nvPr/>
        </p:nvCxnSpPr>
        <p:spPr>
          <a:xfrm>
            <a:off x="10521359" y="2966769"/>
            <a:ext cx="445221" cy="7513"/>
          </a:xfrm>
          <a:prstGeom prst="straightConnector1">
            <a:avLst/>
          </a:prstGeom>
          <a:ln w="25400">
            <a:solidFill>
              <a:schemeClr val="tx1"/>
            </a:solidFill>
            <a:headEnd type="oval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矩形 75">
            <a:extLst>
              <a:ext uri="{FF2B5EF4-FFF2-40B4-BE49-F238E27FC236}">
                <a16:creationId xmlns:a16="http://schemas.microsoft.com/office/drawing/2014/main" id="{E79A0DB0-AA08-424E-AED4-97F9BDB8FCB2}"/>
              </a:ext>
            </a:extLst>
          </p:cNvPr>
          <p:cNvSpPr/>
          <p:nvPr/>
        </p:nvSpPr>
        <p:spPr>
          <a:xfrm>
            <a:off x="10966580" y="2739056"/>
            <a:ext cx="622850" cy="47045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zh-CN" altLang="en-US" b="1" i="1" baseline="-25000" dirty="0">
              <a:solidFill>
                <a:prstClr val="black"/>
              </a:solidFill>
              <a:latin typeface="NimbusRomDOT-Reg"/>
            </a:endParaRPr>
          </a:p>
        </p:txBody>
      </p:sp>
      <p:sp>
        <p:nvSpPr>
          <p:cNvPr id="78" name="矩形 77">
            <a:extLst>
              <a:ext uri="{FF2B5EF4-FFF2-40B4-BE49-F238E27FC236}">
                <a16:creationId xmlns:a16="http://schemas.microsoft.com/office/drawing/2014/main" id="{C71ECDB9-BB93-446A-8576-092E904C2FB2}"/>
              </a:ext>
            </a:extLst>
          </p:cNvPr>
          <p:cNvSpPr/>
          <p:nvPr/>
        </p:nvSpPr>
        <p:spPr>
          <a:xfrm>
            <a:off x="11235570" y="5495076"/>
            <a:ext cx="622850" cy="47045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zh-CN" altLang="en-US" b="1" i="1" baseline="-25000" dirty="0">
              <a:solidFill>
                <a:prstClr val="black"/>
              </a:solidFill>
              <a:latin typeface="NimbusRomDOT-Reg"/>
            </a:endParaRPr>
          </a:p>
        </p:txBody>
      </p:sp>
      <p:cxnSp>
        <p:nvCxnSpPr>
          <p:cNvPr id="81" name="直接箭头连接符 80">
            <a:extLst>
              <a:ext uri="{FF2B5EF4-FFF2-40B4-BE49-F238E27FC236}">
                <a16:creationId xmlns:a16="http://schemas.microsoft.com/office/drawing/2014/main" id="{067F79A8-AFF3-406C-8215-3062A39058B0}"/>
              </a:ext>
            </a:extLst>
          </p:cNvPr>
          <p:cNvCxnSpPr>
            <a:cxnSpLocks/>
            <a:stCxn id="104" idx="3"/>
            <a:endCxn id="78" idx="1"/>
          </p:cNvCxnSpPr>
          <p:nvPr/>
        </p:nvCxnSpPr>
        <p:spPr>
          <a:xfrm>
            <a:off x="10716738" y="5730302"/>
            <a:ext cx="518832" cy="0"/>
          </a:xfrm>
          <a:prstGeom prst="straightConnector1">
            <a:avLst/>
          </a:prstGeom>
          <a:ln w="25400">
            <a:solidFill>
              <a:schemeClr val="tx1"/>
            </a:solidFill>
            <a:headEnd type="oval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接箭头连接符 82">
            <a:extLst>
              <a:ext uri="{FF2B5EF4-FFF2-40B4-BE49-F238E27FC236}">
                <a16:creationId xmlns:a16="http://schemas.microsoft.com/office/drawing/2014/main" id="{30AF00DB-B27A-4C25-8E63-0F5B25A0A31B}"/>
              </a:ext>
            </a:extLst>
          </p:cNvPr>
          <p:cNvCxnSpPr>
            <a:cxnSpLocks/>
            <a:stCxn id="114" idx="3"/>
            <a:endCxn id="107" idx="1"/>
          </p:cNvCxnSpPr>
          <p:nvPr/>
        </p:nvCxnSpPr>
        <p:spPr>
          <a:xfrm>
            <a:off x="5281044" y="5727967"/>
            <a:ext cx="1075744" cy="2335"/>
          </a:xfrm>
          <a:prstGeom prst="straightConnector1">
            <a:avLst/>
          </a:prstGeom>
          <a:ln w="25400">
            <a:solidFill>
              <a:schemeClr val="tx1"/>
            </a:solidFill>
            <a:headEnd type="oval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4" name="组合 83">
            <a:extLst>
              <a:ext uri="{FF2B5EF4-FFF2-40B4-BE49-F238E27FC236}">
                <a16:creationId xmlns:a16="http://schemas.microsoft.com/office/drawing/2014/main" id="{CADAB718-16CA-416A-906D-4FBBD43811DB}"/>
              </a:ext>
            </a:extLst>
          </p:cNvPr>
          <p:cNvGrpSpPr/>
          <p:nvPr/>
        </p:nvGrpSpPr>
        <p:grpSpPr>
          <a:xfrm>
            <a:off x="4024535" y="4372517"/>
            <a:ext cx="3419746" cy="476604"/>
            <a:chOff x="4434894" y="4612994"/>
            <a:chExt cx="3419746" cy="476604"/>
          </a:xfrm>
        </p:grpSpPr>
        <p:sp>
          <p:nvSpPr>
            <p:cNvPr id="85" name="矩形 84">
              <a:extLst>
                <a:ext uri="{FF2B5EF4-FFF2-40B4-BE49-F238E27FC236}">
                  <a16:creationId xmlns:a16="http://schemas.microsoft.com/office/drawing/2014/main" id="{6624027A-88FA-4BFF-B4F2-C5762FC1F970}"/>
                </a:ext>
              </a:extLst>
            </p:cNvPr>
            <p:cNvSpPr/>
            <p:nvPr/>
          </p:nvSpPr>
          <p:spPr>
            <a:xfrm>
              <a:off x="6409058" y="4615134"/>
              <a:ext cx="528582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b="1" i="1" dirty="0">
                  <a:latin typeface="NimbusRomDOT-Reg"/>
                </a:rPr>
                <a:t>N</a:t>
              </a:r>
              <a:endParaRPr lang="zh-CN" altLang="en-US" b="1" i="1" dirty="0">
                <a:latin typeface="NimbusRomDOT-Reg"/>
              </a:endParaRPr>
            </a:p>
          </p:txBody>
        </p:sp>
        <p:sp>
          <p:nvSpPr>
            <p:cNvPr id="87" name="矩形 86">
              <a:extLst>
                <a:ext uri="{FF2B5EF4-FFF2-40B4-BE49-F238E27FC236}">
                  <a16:creationId xmlns:a16="http://schemas.microsoft.com/office/drawing/2014/main" id="{F27F8372-0A1A-4356-AE96-85660261D124}"/>
                </a:ext>
              </a:extLst>
            </p:cNvPr>
            <p:cNvSpPr/>
            <p:nvPr/>
          </p:nvSpPr>
          <p:spPr>
            <a:xfrm>
              <a:off x="6937640" y="4617274"/>
              <a:ext cx="917000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b="1" i="1" dirty="0">
                  <a:latin typeface="NimbusRomDOT-Reg"/>
                </a:rPr>
                <a:t>…</a:t>
              </a:r>
              <a:endParaRPr lang="zh-CN" altLang="en-US" b="1" i="1" dirty="0">
                <a:latin typeface="NimbusRomDOT-Reg"/>
              </a:endParaRPr>
            </a:p>
          </p:txBody>
        </p:sp>
        <p:sp>
          <p:nvSpPr>
            <p:cNvPr id="89" name="矩形 88">
              <a:extLst>
                <a:ext uri="{FF2B5EF4-FFF2-40B4-BE49-F238E27FC236}">
                  <a16:creationId xmlns:a16="http://schemas.microsoft.com/office/drawing/2014/main" id="{AD483908-7274-46A3-BE80-C2629B227F25}"/>
                </a:ext>
              </a:extLst>
            </p:cNvPr>
            <p:cNvSpPr/>
            <p:nvPr/>
          </p:nvSpPr>
          <p:spPr>
            <a:xfrm>
              <a:off x="4434894" y="4612994"/>
              <a:ext cx="917000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b="1" i="1" dirty="0">
                  <a:latin typeface="NimbusRomDOT-Reg"/>
                </a:rPr>
                <a:t>…</a:t>
              </a:r>
              <a:endParaRPr lang="zh-CN" altLang="en-US" b="1" i="1" dirty="0">
                <a:latin typeface="NimbusRomDOT-Reg"/>
              </a:endParaRPr>
            </a:p>
          </p:txBody>
        </p:sp>
        <p:sp>
          <p:nvSpPr>
            <p:cNvPr id="90" name="矩形 89">
              <a:extLst>
                <a:ext uri="{FF2B5EF4-FFF2-40B4-BE49-F238E27FC236}">
                  <a16:creationId xmlns:a16="http://schemas.microsoft.com/office/drawing/2014/main" id="{E58E27A6-D4F0-40CA-A2B0-53EC30A89F35}"/>
                </a:ext>
              </a:extLst>
            </p:cNvPr>
            <p:cNvSpPr/>
            <p:nvPr/>
          </p:nvSpPr>
          <p:spPr>
            <a:xfrm>
              <a:off x="5351894" y="4615134"/>
              <a:ext cx="528582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b="1" i="1" dirty="0">
                  <a:latin typeface="NimbusRomDOT-Reg"/>
                </a:rPr>
                <a:t>N’</a:t>
              </a:r>
              <a:endParaRPr lang="zh-CN" altLang="en-US" b="1" i="1" dirty="0">
                <a:latin typeface="NimbusRomDOT-Reg"/>
              </a:endParaRPr>
            </a:p>
          </p:txBody>
        </p:sp>
        <p:sp>
          <p:nvSpPr>
            <p:cNvPr id="92" name="矩形 91">
              <a:extLst>
                <a:ext uri="{FF2B5EF4-FFF2-40B4-BE49-F238E27FC236}">
                  <a16:creationId xmlns:a16="http://schemas.microsoft.com/office/drawing/2014/main" id="{774531C4-CE70-48EE-A256-C501608C3BDB}"/>
                </a:ext>
              </a:extLst>
            </p:cNvPr>
            <p:cNvSpPr/>
            <p:nvPr/>
          </p:nvSpPr>
          <p:spPr>
            <a:xfrm>
              <a:off x="5880476" y="4619146"/>
              <a:ext cx="528582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b="1" i="1" dirty="0">
                  <a:solidFill>
                    <a:srgbClr val="00B050"/>
                  </a:solidFill>
                  <a:latin typeface="NimbusRomDOT-Reg"/>
                </a:rPr>
                <a:t>K</a:t>
              </a:r>
              <a:r>
                <a:rPr lang="en-US" altLang="zh-CN" b="1" i="1" baseline="-25000" dirty="0">
                  <a:solidFill>
                    <a:srgbClr val="00B050"/>
                  </a:solidFill>
                  <a:latin typeface="NimbusRomDOT-Reg"/>
                </a:rPr>
                <a:t>m</a:t>
              </a:r>
              <a:endParaRPr lang="zh-CN" altLang="en-US" b="1" i="1" dirty="0">
                <a:latin typeface="NimbusRomDOT-Reg"/>
              </a:endParaRPr>
            </a:p>
          </p:txBody>
        </p:sp>
      </p:grpSp>
      <p:cxnSp>
        <p:nvCxnSpPr>
          <p:cNvPr id="111" name="直接箭头连接符 110">
            <a:extLst>
              <a:ext uri="{FF2B5EF4-FFF2-40B4-BE49-F238E27FC236}">
                <a16:creationId xmlns:a16="http://schemas.microsoft.com/office/drawing/2014/main" id="{93F367ED-8B60-47BB-8A27-C9785C58F537}"/>
              </a:ext>
            </a:extLst>
          </p:cNvPr>
          <p:cNvCxnSpPr>
            <a:cxnSpLocks/>
            <a:stCxn id="101" idx="2"/>
            <a:endCxn id="116" idx="0"/>
          </p:cNvCxnSpPr>
          <p:nvPr/>
        </p:nvCxnSpPr>
        <p:spPr>
          <a:xfrm flipH="1">
            <a:off x="3101069" y="4839037"/>
            <a:ext cx="2104757" cy="653704"/>
          </a:xfrm>
          <a:prstGeom prst="straightConnector1">
            <a:avLst/>
          </a:prstGeom>
          <a:ln w="25400">
            <a:solidFill>
              <a:schemeClr val="tx1"/>
            </a:solidFill>
            <a:headEnd type="oval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直接箭头连接符 111">
            <a:extLst>
              <a:ext uri="{FF2B5EF4-FFF2-40B4-BE49-F238E27FC236}">
                <a16:creationId xmlns:a16="http://schemas.microsoft.com/office/drawing/2014/main" id="{09A87700-0DBE-457C-B2FF-A830A201E7F6}"/>
              </a:ext>
            </a:extLst>
          </p:cNvPr>
          <p:cNvCxnSpPr>
            <a:cxnSpLocks/>
            <a:stCxn id="98" idx="2"/>
            <a:endCxn id="106" idx="0"/>
          </p:cNvCxnSpPr>
          <p:nvPr/>
        </p:nvCxnSpPr>
        <p:spPr>
          <a:xfrm>
            <a:off x="6262990" y="4839037"/>
            <a:ext cx="2273773" cy="656039"/>
          </a:xfrm>
          <a:prstGeom prst="straightConnector1">
            <a:avLst/>
          </a:prstGeom>
          <a:ln w="25400">
            <a:solidFill>
              <a:schemeClr val="tx1"/>
            </a:solidFill>
            <a:headEnd type="oval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887796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6" grpId="0" animBg="1"/>
      <p:bldP spid="78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>
            <a:extLst>
              <a:ext uri="{FF2B5EF4-FFF2-40B4-BE49-F238E27FC236}">
                <a16:creationId xmlns:a16="http://schemas.microsoft.com/office/drawing/2014/main" id="{4F158BFB-C9B7-4F14-ACD1-B76807651920}"/>
              </a:ext>
            </a:extLst>
          </p:cNvPr>
          <p:cNvGrpSpPr/>
          <p:nvPr/>
        </p:nvGrpSpPr>
        <p:grpSpPr>
          <a:xfrm>
            <a:off x="4339229" y="1599100"/>
            <a:ext cx="3419746" cy="476404"/>
            <a:chOff x="4434894" y="4609182"/>
            <a:chExt cx="3419746" cy="476404"/>
          </a:xfrm>
        </p:grpSpPr>
        <p:sp>
          <p:nvSpPr>
            <p:cNvPr id="65" name="矩形 64">
              <a:extLst>
                <a:ext uri="{FF2B5EF4-FFF2-40B4-BE49-F238E27FC236}">
                  <a16:creationId xmlns:a16="http://schemas.microsoft.com/office/drawing/2014/main" id="{02B27B1A-4B92-45B7-BCF1-EA17094D9FA9}"/>
                </a:ext>
              </a:extLst>
            </p:cNvPr>
            <p:cNvSpPr/>
            <p:nvPr/>
          </p:nvSpPr>
          <p:spPr>
            <a:xfrm>
              <a:off x="6409058" y="4615134"/>
              <a:ext cx="528582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b="1" i="1" dirty="0">
                  <a:latin typeface="NimbusRomDOT-Reg"/>
                </a:rPr>
                <a:t>N’</a:t>
              </a:r>
              <a:endParaRPr lang="zh-CN" altLang="en-US" b="1" i="1" dirty="0">
                <a:latin typeface="NimbusRomDOT-Reg"/>
              </a:endParaRPr>
            </a:p>
          </p:txBody>
        </p:sp>
        <p:sp>
          <p:nvSpPr>
            <p:cNvPr id="66" name="矩形 65">
              <a:extLst>
                <a:ext uri="{FF2B5EF4-FFF2-40B4-BE49-F238E27FC236}">
                  <a16:creationId xmlns:a16="http://schemas.microsoft.com/office/drawing/2014/main" id="{FBB83373-B85B-46DB-A9B7-AA1B702D0FF1}"/>
                </a:ext>
              </a:extLst>
            </p:cNvPr>
            <p:cNvSpPr/>
            <p:nvPr/>
          </p:nvSpPr>
          <p:spPr>
            <a:xfrm>
              <a:off x="6937640" y="4609182"/>
              <a:ext cx="917000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b="1" i="1" dirty="0">
                  <a:latin typeface="NimbusRomDOT-Reg"/>
                </a:rPr>
                <a:t>…</a:t>
              </a:r>
              <a:endParaRPr lang="zh-CN" altLang="en-US" b="1" i="1" dirty="0">
                <a:latin typeface="NimbusRomDOT-Reg"/>
              </a:endParaRPr>
            </a:p>
          </p:txBody>
        </p:sp>
        <p:sp>
          <p:nvSpPr>
            <p:cNvPr id="67" name="矩形 66">
              <a:extLst>
                <a:ext uri="{FF2B5EF4-FFF2-40B4-BE49-F238E27FC236}">
                  <a16:creationId xmlns:a16="http://schemas.microsoft.com/office/drawing/2014/main" id="{C22C5B9F-5BD8-4F34-AE53-9F48D33E7B86}"/>
                </a:ext>
              </a:extLst>
            </p:cNvPr>
            <p:cNvSpPr/>
            <p:nvPr/>
          </p:nvSpPr>
          <p:spPr>
            <a:xfrm>
              <a:off x="4434894" y="4612994"/>
              <a:ext cx="917000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b="1" i="1" dirty="0">
                  <a:latin typeface="NimbusRomDOT-Reg"/>
                </a:rPr>
                <a:t>…</a:t>
              </a:r>
              <a:endParaRPr lang="zh-CN" altLang="en-US" b="1" i="1" dirty="0">
                <a:latin typeface="NimbusRomDOT-Reg"/>
              </a:endParaRPr>
            </a:p>
          </p:txBody>
        </p:sp>
        <p:sp>
          <p:nvSpPr>
            <p:cNvPr id="68" name="矩形 67">
              <a:extLst>
                <a:ext uri="{FF2B5EF4-FFF2-40B4-BE49-F238E27FC236}">
                  <a16:creationId xmlns:a16="http://schemas.microsoft.com/office/drawing/2014/main" id="{B8AFE0FE-6DCA-4C49-A6BD-0B6C2129A52D}"/>
                </a:ext>
              </a:extLst>
            </p:cNvPr>
            <p:cNvSpPr/>
            <p:nvPr/>
          </p:nvSpPr>
          <p:spPr>
            <a:xfrm>
              <a:off x="5351894" y="4615134"/>
              <a:ext cx="528582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b="1" i="1" dirty="0">
                  <a:latin typeface="NimbusRomDOT-Reg"/>
                </a:rPr>
                <a:t>N</a:t>
              </a:r>
              <a:endParaRPr lang="zh-CN" altLang="en-US" b="1" i="1" dirty="0">
                <a:latin typeface="NimbusRomDOT-Reg"/>
              </a:endParaRPr>
            </a:p>
          </p:txBody>
        </p:sp>
        <p:sp>
          <p:nvSpPr>
            <p:cNvPr id="69" name="矩形 68">
              <a:extLst>
                <a:ext uri="{FF2B5EF4-FFF2-40B4-BE49-F238E27FC236}">
                  <a16:creationId xmlns:a16="http://schemas.microsoft.com/office/drawing/2014/main" id="{3DF31640-8116-4314-BA3A-E23A18052619}"/>
                </a:ext>
              </a:extLst>
            </p:cNvPr>
            <p:cNvSpPr/>
            <p:nvPr/>
          </p:nvSpPr>
          <p:spPr>
            <a:xfrm>
              <a:off x="5880476" y="4609182"/>
              <a:ext cx="528582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b="1" i="1" dirty="0">
                  <a:latin typeface="NimbusRomDOT-Reg"/>
                </a:rPr>
                <a:t>K’</a:t>
              </a:r>
              <a:endParaRPr lang="zh-CN" altLang="en-US" b="1" i="1" dirty="0">
                <a:latin typeface="NimbusRomDOT-Reg"/>
              </a:endParaRPr>
            </a:p>
          </p:txBody>
        </p:sp>
      </p:grp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C82B485-330C-4F7C-AD75-86FB6EFA3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871BD7-DF50-481D-B60B-9EE2AA0D7605}" type="datetime1">
              <a:rPr lang="zh-CN" altLang="en-US" smtClean="0"/>
              <a:t>2024/5/8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9398CB-94F3-4CE3-9880-9F79A418A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Tree Indices</a:t>
            </a:r>
            <a:endParaRPr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98061EF-E67D-4B6D-B836-FE67DC6C8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5A79-C12E-4282-8451-1BC984B858F9}" type="slidenum">
              <a:rPr lang="zh-CN" altLang="en-US" smtClean="0"/>
              <a:t>34</a:t>
            </a:fld>
            <a:endParaRPr lang="zh-CN" altLang="en-US" dirty="0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4D63A6BA-E7A8-4199-A9F7-13D20F493D3D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28878" y="0"/>
            <a:ext cx="7970222" cy="1325563"/>
          </a:xfrm>
        </p:spPr>
        <p:txBody>
          <a:bodyPr>
            <a:normAutofit/>
          </a:bodyPr>
          <a:lstStyle/>
          <a:p>
            <a:r>
              <a:rPr lang="en-US" altLang="zh-CN" dirty="0"/>
              <a:t>Borrow from right sibling</a:t>
            </a:r>
            <a:endParaRPr lang="zh-CN" altLang="en-US" dirty="0"/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D49D69E9-5C34-4447-9E99-6CDAEB61DA01}"/>
              </a:ext>
            </a:extLst>
          </p:cNvPr>
          <p:cNvGrpSpPr/>
          <p:nvPr/>
        </p:nvGrpSpPr>
        <p:grpSpPr>
          <a:xfrm>
            <a:off x="819318" y="2674247"/>
            <a:ext cx="4359950" cy="470452"/>
            <a:chOff x="3604600" y="3788293"/>
            <a:chExt cx="4359950" cy="470452"/>
          </a:xfrm>
        </p:grpSpPr>
        <p:sp>
          <p:nvSpPr>
            <p:cNvPr id="27" name="矩形 26">
              <a:extLst>
                <a:ext uri="{FF2B5EF4-FFF2-40B4-BE49-F238E27FC236}">
                  <a16:creationId xmlns:a16="http://schemas.microsoft.com/office/drawing/2014/main" id="{B0CBB914-5EC1-4BAA-AF8C-4FD779D04839}"/>
                </a:ext>
              </a:extLst>
            </p:cNvPr>
            <p:cNvSpPr/>
            <p:nvPr/>
          </p:nvSpPr>
          <p:spPr>
            <a:xfrm>
              <a:off x="7341700" y="3788293"/>
              <a:ext cx="622850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lvl="0" algn="ctr"/>
              <a:endParaRPr lang="zh-CN" altLang="en-US" b="1" i="1" baseline="-25000" dirty="0">
                <a:solidFill>
                  <a:prstClr val="black"/>
                </a:solidFill>
                <a:latin typeface="NimbusRomDOT-Reg"/>
              </a:endParaRPr>
            </a:p>
          </p:txBody>
        </p:sp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D22AAD62-D706-4D04-930F-C6AA1F1BED3D}"/>
                </a:ext>
              </a:extLst>
            </p:cNvPr>
            <p:cNvSpPr/>
            <p:nvPr/>
          </p:nvSpPr>
          <p:spPr>
            <a:xfrm>
              <a:off x="6096000" y="3788293"/>
              <a:ext cx="622850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lvl="0" algn="ctr"/>
              <a:r>
                <a:rPr lang="en-US" altLang="zh-CN" b="1" i="1" dirty="0">
                  <a:solidFill>
                    <a:srgbClr val="00B0F0"/>
                  </a:solidFill>
                  <a:latin typeface="NimbusRomDOT-Reg"/>
                  <a:cs typeface="Arial" panose="020B0604020202020204" pitchFamily="34" charset="0"/>
                </a:rPr>
                <a:t>P</a:t>
              </a:r>
              <a:r>
                <a:rPr lang="en-US" altLang="zh-CN" sz="1200" b="1" baseline="-25000" dirty="0">
                  <a:solidFill>
                    <a:srgbClr val="00B0F0"/>
                  </a:solidFill>
                  <a:latin typeface="NimbusRomDOT-Reg"/>
                  <a:cs typeface="Arial" panose="020B0604020202020204" pitchFamily="34" charset="0"/>
                </a:rPr>
                <a:t>⌈</a:t>
              </a:r>
              <a:r>
                <a:rPr lang="en-US" altLang="zh-CN" sz="1200" b="1" i="1" baseline="-25000" dirty="0">
                  <a:solidFill>
                    <a:srgbClr val="00B0F0"/>
                  </a:solidFill>
                  <a:latin typeface="NimbusRomDOT-Reg"/>
                  <a:cs typeface="Arial" panose="020B0604020202020204" pitchFamily="34" charset="0"/>
                </a:rPr>
                <a:t>n</a:t>
              </a:r>
              <a:r>
                <a:rPr lang="en-US" altLang="zh-CN" sz="1200" b="1" baseline="-25000" dirty="0">
                  <a:solidFill>
                    <a:srgbClr val="00B0F0"/>
                  </a:solidFill>
                  <a:latin typeface="NimbusRomDOT-Reg"/>
                  <a:cs typeface="Arial" panose="020B0604020202020204" pitchFamily="34" charset="0"/>
                </a:rPr>
                <a:t>∕2⌉-1</a:t>
              </a:r>
              <a:endParaRPr lang="zh-CN" altLang="en-US" b="1" i="1" baseline="-25000" dirty="0">
                <a:solidFill>
                  <a:srgbClr val="00B0F0"/>
                </a:solidFill>
                <a:latin typeface="NimbusRomDOT-Reg"/>
              </a:endParaRPr>
            </a:p>
          </p:txBody>
        </p:sp>
        <p:sp>
          <p:nvSpPr>
            <p:cNvPr id="29" name="矩形 28">
              <a:extLst>
                <a:ext uri="{FF2B5EF4-FFF2-40B4-BE49-F238E27FC236}">
                  <a16:creationId xmlns:a16="http://schemas.microsoft.com/office/drawing/2014/main" id="{F93411BD-672D-4D3D-95DB-83F50497D900}"/>
                </a:ext>
              </a:extLst>
            </p:cNvPr>
            <p:cNvSpPr/>
            <p:nvPr/>
          </p:nvSpPr>
          <p:spPr>
            <a:xfrm>
              <a:off x="5473150" y="3788293"/>
              <a:ext cx="622850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b="1" i="1" dirty="0">
                  <a:latin typeface="NimbusRomDOT-Reg"/>
                </a:rPr>
                <a:t>…</a:t>
              </a:r>
              <a:endParaRPr lang="zh-CN" altLang="en-US" b="1" i="1" dirty="0">
                <a:latin typeface="NimbusRomDOT-Reg"/>
              </a:endParaRPr>
            </a:p>
          </p:txBody>
        </p:sp>
        <p:sp>
          <p:nvSpPr>
            <p:cNvPr id="30" name="矩形 29">
              <a:extLst>
                <a:ext uri="{FF2B5EF4-FFF2-40B4-BE49-F238E27FC236}">
                  <a16:creationId xmlns:a16="http://schemas.microsoft.com/office/drawing/2014/main" id="{8302A4F3-99D4-4B19-87F4-A10F61D398FF}"/>
                </a:ext>
              </a:extLst>
            </p:cNvPr>
            <p:cNvSpPr/>
            <p:nvPr/>
          </p:nvSpPr>
          <p:spPr>
            <a:xfrm>
              <a:off x="3604600" y="3788293"/>
              <a:ext cx="622850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b="1" i="1" dirty="0">
                  <a:solidFill>
                    <a:srgbClr val="00B0F0"/>
                  </a:solidFill>
                  <a:latin typeface="NimbusRomDOT-Reg"/>
                </a:rPr>
                <a:t>P</a:t>
              </a:r>
              <a:r>
                <a:rPr lang="en-US" altLang="zh-CN" b="1" i="1" baseline="-25000" dirty="0">
                  <a:solidFill>
                    <a:srgbClr val="00B0F0"/>
                  </a:solidFill>
                  <a:latin typeface="NimbusRomDOT-Reg"/>
                </a:rPr>
                <a:t>1</a:t>
              </a:r>
              <a:endParaRPr lang="zh-CN" altLang="en-US" b="1" i="1" baseline="-25000" dirty="0">
                <a:solidFill>
                  <a:srgbClr val="00B0F0"/>
                </a:solidFill>
                <a:latin typeface="NimbusRomDOT-Reg"/>
              </a:endParaRPr>
            </a:p>
          </p:txBody>
        </p:sp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B99D6A06-9BD6-49FD-9425-094C2F520519}"/>
                </a:ext>
              </a:extLst>
            </p:cNvPr>
            <p:cNvSpPr/>
            <p:nvPr/>
          </p:nvSpPr>
          <p:spPr>
            <a:xfrm>
              <a:off x="4850300" y="3788293"/>
              <a:ext cx="622850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b="1" i="1" dirty="0">
                  <a:solidFill>
                    <a:srgbClr val="00B0F0"/>
                  </a:solidFill>
                  <a:latin typeface="NimbusRomDOT-Reg"/>
                </a:rPr>
                <a:t>P</a:t>
              </a:r>
              <a:r>
                <a:rPr lang="en-US" altLang="zh-CN" b="1" i="1" baseline="-25000" dirty="0">
                  <a:solidFill>
                    <a:srgbClr val="00B0F0"/>
                  </a:solidFill>
                  <a:latin typeface="NimbusRomDOT-Reg"/>
                </a:rPr>
                <a:t>2</a:t>
              </a:r>
              <a:endParaRPr lang="zh-CN" altLang="en-US" b="1" i="1" baseline="-25000" dirty="0">
                <a:solidFill>
                  <a:srgbClr val="00B0F0"/>
                </a:solidFill>
                <a:latin typeface="NimbusRomDOT-Reg"/>
              </a:endParaRPr>
            </a:p>
          </p:txBody>
        </p:sp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AD6E6633-0402-4FF6-BDEF-D08831D663F7}"/>
                </a:ext>
              </a:extLst>
            </p:cNvPr>
            <p:cNvSpPr/>
            <p:nvPr/>
          </p:nvSpPr>
          <p:spPr>
            <a:xfrm>
              <a:off x="4227450" y="3788293"/>
              <a:ext cx="622850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b="1" i="1" dirty="0">
                  <a:solidFill>
                    <a:srgbClr val="00B0F0"/>
                  </a:solidFill>
                  <a:latin typeface="NimbusRomDOT-Reg"/>
                </a:rPr>
                <a:t>K</a:t>
              </a:r>
              <a:r>
                <a:rPr lang="en-US" altLang="zh-CN" b="1" i="1" baseline="-25000" dirty="0">
                  <a:solidFill>
                    <a:srgbClr val="00B0F0"/>
                  </a:solidFill>
                  <a:latin typeface="NimbusRomDOT-Reg"/>
                </a:rPr>
                <a:t>1</a:t>
              </a:r>
              <a:endParaRPr lang="zh-CN" altLang="en-US" b="1" i="1" baseline="-25000" dirty="0">
                <a:solidFill>
                  <a:srgbClr val="00B0F0"/>
                </a:solidFill>
                <a:latin typeface="NimbusRomDOT-Reg"/>
              </a:endParaRPr>
            </a:p>
          </p:txBody>
        </p:sp>
        <p:sp>
          <p:nvSpPr>
            <p:cNvPr id="33" name="矩形 32">
              <a:extLst>
                <a:ext uri="{FF2B5EF4-FFF2-40B4-BE49-F238E27FC236}">
                  <a16:creationId xmlns:a16="http://schemas.microsoft.com/office/drawing/2014/main" id="{BC67FFD0-0C79-4D8B-B0D3-DA47956FD967}"/>
                </a:ext>
              </a:extLst>
            </p:cNvPr>
            <p:cNvSpPr/>
            <p:nvPr/>
          </p:nvSpPr>
          <p:spPr>
            <a:xfrm>
              <a:off x="6716668" y="3788293"/>
              <a:ext cx="622850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b="1" i="1" baseline="-25000" dirty="0">
                <a:latin typeface="NimbusRomDOT-Reg"/>
              </a:endParaRPr>
            </a:p>
          </p:txBody>
        </p:sp>
      </p:grp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B042A6BE-F0DE-4939-8D2F-583B96E52487}"/>
              </a:ext>
            </a:extLst>
          </p:cNvPr>
          <p:cNvCxnSpPr>
            <a:cxnSpLocks/>
            <a:stCxn id="65" idx="2"/>
            <a:endCxn id="79" idx="0"/>
          </p:cNvCxnSpPr>
          <p:nvPr/>
        </p:nvCxnSpPr>
        <p:spPr>
          <a:xfrm>
            <a:off x="6577684" y="2075504"/>
            <a:ext cx="2755691" cy="598739"/>
          </a:xfrm>
          <a:prstGeom prst="straightConnector1">
            <a:avLst/>
          </a:prstGeom>
          <a:ln w="25400">
            <a:solidFill>
              <a:schemeClr val="tx1"/>
            </a:solidFill>
            <a:headEnd type="oval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3B96E2A9-7507-4D88-B5AC-C5E4F9830BEC}"/>
              </a:ext>
            </a:extLst>
          </p:cNvPr>
          <p:cNvCxnSpPr>
            <a:cxnSpLocks/>
            <a:stCxn id="68" idx="2"/>
            <a:endCxn id="29" idx="0"/>
          </p:cNvCxnSpPr>
          <p:nvPr/>
        </p:nvCxnSpPr>
        <p:spPr>
          <a:xfrm flipH="1">
            <a:off x="2999293" y="2075504"/>
            <a:ext cx="2521227" cy="598743"/>
          </a:xfrm>
          <a:prstGeom prst="straightConnector1">
            <a:avLst/>
          </a:prstGeom>
          <a:ln w="25400">
            <a:solidFill>
              <a:schemeClr val="tx1"/>
            </a:solidFill>
            <a:headEnd type="oval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矩形 53">
            <a:extLst>
              <a:ext uri="{FF2B5EF4-FFF2-40B4-BE49-F238E27FC236}">
                <a16:creationId xmlns:a16="http://schemas.microsoft.com/office/drawing/2014/main" id="{437CAB6E-2BA4-4223-8F5B-FAFFEA17B391}"/>
              </a:ext>
            </a:extLst>
          </p:cNvPr>
          <p:cNvSpPr/>
          <p:nvPr/>
        </p:nvSpPr>
        <p:spPr>
          <a:xfrm>
            <a:off x="2805971" y="3198167"/>
            <a:ext cx="38664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i="1" dirty="0">
                <a:solidFill>
                  <a:srgbClr val="FF0000"/>
                </a:solidFill>
                <a:latin typeface="NimbusRomDOT-Reg"/>
                <a:cs typeface="Arial" panose="020B0604020202020204" pitchFamily="34" charset="0"/>
              </a:rPr>
              <a:t>N</a:t>
            </a:r>
            <a:endParaRPr lang="zh-CN" altLang="en-US" sz="2400" dirty="0"/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88052872-D607-452E-B43C-AFE234757C04}"/>
              </a:ext>
            </a:extLst>
          </p:cNvPr>
          <p:cNvGrpSpPr/>
          <p:nvPr/>
        </p:nvGrpSpPr>
        <p:grpSpPr>
          <a:xfrm>
            <a:off x="454808" y="1098758"/>
            <a:ext cx="6096000" cy="369332"/>
            <a:chOff x="2424913" y="265721"/>
            <a:chExt cx="6096000" cy="369332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309913B2-19B3-4BE6-89BD-0848BF19F858}"/>
                </a:ext>
              </a:extLst>
            </p:cNvPr>
            <p:cNvSpPr/>
            <p:nvPr/>
          </p:nvSpPr>
          <p:spPr>
            <a:xfrm>
              <a:off x="2424913" y="265721"/>
              <a:ext cx="6096000" cy="369332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marL="285750" lvl="1" indent="-285750">
                <a:lnSpc>
                  <a:spcPct val="100000"/>
                </a:lnSpc>
                <a:spcBef>
                  <a:spcPts val="1800"/>
                </a:spcBef>
                <a:buFont typeface="Wingdings" panose="05000000000000000000" pitchFamily="2" charset="2"/>
                <a:buChar char="l"/>
              </a:pPr>
              <a:r>
                <a:rPr lang="en-US" altLang="en-US" dirty="0">
                  <a:latin typeface="Arial" panose="020B0604020202020204" pitchFamily="34" charset="0"/>
                  <a:cs typeface="Arial" panose="020B0604020202020204" pitchFamily="34" charset="0"/>
                </a:rPr>
                <a:t>Each internal node has                children.</a:t>
              </a:r>
            </a:p>
          </p:txBody>
        </p:sp>
        <p:pic>
          <p:nvPicPr>
            <p:cNvPr id="56" name="Picture 4" descr="http://www.sciweavers.org/upload/Tex2Img_1618646854/eqn.png">
              <a:extLst>
                <a:ext uri="{FF2B5EF4-FFF2-40B4-BE49-F238E27FC236}">
                  <a16:creationId xmlns:a16="http://schemas.microsoft.com/office/drawing/2014/main" id="{24DEBB78-913B-4D19-ADA2-3403F0B1F21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18887" y="265721"/>
              <a:ext cx="1027872" cy="36869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70" name="组合 69">
            <a:extLst>
              <a:ext uri="{FF2B5EF4-FFF2-40B4-BE49-F238E27FC236}">
                <a16:creationId xmlns:a16="http://schemas.microsoft.com/office/drawing/2014/main" id="{5F830678-943A-499C-BFAF-BC06759750F9}"/>
              </a:ext>
            </a:extLst>
          </p:cNvPr>
          <p:cNvGrpSpPr/>
          <p:nvPr/>
        </p:nvGrpSpPr>
        <p:grpSpPr>
          <a:xfrm>
            <a:off x="7153400" y="2674243"/>
            <a:ext cx="4359950" cy="470452"/>
            <a:chOff x="3604600" y="3788293"/>
            <a:chExt cx="4359950" cy="470452"/>
          </a:xfrm>
        </p:grpSpPr>
        <p:sp>
          <p:nvSpPr>
            <p:cNvPr id="71" name="矩形 70">
              <a:extLst>
                <a:ext uri="{FF2B5EF4-FFF2-40B4-BE49-F238E27FC236}">
                  <a16:creationId xmlns:a16="http://schemas.microsoft.com/office/drawing/2014/main" id="{DF22C36B-5B53-4137-9875-3FD0C727C82B}"/>
                </a:ext>
              </a:extLst>
            </p:cNvPr>
            <p:cNvSpPr/>
            <p:nvPr/>
          </p:nvSpPr>
          <p:spPr>
            <a:xfrm>
              <a:off x="7341700" y="3788293"/>
              <a:ext cx="622850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lvl="0" algn="ctr"/>
              <a:endParaRPr lang="zh-CN" altLang="en-US" b="1" i="1" baseline="-25000" dirty="0">
                <a:solidFill>
                  <a:prstClr val="black"/>
                </a:solidFill>
                <a:latin typeface="NimbusRomDOT-Reg"/>
              </a:endParaRPr>
            </a:p>
          </p:txBody>
        </p:sp>
        <p:sp>
          <p:nvSpPr>
            <p:cNvPr id="72" name="矩形 71">
              <a:extLst>
                <a:ext uri="{FF2B5EF4-FFF2-40B4-BE49-F238E27FC236}">
                  <a16:creationId xmlns:a16="http://schemas.microsoft.com/office/drawing/2014/main" id="{9EEFE5F5-FA7E-4A53-A368-0CCB452D3137}"/>
                </a:ext>
              </a:extLst>
            </p:cNvPr>
            <p:cNvSpPr/>
            <p:nvPr/>
          </p:nvSpPr>
          <p:spPr>
            <a:xfrm>
              <a:off x="6096000" y="3788293"/>
              <a:ext cx="622850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b="1" i="1" baseline="-25000" dirty="0">
                <a:latin typeface="NimbusRomDOT-Reg"/>
              </a:endParaRPr>
            </a:p>
          </p:txBody>
        </p:sp>
        <p:sp>
          <p:nvSpPr>
            <p:cNvPr id="79" name="矩形 78">
              <a:extLst>
                <a:ext uri="{FF2B5EF4-FFF2-40B4-BE49-F238E27FC236}">
                  <a16:creationId xmlns:a16="http://schemas.microsoft.com/office/drawing/2014/main" id="{6C769D96-4917-429F-8F0D-CA7F38CF931E}"/>
                </a:ext>
              </a:extLst>
            </p:cNvPr>
            <p:cNvSpPr/>
            <p:nvPr/>
          </p:nvSpPr>
          <p:spPr>
            <a:xfrm>
              <a:off x="5473150" y="3788293"/>
              <a:ext cx="622850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b="1" i="1" dirty="0">
                <a:latin typeface="NimbusRomDOT-Reg"/>
              </a:endParaRPr>
            </a:p>
          </p:txBody>
        </p:sp>
        <p:sp>
          <p:nvSpPr>
            <p:cNvPr id="80" name="矩形 79">
              <a:extLst>
                <a:ext uri="{FF2B5EF4-FFF2-40B4-BE49-F238E27FC236}">
                  <a16:creationId xmlns:a16="http://schemas.microsoft.com/office/drawing/2014/main" id="{5BAD9BC2-AA3A-4AD5-990F-F59016C221C9}"/>
                </a:ext>
              </a:extLst>
            </p:cNvPr>
            <p:cNvSpPr/>
            <p:nvPr/>
          </p:nvSpPr>
          <p:spPr>
            <a:xfrm>
              <a:off x="3604600" y="3788293"/>
              <a:ext cx="622850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b="1" i="1" dirty="0">
                  <a:solidFill>
                    <a:srgbClr val="00B050"/>
                  </a:solidFill>
                  <a:latin typeface="NimbusRomDOT-Reg"/>
                </a:rPr>
                <a:t>P</a:t>
              </a:r>
              <a:r>
                <a:rPr lang="en-US" altLang="zh-CN" b="1" i="1" baseline="-25000" dirty="0">
                  <a:solidFill>
                    <a:srgbClr val="00B050"/>
                  </a:solidFill>
                  <a:latin typeface="NimbusRomDOT-Reg"/>
                </a:rPr>
                <a:t>1</a:t>
              </a:r>
              <a:endParaRPr lang="zh-CN" altLang="en-US" b="1" i="1" baseline="-25000" dirty="0">
                <a:solidFill>
                  <a:srgbClr val="00B050"/>
                </a:solidFill>
                <a:latin typeface="NimbusRomDOT-Reg"/>
              </a:endParaRPr>
            </a:p>
          </p:txBody>
        </p:sp>
        <p:sp>
          <p:nvSpPr>
            <p:cNvPr id="82" name="矩形 81">
              <a:extLst>
                <a:ext uri="{FF2B5EF4-FFF2-40B4-BE49-F238E27FC236}">
                  <a16:creationId xmlns:a16="http://schemas.microsoft.com/office/drawing/2014/main" id="{81D27FC0-C383-4C71-8D67-092C277CAA89}"/>
                </a:ext>
              </a:extLst>
            </p:cNvPr>
            <p:cNvSpPr/>
            <p:nvPr/>
          </p:nvSpPr>
          <p:spPr>
            <a:xfrm>
              <a:off x="4850300" y="3788293"/>
              <a:ext cx="622850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b="1" i="1" dirty="0">
                  <a:latin typeface="NimbusRomDOT-Reg"/>
                </a:rPr>
                <a:t>…</a:t>
              </a:r>
              <a:endParaRPr lang="zh-CN" altLang="en-US" b="1" i="1" dirty="0">
                <a:latin typeface="NimbusRomDOT-Reg"/>
              </a:endParaRPr>
            </a:p>
          </p:txBody>
        </p:sp>
        <p:sp>
          <p:nvSpPr>
            <p:cNvPr id="86" name="矩形 85">
              <a:extLst>
                <a:ext uri="{FF2B5EF4-FFF2-40B4-BE49-F238E27FC236}">
                  <a16:creationId xmlns:a16="http://schemas.microsoft.com/office/drawing/2014/main" id="{632AA107-37D0-44E8-8AE5-06B6B1F1C071}"/>
                </a:ext>
              </a:extLst>
            </p:cNvPr>
            <p:cNvSpPr/>
            <p:nvPr/>
          </p:nvSpPr>
          <p:spPr>
            <a:xfrm>
              <a:off x="4227450" y="3788293"/>
              <a:ext cx="622850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b="1" i="1" dirty="0">
                  <a:solidFill>
                    <a:srgbClr val="00B050"/>
                  </a:solidFill>
                  <a:latin typeface="NimbusRomDOT-Reg"/>
                </a:rPr>
                <a:t>K</a:t>
              </a:r>
              <a:r>
                <a:rPr lang="en-US" altLang="zh-CN" b="1" i="1" baseline="-25000" dirty="0">
                  <a:solidFill>
                    <a:srgbClr val="00B050"/>
                  </a:solidFill>
                  <a:latin typeface="NimbusRomDOT-Reg"/>
                </a:rPr>
                <a:t>1</a:t>
              </a:r>
              <a:endParaRPr lang="zh-CN" altLang="en-US" b="1" i="1" baseline="-25000" dirty="0">
                <a:solidFill>
                  <a:srgbClr val="00B050"/>
                </a:solidFill>
                <a:latin typeface="NimbusRomDOT-Reg"/>
              </a:endParaRPr>
            </a:p>
          </p:txBody>
        </p:sp>
        <p:sp>
          <p:nvSpPr>
            <p:cNvPr id="88" name="矩形 87">
              <a:extLst>
                <a:ext uri="{FF2B5EF4-FFF2-40B4-BE49-F238E27FC236}">
                  <a16:creationId xmlns:a16="http://schemas.microsoft.com/office/drawing/2014/main" id="{25D9757B-3B81-400B-A029-7A80F2A4DF89}"/>
                </a:ext>
              </a:extLst>
            </p:cNvPr>
            <p:cNvSpPr/>
            <p:nvPr/>
          </p:nvSpPr>
          <p:spPr>
            <a:xfrm>
              <a:off x="6716668" y="3788293"/>
              <a:ext cx="622850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b="1" i="1" baseline="-25000" dirty="0">
                <a:latin typeface="NimbusRomDOT-Reg"/>
              </a:endParaRPr>
            </a:p>
          </p:txBody>
        </p:sp>
      </p:grpSp>
      <p:sp>
        <p:nvSpPr>
          <p:cNvPr id="91" name="矩形 90">
            <a:extLst>
              <a:ext uri="{FF2B5EF4-FFF2-40B4-BE49-F238E27FC236}">
                <a16:creationId xmlns:a16="http://schemas.microsoft.com/office/drawing/2014/main" id="{8929DE81-3A31-46CF-9BB5-027D4AB41E69}"/>
              </a:ext>
            </a:extLst>
          </p:cNvPr>
          <p:cNvSpPr/>
          <p:nvPr/>
        </p:nvSpPr>
        <p:spPr>
          <a:xfrm>
            <a:off x="9199970" y="3180270"/>
            <a:ext cx="46679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i="1" dirty="0">
                <a:solidFill>
                  <a:srgbClr val="FF0000"/>
                </a:solidFill>
                <a:latin typeface="NimbusRomDOT-Reg"/>
                <a:cs typeface="Arial" panose="020B0604020202020204" pitchFamily="34" charset="0"/>
              </a:rPr>
              <a:t>N’</a:t>
            </a:r>
            <a:endParaRPr lang="zh-CN" altLang="en-US" sz="2400" dirty="0"/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0E6239B2-864C-4C1B-AEB0-936FC827CB7E}"/>
              </a:ext>
            </a:extLst>
          </p:cNvPr>
          <p:cNvGrpSpPr/>
          <p:nvPr/>
        </p:nvGrpSpPr>
        <p:grpSpPr>
          <a:xfrm>
            <a:off x="983793" y="2069552"/>
            <a:ext cx="1447242" cy="409809"/>
            <a:chOff x="6456927" y="4738926"/>
            <a:chExt cx="1447242" cy="409809"/>
          </a:xfrm>
        </p:grpSpPr>
        <p:pic>
          <p:nvPicPr>
            <p:cNvPr id="92" name="Picture 4" descr="http://www.sciweavers.org/upload/Tex2Img_1618646854/eqn.png">
              <a:extLst>
                <a:ext uri="{FF2B5EF4-FFF2-40B4-BE49-F238E27FC236}">
                  <a16:creationId xmlns:a16="http://schemas.microsoft.com/office/drawing/2014/main" id="{AD586677-B52E-404C-8C60-ACA13A85C7C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628" r="43146"/>
            <a:stretch/>
          </p:blipFill>
          <p:spPr bwMode="auto">
            <a:xfrm>
              <a:off x="7433169" y="4738926"/>
              <a:ext cx="471000" cy="40980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B9BC818B-8F1C-4BE5-B9D8-202291DE25A5}"/>
                </a:ext>
              </a:extLst>
            </p:cNvPr>
            <p:cNvSpPr txBox="1"/>
            <p:nvPr/>
          </p:nvSpPr>
          <p:spPr>
            <a:xfrm>
              <a:off x="6456927" y="4758117"/>
              <a:ext cx="102463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 i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# of N</a:t>
              </a:r>
              <a:r>
                <a:rPr lang="en-US" altLang="zh-CN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altLang="zh-CN" b="1" dirty="0">
                  <a:latin typeface="Arial" panose="020B0604020202020204" pitchFamily="34" charset="0"/>
                  <a:cs typeface="Arial" panose="020B0604020202020204" pitchFamily="34" charset="0"/>
                </a:rPr>
                <a:t>&lt;</a:t>
              </a:r>
              <a:endParaRPr lang="zh-CN" altLang="en-US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95" name="文本框 94">
            <a:extLst>
              <a:ext uri="{FF2B5EF4-FFF2-40B4-BE49-F238E27FC236}">
                <a16:creationId xmlns:a16="http://schemas.microsoft.com/office/drawing/2014/main" id="{9EE2F2A4-E6F2-4F70-93D5-EBACECAA977C}"/>
              </a:ext>
            </a:extLst>
          </p:cNvPr>
          <p:cNvSpPr txBox="1"/>
          <p:nvPr/>
        </p:nvSpPr>
        <p:spPr>
          <a:xfrm>
            <a:off x="9482170" y="2208680"/>
            <a:ext cx="21894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# of N </a:t>
            </a:r>
            <a:r>
              <a:rPr lang="en-US" altLang="zh-CN" b="1" i="1" dirty="0"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  <a:r>
              <a:rPr lang="en-US" altLang="zh-CN" b="1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# of N’ </a:t>
            </a:r>
            <a:r>
              <a:rPr lang="en-US" altLang="zh-CN" b="1" i="1" dirty="0">
                <a:latin typeface="Arial" panose="020B0604020202020204" pitchFamily="34" charset="0"/>
                <a:cs typeface="Arial" panose="020B0604020202020204" pitchFamily="34" charset="0"/>
              </a:rPr>
              <a:t>&gt;</a:t>
            </a:r>
            <a:r>
              <a:rPr lang="en-US" altLang="zh-CN" b="1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n</a:t>
            </a:r>
            <a:endParaRPr lang="zh-CN" altLang="en-US" b="1" i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6" name="箭头: 下 95">
            <a:extLst>
              <a:ext uri="{FF2B5EF4-FFF2-40B4-BE49-F238E27FC236}">
                <a16:creationId xmlns:a16="http://schemas.microsoft.com/office/drawing/2014/main" id="{C31A8F03-C019-48D9-805A-1AA39C62BA3F}"/>
              </a:ext>
            </a:extLst>
          </p:cNvPr>
          <p:cNvSpPr/>
          <p:nvPr/>
        </p:nvSpPr>
        <p:spPr>
          <a:xfrm>
            <a:off x="5847822" y="3665808"/>
            <a:ext cx="496355" cy="470452"/>
          </a:xfrm>
          <a:prstGeom prst="downArrow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97" name="组合 96">
            <a:extLst>
              <a:ext uri="{FF2B5EF4-FFF2-40B4-BE49-F238E27FC236}">
                <a16:creationId xmlns:a16="http://schemas.microsoft.com/office/drawing/2014/main" id="{BAE26F1C-3902-4913-B448-B8B480E2CBA8}"/>
              </a:ext>
            </a:extLst>
          </p:cNvPr>
          <p:cNvGrpSpPr/>
          <p:nvPr/>
        </p:nvGrpSpPr>
        <p:grpSpPr>
          <a:xfrm>
            <a:off x="4509722" y="4362633"/>
            <a:ext cx="3419746" cy="478544"/>
            <a:chOff x="4434894" y="4609182"/>
            <a:chExt cx="3419746" cy="478544"/>
          </a:xfrm>
        </p:grpSpPr>
        <p:sp>
          <p:nvSpPr>
            <p:cNvPr id="98" name="矩形 97">
              <a:extLst>
                <a:ext uri="{FF2B5EF4-FFF2-40B4-BE49-F238E27FC236}">
                  <a16:creationId xmlns:a16="http://schemas.microsoft.com/office/drawing/2014/main" id="{7C7305BA-701C-47F9-9117-C9F3F4141FB5}"/>
                </a:ext>
              </a:extLst>
            </p:cNvPr>
            <p:cNvSpPr/>
            <p:nvPr/>
          </p:nvSpPr>
          <p:spPr>
            <a:xfrm>
              <a:off x="6409058" y="4615134"/>
              <a:ext cx="528582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b="1" i="1" dirty="0">
                  <a:latin typeface="NimbusRomDOT-Reg"/>
                </a:rPr>
                <a:t>N</a:t>
              </a:r>
              <a:endParaRPr lang="zh-CN" altLang="en-US" b="1" i="1" dirty="0">
                <a:latin typeface="NimbusRomDOT-Reg"/>
              </a:endParaRPr>
            </a:p>
          </p:txBody>
        </p:sp>
        <p:sp>
          <p:nvSpPr>
            <p:cNvPr id="99" name="矩形 98">
              <a:extLst>
                <a:ext uri="{FF2B5EF4-FFF2-40B4-BE49-F238E27FC236}">
                  <a16:creationId xmlns:a16="http://schemas.microsoft.com/office/drawing/2014/main" id="{2F906DB3-058B-4FAA-B76F-558693E370B2}"/>
                </a:ext>
              </a:extLst>
            </p:cNvPr>
            <p:cNvSpPr/>
            <p:nvPr/>
          </p:nvSpPr>
          <p:spPr>
            <a:xfrm>
              <a:off x="6937640" y="4609182"/>
              <a:ext cx="917000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b="1" i="1" dirty="0">
                  <a:latin typeface="NimbusRomDOT-Reg"/>
                </a:rPr>
                <a:t>…</a:t>
              </a:r>
              <a:endParaRPr lang="zh-CN" altLang="en-US" b="1" i="1" dirty="0">
                <a:latin typeface="NimbusRomDOT-Reg"/>
              </a:endParaRPr>
            </a:p>
          </p:txBody>
        </p:sp>
        <p:sp>
          <p:nvSpPr>
            <p:cNvPr id="100" name="矩形 99">
              <a:extLst>
                <a:ext uri="{FF2B5EF4-FFF2-40B4-BE49-F238E27FC236}">
                  <a16:creationId xmlns:a16="http://schemas.microsoft.com/office/drawing/2014/main" id="{A0F0584B-5706-4399-85CF-94845C136DFF}"/>
                </a:ext>
              </a:extLst>
            </p:cNvPr>
            <p:cNvSpPr/>
            <p:nvPr/>
          </p:nvSpPr>
          <p:spPr>
            <a:xfrm>
              <a:off x="4434894" y="4612994"/>
              <a:ext cx="917000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b="1" i="1" dirty="0">
                  <a:latin typeface="NimbusRomDOT-Reg"/>
                </a:rPr>
                <a:t>…</a:t>
              </a:r>
              <a:endParaRPr lang="zh-CN" altLang="en-US" b="1" i="1" dirty="0">
                <a:latin typeface="NimbusRomDOT-Reg"/>
              </a:endParaRPr>
            </a:p>
          </p:txBody>
        </p:sp>
        <p:sp>
          <p:nvSpPr>
            <p:cNvPr id="101" name="矩形 100">
              <a:extLst>
                <a:ext uri="{FF2B5EF4-FFF2-40B4-BE49-F238E27FC236}">
                  <a16:creationId xmlns:a16="http://schemas.microsoft.com/office/drawing/2014/main" id="{80F194A4-5191-4637-93E9-8E6814585E53}"/>
                </a:ext>
              </a:extLst>
            </p:cNvPr>
            <p:cNvSpPr/>
            <p:nvPr/>
          </p:nvSpPr>
          <p:spPr>
            <a:xfrm>
              <a:off x="5351894" y="4615134"/>
              <a:ext cx="528582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b="1" i="1" dirty="0">
                  <a:latin typeface="NimbusRomDOT-Reg"/>
                </a:rPr>
                <a:t>N’</a:t>
              </a:r>
              <a:endParaRPr lang="zh-CN" altLang="en-US" b="1" i="1" dirty="0">
                <a:latin typeface="NimbusRomDOT-Reg"/>
              </a:endParaRPr>
            </a:p>
          </p:txBody>
        </p:sp>
        <p:sp>
          <p:nvSpPr>
            <p:cNvPr id="102" name="矩形 101">
              <a:extLst>
                <a:ext uri="{FF2B5EF4-FFF2-40B4-BE49-F238E27FC236}">
                  <a16:creationId xmlns:a16="http://schemas.microsoft.com/office/drawing/2014/main" id="{CC5DB419-869F-45BC-91A4-D47B190ADA49}"/>
                </a:ext>
              </a:extLst>
            </p:cNvPr>
            <p:cNvSpPr/>
            <p:nvPr/>
          </p:nvSpPr>
          <p:spPr>
            <a:xfrm>
              <a:off x="5880476" y="4617274"/>
              <a:ext cx="528582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b="1" i="1" dirty="0">
                  <a:latin typeface="NimbusRomDOT-Reg"/>
                </a:rPr>
                <a:t>K’</a:t>
              </a:r>
              <a:endParaRPr lang="zh-CN" altLang="en-US" b="1" i="1" dirty="0">
                <a:latin typeface="NimbusRomDOT-Reg"/>
              </a:endParaRPr>
            </a:p>
          </p:txBody>
        </p:sp>
      </p:grpSp>
      <p:grpSp>
        <p:nvGrpSpPr>
          <p:cNvPr id="103" name="组合 102">
            <a:extLst>
              <a:ext uri="{FF2B5EF4-FFF2-40B4-BE49-F238E27FC236}">
                <a16:creationId xmlns:a16="http://schemas.microsoft.com/office/drawing/2014/main" id="{FCCDEDD7-2A40-4B91-A4C0-4FC6A6C1D637}"/>
              </a:ext>
            </a:extLst>
          </p:cNvPr>
          <p:cNvGrpSpPr/>
          <p:nvPr/>
        </p:nvGrpSpPr>
        <p:grpSpPr>
          <a:xfrm>
            <a:off x="6841975" y="5495076"/>
            <a:ext cx="4359950" cy="470452"/>
            <a:chOff x="3604600" y="3788293"/>
            <a:chExt cx="4359950" cy="470452"/>
          </a:xfrm>
        </p:grpSpPr>
        <p:sp>
          <p:nvSpPr>
            <p:cNvPr id="104" name="矩形 103">
              <a:extLst>
                <a:ext uri="{FF2B5EF4-FFF2-40B4-BE49-F238E27FC236}">
                  <a16:creationId xmlns:a16="http://schemas.microsoft.com/office/drawing/2014/main" id="{15219C22-7231-4B8B-B14F-622063CED33E}"/>
                </a:ext>
              </a:extLst>
            </p:cNvPr>
            <p:cNvSpPr/>
            <p:nvPr/>
          </p:nvSpPr>
          <p:spPr>
            <a:xfrm>
              <a:off x="7341700" y="3788293"/>
              <a:ext cx="622850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lvl="0" algn="ctr"/>
              <a:endParaRPr lang="zh-CN" altLang="en-US" b="1" i="1" baseline="-25000" dirty="0">
                <a:solidFill>
                  <a:prstClr val="black"/>
                </a:solidFill>
                <a:latin typeface="NimbusRomDOT-Reg"/>
              </a:endParaRPr>
            </a:p>
          </p:txBody>
        </p:sp>
        <p:sp>
          <p:nvSpPr>
            <p:cNvPr id="105" name="矩形 104">
              <a:extLst>
                <a:ext uri="{FF2B5EF4-FFF2-40B4-BE49-F238E27FC236}">
                  <a16:creationId xmlns:a16="http://schemas.microsoft.com/office/drawing/2014/main" id="{92495EDE-37BF-44B2-AB75-DEAE9FFA0D40}"/>
                </a:ext>
              </a:extLst>
            </p:cNvPr>
            <p:cNvSpPr/>
            <p:nvPr/>
          </p:nvSpPr>
          <p:spPr>
            <a:xfrm>
              <a:off x="6096000" y="3788293"/>
              <a:ext cx="622850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lvl="0" algn="ctr"/>
              <a:endParaRPr lang="zh-CN" altLang="en-US" b="1" i="1" baseline="-25000" dirty="0">
                <a:solidFill>
                  <a:srgbClr val="00B0F0"/>
                </a:solidFill>
                <a:latin typeface="NimbusRomDOT-Reg"/>
              </a:endParaRPr>
            </a:p>
          </p:txBody>
        </p:sp>
        <p:sp>
          <p:nvSpPr>
            <p:cNvPr id="106" name="矩形 105">
              <a:extLst>
                <a:ext uri="{FF2B5EF4-FFF2-40B4-BE49-F238E27FC236}">
                  <a16:creationId xmlns:a16="http://schemas.microsoft.com/office/drawing/2014/main" id="{706888D0-6950-40A2-B01A-10A3BEACFCF9}"/>
                </a:ext>
              </a:extLst>
            </p:cNvPr>
            <p:cNvSpPr/>
            <p:nvPr/>
          </p:nvSpPr>
          <p:spPr>
            <a:xfrm>
              <a:off x="5473150" y="3788293"/>
              <a:ext cx="622850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b="1" i="1" dirty="0">
                <a:latin typeface="NimbusRomDOT-Reg"/>
              </a:endParaRPr>
            </a:p>
          </p:txBody>
        </p:sp>
        <p:sp>
          <p:nvSpPr>
            <p:cNvPr id="107" name="矩形 106">
              <a:extLst>
                <a:ext uri="{FF2B5EF4-FFF2-40B4-BE49-F238E27FC236}">
                  <a16:creationId xmlns:a16="http://schemas.microsoft.com/office/drawing/2014/main" id="{7FDB873E-EC64-40E9-8CFF-49D1C428FB8D}"/>
                </a:ext>
              </a:extLst>
            </p:cNvPr>
            <p:cNvSpPr/>
            <p:nvPr/>
          </p:nvSpPr>
          <p:spPr>
            <a:xfrm>
              <a:off x="3604600" y="3788293"/>
              <a:ext cx="622850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b="1" i="1" dirty="0">
                  <a:solidFill>
                    <a:srgbClr val="00B050"/>
                  </a:solidFill>
                  <a:latin typeface="NimbusRomDOT-Reg"/>
                </a:rPr>
                <a:t>P</a:t>
              </a:r>
              <a:r>
                <a:rPr lang="en-US" altLang="zh-CN" b="1" i="1" baseline="-25000" dirty="0">
                  <a:solidFill>
                    <a:srgbClr val="00B050"/>
                  </a:solidFill>
                  <a:latin typeface="NimbusRomDOT-Reg"/>
                </a:rPr>
                <a:t>2</a:t>
              </a:r>
              <a:endParaRPr lang="zh-CN" altLang="en-US" b="1" i="1" baseline="-25000" dirty="0">
                <a:latin typeface="NimbusRomDOT-Reg"/>
              </a:endParaRPr>
            </a:p>
          </p:txBody>
        </p:sp>
        <p:sp>
          <p:nvSpPr>
            <p:cNvPr id="108" name="矩形 107">
              <a:extLst>
                <a:ext uri="{FF2B5EF4-FFF2-40B4-BE49-F238E27FC236}">
                  <a16:creationId xmlns:a16="http://schemas.microsoft.com/office/drawing/2014/main" id="{BC0D25DC-D313-47B3-828A-7CADD1C9C1AF}"/>
                </a:ext>
              </a:extLst>
            </p:cNvPr>
            <p:cNvSpPr/>
            <p:nvPr/>
          </p:nvSpPr>
          <p:spPr>
            <a:xfrm>
              <a:off x="4850300" y="3788293"/>
              <a:ext cx="622850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b="1" i="1" dirty="0">
                  <a:latin typeface="NimbusRomDOT-Reg"/>
                </a:rPr>
                <a:t>…</a:t>
              </a:r>
              <a:endParaRPr lang="zh-CN" altLang="en-US" b="1" i="1" baseline="-25000" dirty="0">
                <a:solidFill>
                  <a:srgbClr val="00B0F0"/>
                </a:solidFill>
                <a:latin typeface="NimbusRomDOT-Reg"/>
              </a:endParaRPr>
            </a:p>
          </p:txBody>
        </p:sp>
        <p:sp>
          <p:nvSpPr>
            <p:cNvPr id="109" name="矩形 108">
              <a:extLst>
                <a:ext uri="{FF2B5EF4-FFF2-40B4-BE49-F238E27FC236}">
                  <a16:creationId xmlns:a16="http://schemas.microsoft.com/office/drawing/2014/main" id="{F153F590-A690-41DD-AD23-426823066C6D}"/>
                </a:ext>
              </a:extLst>
            </p:cNvPr>
            <p:cNvSpPr/>
            <p:nvPr/>
          </p:nvSpPr>
          <p:spPr>
            <a:xfrm>
              <a:off x="4227450" y="3788293"/>
              <a:ext cx="622850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b="1" i="1" dirty="0">
                  <a:solidFill>
                    <a:srgbClr val="00B050"/>
                  </a:solidFill>
                  <a:latin typeface="NimbusRomDOT-Reg"/>
                </a:rPr>
                <a:t>K</a:t>
              </a:r>
              <a:r>
                <a:rPr lang="en-US" altLang="zh-CN" b="1" i="1" baseline="-25000" dirty="0">
                  <a:solidFill>
                    <a:srgbClr val="00B050"/>
                  </a:solidFill>
                  <a:latin typeface="NimbusRomDOT-Reg"/>
                </a:rPr>
                <a:t>2</a:t>
              </a:r>
              <a:endParaRPr lang="zh-CN" altLang="en-US" b="1" i="1" baseline="-25000" dirty="0">
                <a:solidFill>
                  <a:srgbClr val="00B050"/>
                </a:solidFill>
                <a:latin typeface="NimbusRomDOT-Reg"/>
              </a:endParaRPr>
            </a:p>
          </p:txBody>
        </p:sp>
        <p:sp>
          <p:nvSpPr>
            <p:cNvPr id="110" name="矩形 109">
              <a:extLst>
                <a:ext uri="{FF2B5EF4-FFF2-40B4-BE49-F238E27FC236}">
                  <a16:creationId xmlns:a16="http://schemas.microsoft.com/office/drawing/2014/main" id="{5ABC1623-1A9E-4B60-AE68-16D57919B32A}"/>
                </a:ext>
              </a:extLst>
            </p:cNvPr>
            <p:cNvSpPr/>
            <p:nvPr/>
          </p:nvSpPr>
          <p:spPr>
            <a:xfrm>
              <a:off x="6716668" y="3788293"/>
              <a:ext cx="622850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b="1" i="1" baseline="-25000" dirty="0">
                <a:latin typeface="NimbusRomDOT-Reg"/>
              </a:endParaRPr>
            </a:p>
          </p:txBody>
        </p:sp>
      </p:grpSp>
      <p:grpSp>
        <p:nvGrpSpPr>
          <p:cNvPr id="113" name="组合 112">
            <a:extLst>
              <a:ext uri="{FF2B5EF4-FFF2-40B4-BE49-F238E27FC236}">
                <a16:creationId xmlns:a16="http://schemas.microsoft.com/office/drawing/2014/main" id="{F3DF86EF-44E9-44BA-91D3-F480AF0BB17D}"/>
              </a:ext>
            </a:extLst>
          </p:cNvPr>
          <p:cNvGrpSpPr/>
          <p:nvPr/>
        </p:nvGrpSpPr>
        <p:grpSpPr>
          <a:xfrm>
            <a:off x="1406281" y="5523841"/>
            <a:ext cx="4359950" cy="470452"/>
            <a:chOff x="3604600" y="3788293"/>
            <a:chExt cx="4359950" cy="470452"/>
          </a:xfrm>
        </p:grpSpPr>
        <p:sp>
          <p:nvSpPr>
            <p:cNvPr id="114" name="矩形 113">
              <a:extLst>
                <a:ext uri="{FF2B5EF4-FFF2-40B4-BE49-F238E27FC236}">
                  <a16:creationId xmlns:a16="http://schemas.microsoft.com/office/drawing/2014/main" id="{58E770B9-6E26-4750-BB45-8D96F593554B}"/>
                </a:ext>
              </a:extLst>
            </p:cNvPr>
            <p:cNvSpPr/>
            <p:nvPr/>
          </p:nvSpPr>
          <p:spPr>
            <a:xfrm>
              <a:off x="7341700" y="3788293"/>
              <a:ext cx="622850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lvl="0" algn="ctr"/>
              <a:endParaRPr lang="zh-CN" altLang="en-US" b="1" i="1" baseline="-25000" dirty="0">
                <a:solidFill>
                  <a:srgbClr val="00B0F0"/>
                </a:solidFill>
                <a:latin typeface="NimbusRomDOT-Reg"/>
              </a:endParaRPr>
            </a:p>
          </p:txBody>
        </p:sp>
        <p:sp>
          <p:nvSpPr>
            <p:cNvPr id="115" name="矩形 114">
              <a:extLst>
                <a:ext uri="{FF2B5EF4-FFF2-40B4-BE49-F238E27FC236}">
                  <a16:creationId xmlns:a16="http://schemas.microsoft.com/office/drawing/2014/main" id="{AEA4C985-A116-4FC3-816B-769F0D031095}"/>
                </a:ext>
              </a:extLst>
            </p:cNvPr>
            <p:cNvSpPr/>
            <p:nvPr/>
          </p:nvSpPr>
          <p:spPr>
            <a:xfrm>
              <a:off x="6096000" y="3788293"/>
              <a:ext cx="622850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b="1" i="1" dirty="0">
                  <a:latin typeface="NimbusRomDOT-Reg"/>
                </a:rPr>
                <a:t>K’</a:t>
              </a:r>
              <a:endParaRPr lang="zh-CN" altLang="en-US" b="1" i="1" dirty="0">
                <a:latin typeface="NimbusRomDOT-Reg"/>
              </a:endParaRPr>
            </a:p>
          </p:txBody>
        </p:sp>
        <p:sp>
          <p:nvSpPr>
            <p:cNvPr id="116" name="矩形 115">
              <a:extLst>
                <a:ext uri="{FF2B5EF4-FFF2-40B4-BE49-F238E27FC236}">
                  <a16:creationId xmlns:a16="http://schemas.microsoft.com/office/drawing/2014/main" id="{85087159-D46F-4494-8489-8CEBFB770435}"/>
                </a:ext>
              </a:extLst>
            </p:cNvPr>
            <p:cNvSpPr/>
            <p:nvPr/>
          </p:nvSpPr>
          <p:spPr>
            <a:xfrm>
              <a:off x="5473150" y="3788293"/>
              <a:ext cx="622850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lvl="0" algn="ctr"/>
              <a:r>
                <a:rPr lang="en-US" altLang="zh-CN" b="1" i="1" dirty="0">
                  <a:solidFill>
                    <a:srgbClr val="00B0F0"/>
                  </a:solidFill>
                  <a:latin typeface="NimbusRomDOT-Reg"/>
                  <a:cs typeface="Arial" panose="020B0604020202020204" pitchFamily="34" charset="0"/>
                </a:rPr>
                <a:t>P</a:t>
              </a:r>
              <a:r>
                <a:rPr lang="en-US" altLang="zh-CN" sz="1200" b="1" baseline="-25000" dirty="0">
                  <a:solidFill>
                    <a:srgbClr val="00B0F0"/>
                  </a:solidFill>
                  <a:latin typeface="NimbusRomDOT-Reg"/>
                  <a:cs typeface="Arial" panose="020B0604020202020204" pitchFamily="34" charset="0"/>
                </a:rPr>
                <a:t>⌈</a:t>
              </a:r>
              <a:r>
                <a:rPr lang="en-US" altLang="zh-CN" sz="1200" b="1" i="1" baseline="-25000" dirty="0">
                  <a:solidFill>
                    <a:srgbClr val="00B0F0"/>
                  </a:solidFill>
                  <a:latin typeface="NimbusRomDOT-Reg"/>
                  <a:cs typeface="Arial" panose="020B0604020202020204" pitchFamily="34" charset="0"/>
                </a:rPr>
                <a:t>n</a:t>
              </a:r>
              <a:r>
                <a:rPr lang="en-US" altLang="zh-CN" sz="1200" b="1" baseline="-25000" dirty="0">
                  <a:solidFill>
                    <a:srgbClr val="00B0F0"/>
                  </a:solidFill>
                  <a:latin typeface="NimbusRomDOT-Reg"/>
                  <a:cs typeface="Arial" panose="020B0604020202020204" pitchFamily="34" charset="0"/>
                </a:rPr>
                <a:t>∕2⌉-1</a:t>
              </a:r>
              <a:endParaRPr lang="zh-CN" altLang="en-US" b="1" i="1" baseline="-25000" dirty="0">
                <a:solidFill>
                  <a:srgbClr val="00B0F0"/>
                </a:solidFill>
                <a:latin typeface="NimbusRomDOT-Reg"/>
              </a:endParaRPr>
            </a:p>
          </p:txBody>
        </p:sp>
        <p:sp>
          <p:nvSpPr>
            <p:cNvPr id="117" name="矩形 116">
              <a:extLst>
                <a:ext uri="{FF2B5EF4-FFF2-40B4-BE49-F238E27FC236}">
                  <a16:creationId xmlns:a16="http://schemas.microsoft.com/office/drawing/2014/main" id="{C71F6E96-40AD-4BA7-A601-50828E88E24F}"/>
                </a:ext>
              </a:extLst>
            </p:cNvPr>
            <p:cNvSpPr/>
            <p:nvPr/>
          </p:nvSpPr>
          <p:spPr>
            <a:xfrm>
              <a:off x="3604600" y="3788293"/>
              <a:ext cx="622850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b="1" i="1" dirty="0">
                  <a:solidFill>
                    <a:srgbClr val="00B0F0"/>
                  </a:solidFill>
                  <a:latin typeface="NimbusRomDOT-Reg"/>
                </a:rPr>
                <a:t>P</a:t>
              </a:r>
              <a:r>
                <a:rPr lang="en-US" altLang="zh-CN" b="1" i="1" baseline="-25000" dirty="0">
                  <a:solidFill>
                    <a:srgbClr val="00B0F0"/>
                  </a:solidFill>
                  <a:latin typeface="NimbusRomDOT-Reg"/>
                </a:rPr>
                <a:t>1</a:t>
              </a:r>
              <a:endParaRPr lang="zh-CN" altLang="en-US" b="1" i="1" baseline="-25000" dirty="0">
                <a:solidFill>
                  <a:srgbClr val="00B0F0"/>
                </a:solidFill>
                <a:latin typeface="NimbusRomDOT-Reg"/>
              </a:endParaRPr>
            </a:p>
          </p:txBody>
        </p:sp>
        <p:sp>
          <p:nvSpPr>
            <p:cNvPr id="118" name="矩形 117">
              <a:extLst>
                <a:ext uri="{FF2B5EF4-FFF2-40B4-BE49-F238E27FC236}">
                  <a16:creationId xmlns:a16="http://schemas.microsoft.com/office/drawing/2014/main" id="{BBC1D8AC-A636-457D-9288-772B6A2B8199}"/>
                </a:ext>
              </a:extLst>
            </p:cNvPr>
            <p:cNvSpPr/>
            <p:nvPr/>
          </p:nvSpPr>
          <p:spPr>
            <a:xfrm>
              <a:off x="4850300" y="3788293"/>
              <a:ext cx="622850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b="1" i="1" dirty="0">
                  <a:latin typeface="NimbusRomDOT-Reg"/>
                </a:rPr>
                <a:t>…</a:t>
              </a:r>
              <a:endParaRPr lang="zh-CN" altLang="en-US" b="1" i="1" dirty="0">
                <a:latin typeface="NimbusRomDOT-Reg"/>
              </a:endParaRPr>
            </a:p>
          </p:txBody>
        </p:sp>
        <p:sp>
          <p:nvSpPr>
            <p:cNvPr id="119" name="矩形 118">
              <a:extLst>
                <a:ext uri="{FF2B5EF4-FFF2-40B4-BE49-F238E27FC236}">
                  <a16:creationId xmlns:a16="http://schemas.microsoft.com/office/drawing/2014/main" id="{752193FF-2112-4DF5-ACB2-4927A4A77881}"/>
                </a:ext>
              </a:extLst>
            </p:cNvPr>
            <p:cNvSpPr/>
            <p:nvPr/>
          </p:nvSpPr>
          <p:spPr>
            <a:xfrm>
              <a:off x="4227450" y="3788293"/>
              <a:ext cx="622850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b="1" i="1" dirty="0">
                  <a:solidFill>
                    <a:srgbClr val="00B0F0"/>
                  </a:solidFill>
                  <a:latin typeface="NimbusRomDOT-Reg"/>
                </a:rPr>
                <a:t>K</a:t>
              </a:r>
              <a:r>
                <a:rPr lang="en-US" altLang="zh-CN" b="1" i="1" baseline="-25000" dirty="0">
                  <a:solidFill>
                    <a:srgbClr val="00B0F0"/>
                  </a:solidFill>
                  <a:latin typeface="NimbusRomDOT-Reg"/>
                </a:rPr>
                <a:t>1</a:t>
              </a:r>
              <a:endParaRPr lang="zh-CN" altLang="en-US" b="1" i="1" baseline="-25000" dirty="0">
                <a:solidFill>
                  <a:srgbClr val="00B050"/>
                </a:solidFill>
                <a:latin typeface="NimbusRomDOT-Reg"/>
              </a:endParaRPr>
            </a:p>
          </p:txBody>
        </p:sp>
        <p:sp>
          <p:nvSpPr>
            <p:cNvPr id="120" name="矩形 119">
              <a:extLst>
                <a:ext uri="{FF2B5EF4-FFF2-40B4-BE49-F238E27FC236}">
                  <a16:creationId xmlns:a16="http://schemas.microsoft.com/office/drawing/2014/main" id="{BBC83AB8-6BC5-4847-BAD2-0F2A579D1967}"/>
                </a:ext>
              </a:extLst>
            </p:cNvPr>
            <p:cNvSpPr/>
            <p:nvPr/>
          </p:nvSpPr>
          <p:spPr>
            <a:xfrm>
              <a:off x="6716668" y="3788293"/>
              <a:ext cx="622850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b="1" i="1" dirty="0">
                  <a:solidFill>
                    <a:srgbClr val="00B050"/>
                  </a:solidFill>
                  <a:latin typeface="NimbusRomDOT-Reg"/>
                </a:rPr>
                <a:t>P</a:t>
              </a:r>
              <a:r>
                <a:rPr lang="en-US" altLang="zh-CN" b="1" i="1" baseline="-25000" dirty="0">
                  <a:solidFill>
                    <a:srgbClr val="00B050"/>
                  </a:solidFill>
                  <a:latin typeface="NimbusRomDOT-Reg"/>
                </a:rPr>
                <a:t>1</a:t>
              </a:r>
              <a:endParaRPr lang="zh-CN" altLang="en-US" b="1" i="1" baseline="-25000" dirty="0">
                <a:latin typeface="NimbusRomDOT-Reg"/>
              </a:endParaRPr>
            </a:p>
          </p:txBody>
        </p:sp>
      </p:grpSp>
      <p:grpSp>
        <p:nvGrpSpPr>
          <p:cNvPr id="121" name="组合 120">
            <a:extLst>
              <a:ext uri="{FF2B5EF4-FFF2-40B4-BE49-F238E27FC236}">
                <a16:creationId xmlns:a16="http://schemas.microsoft.com/office/drawing/2014/main" id="{866F94A4-DAA5-49D3-A741-B5E723ECA545}"/>
              </a:ext>
            </a:extLst>
          </p:cNvPr>
          <p:cNvGrpSpPr/>
          <p:nvPr/>
        </p:nvGrpSpPr>
        <p:grpSpPr>
          <a:xfrm>
            <a:off x="4504717" y="4369291"/>
            <a:ext cx="3419746" cy="474732"/>
            <a:chOff x="4434894" y="4612994"/>
            <a:chExt cx="3419746" cy="474732"/>
          </a:xfrm>
        </p:grpSpPr>
        <p:sp>
          <p:nvSpPr>
            <p:cNvPr id="122" name="矩形 121">
              <a:extLst>
                <a:ext uri="{FF2B5EF4-FFF2-40B4-BE49-F238E27FC236}">
                  <a16:creationId xmlns:a16="http://schemas.microsoft.com/office/drawing/2014/main" id="{DC476DA3-A6B8-400D-A734-0E780EE28D35}"/>
                </a:ext>
              </a:extLst>
            </p:cNvPr>
            <p:cNvSpPr/>
            <p:nvPr/>
          </p:nvSpPr>
          <p:spPr>
            <a:xfrm>
              <a:off x="6409058" y="4615134"/>
              <a:ext cx="528582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b="1" i="1" dirty="0">
                  <a:latin typeface="NimbusRomDOT-Reg"/>
                </a:rPr>
                <a:t>N</a:t>
              </a:r>
              <a:endParaRPr lang="zh-CN" altLang="en-US" b="1" i="1" dirty="0">
                <a:latin typeface="NimbusRomDOT-Reg"/>
              </a:endParaRPr>
            </a:p>
          </p:txBody>
        </p:sp>
        <p:sp>
          <p:nvSpPr>
            <p:cNvPr id="123" name="矩形 122">
              <a:extLst>
                <a:ext uri="{FF2B5EF4-FFF2-40B4-BE49-F238E27FC236}">
                  <a16:creationId xmlns:a16="http://schemas.microsoft.com/office/drawing/2014/main" id="{967AD089-9EE6-41B2-A71C-5763B718CA2F}"/>
                </a:ext>
              </a:extLst>
            </p:cNvPr>
            <p:cNvSpPr/>
            <p:nvPr/>
          </p:nvSpPr>
          <p:spPr>
            <a:xfrm>
              <a:off x="6937640" y="4617274"/>
              <a:ext cx="917000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b="1" i="1" dirty="0">
                  <a:latin typeface="NimbusRomDOT-Reg"/>
                </a:rPr>
                <a:t>…</a:t>
              </a:r>
              <a:endParaRPr lang="zh-CN" altLang="en-US" b="1" i="1" dirty="0">
                <a:latin typeface="NimbusRomDOT-Reg"/>
              </a:endParaRPr>
            </a:p>
          </p:txBody>
        </p:sp>
        <p:sp>
          <p:nvSpPr>
            <p:cNvPr id="124" name="矩形 123">
              <a:extLst>
                <a:ext uri="{FF2B5EF4-FFF2-40B4-BE49-F238E27FC236}">
                  <a16:creationId xmlns:a16="http://schemas.microsoft.com/office/drawing/2014/main" id="{8B07B316-CC3D-4906-A1F3-0D034751E75B}"/>
                </a:ext>
              </a:extLst>
            </p:cNvPr>
            <p:cNvSpPr/>
            <p:nvPr/>
          </p:nvSpPr>
          <p:spPr>
            <a:xfrm>
              <a:off x="4434894" y="4612994"/>
              <a:ext cx="917000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b="1" i="1" dirty="0">
                  <a:latin typeface="NimbusRomDOT-Reg"/>
                </a:rPr>
                <a:t>…</a:t>
              </a:r>
              <a:endParaRPr lang="zh-CN" altLang="en-US" b="1" i="1" dirty="0">
                <a:latin typeface="NimbusRomDOT-Reg"/>
              </a:endParaRPr>
            </a:p>
          </p:txBody>
        </p:sp>
        <p:sp>
          <p:nvSpPr>
            <p:cNvPr id="125" name="矩形 124">
              <a:extLst>
                <a:ext uri="{FF2B5EF4-FFF2-40B4-BE49-F238E27FC236}">
                  <a16:creationId xmlns:a16="http://schemas.microsoft.com/office/drawing/2014/main" id="{2F7EA994-260F-4CB1-89BC-8741C06DF442}"/>
                </a:ext>
              </a:extLst>
            </p:cNvPr>
            <p:cNvSpPr/>
            <p:nvPr/>
          </p:nvSpPr>
          <p:spPr>
            <a:xfrm>
              <a:off x="5351894" y="4615134"/>
              <a:ext cx="528582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b="1" i="1" dirty="0">
                  <a:latin typeface="NimbusRomDOT-Reg"/>
                </a:rPr>
                <a:t>N’</a:t>
              </a:r>
              <a:endParaRPr lang="zh-CN" altLang="en-US" b="1" i="1" dirty="0">
                <a:latin typeface="NimbusRomDOT-Reg"/>
              </a:endParaRPr>
            </a:p>
          </p:txBody>
        </p:sp>
        <p:sp>
          <p:nvSpPr>
            <p:cNvPr id="126" name="矩形 125">
              <a:extLst>
                <a:ext uri="{FF2B5EF4-FFF2-40B4-BE49-F238E27FC236}">
                  <a16:creationId xmlns:a16="http://schemas.microsoft.com/office/drawing/2014/main" id="{D4F9E6B4-4485-425C-900F-FAA19FF92912}"/>
                </a:ext>
              </a:extLst>
            </p:cNvPr>
            <p:cNvSpPr/>
            <p:nvPr/>
          </p:nvSpPr>
          <p:spPr>
            <a:xfrm>
              <a:off x="5880476" y="4617274"/>
              <a:ext cx="528582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zh-CN" b="1" i="1" dirty="0">
                  <a:solidFill>
                    <a:srgbClr val="00B050"/>
                  </a:solidFill>
                  <a:latin typeface="NimbusRomDOT-Reg"/>
                </a:rPr>
                <a:t>K</a:t>
              </a:r>
              <a:r>
                <a:rPr lang="en-US" altLang="zh-CN" b="1" i="1" baseline="-25000" dirty="0">
                  <a:solidFill>
                    <a:srgbClr val="00B050"/>
                  </a:solidFill>
                  <a:latin typeface="NimbusRomDOT-Reg"/>
                </a:rPr>
                <a:t>1</a:t>
              </a:r>
              <a:endParaRPr lang="zh-CN" altLang="en-US" b="1" i="1" baseline="-25000" dirty="0">
                <a:solidFill>
                  <a:srgbClr val="00B050"/>
                </a:solidFill>
                <a:latin typeface="NimbusRomDOT-Reg"/>
              </a:endParaRPr>
            </a:p>
          </p:txBody>
        </p:sp>
      </p:grpSp>
      <p:cxnSp>
        <p:nvCxnSpPr>
          <p:cNvPr id="111" name="直接箭头连接符 110">
            <a:extLst>
              <a:ext uri="{FF2B5EF4-FFF2-40B4-BE49-F238E27FC236}">
                <a16:creationId xmlns:a16="http://schemas.microsoft.com/office/drawing/2014/main" id="{93F367ED-8B60-47BB-8A27-C9785C58F537}"/>
              </a:ext>
            </a:extLst>
          </p:cNvPr>
          <p:cNvCxnSpPr>
            <a:cxnSpLocks/>
            <a:stCxn id="101" idx="2"/>
            <a:endCxn id="116" idx="0"/>
          </p:cNvCxnSpPr>
          <p:nvPr/>
        </p:nvCxnSpPr>
        <p:spPr>
          <a:xfrm flipH="1">
            <a:off x="3586256" y="4839037"/>
            <a:ext cx="2104757" cy="684804"/>
          </a:xfrm>
          <a:prstGeom prst="straightConnector1">
            <a:avLst/>
          </a:prstGeom>
          <a:ln w="25400">
            <a:solidFill>
              <a:schemeClr val="tx1"/>
            </a:solidFill>
            <a:headEnd type="oval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直接箭头连接符 111">
            <a:extLst>
              <a:ext uri="{FF2B5EF4-FFF2-40B4-BE49-F238E27FC236}">
                <a16:creationId xmlns:a16="http://schemas.microsoft.com/office/drawing/2014/main" id="{09A87700-0DBE-457C-B2FF-A830A201E7F6}"/>
              </a:ext>
            </a:extLst>
          </p:cNvPr>
          <p:cNvCxnSpPr>
            <a:cxnSpLocks/>
            <a:stCxn id="98" idx="2"/>
            <a:endCxn id="106" idx="0"/>
          </p:cNvCxnSpPr>
          <p:nvPr/>
        </p:nvCxnSpPr>
        <p:spPr>
          <a:xfrm>
            <a:off x="6748177" y="4839037"/>
            <a:ext cx="2273773" cy="656039"/>
          </a:xfrm>
          <a:prstGeom prst="straightConnector1">
            <a:avLst/>
          </a:prstGeom>
          <a:ln w="25400">
            <a:solidFill>
              <a:schemeClr val="tx1"/>
            </a:solidFill>
            <a:headEnd type="oval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464214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6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>
            <a:extLst>
              <a:ext uri="{FF2B5EF4-FFF2-40B4-BE49-F238E27FC236}">
                <a16:creationId xmlns:a16="http://schemas.microsoft.com/office/drawing/2014/main" id="{4F158BFB-C9B7-4F14-ACD1-B76807651920}"/>
              </a:ext>
            </a:extLst>
          </p:cNvPr>
          <p:cNvGrpSpPr/>
          <p:nvPr/>
        </p:nvGrpSpPr>
        <p:grpSpPr>
          <a:xfrm>
            <a:off x="3829156" y="1599100"/>
            <a:ext cx="3419746" cy="476404"/>
            <a:chOff x="4434894" y="4609182"/>
            <a:chExt cx="3419746" cy="476404"/>
          </a:xfrm>
        </p:grpSpPr>
        <p:sp>
          <p:nvSpPr>
            <p:cNvPr id="65" name="矩形 64">
              <a:extLst>
                <a:ext uri="{FF2B5EF4-FFF2-40B4-BE49-F238E27FC236}">
                  <a16:creationId xmlns:a16="http://schemas.microsoft.com/office/drawing/2014/main" id="{02B27B1A-4B92-45B7-BCF1-EA17094D9FA9}"/>
                </a:ext>
              </a:extLst>
            </p:cNvPr>
            <p:cNvSpPr/>
            <p:nvPr/>
          </p:nvSpPr>
          <p:spPr>
            <a:xfrm>
              <a:off x="6409058" y="4615134"/>
              <a:ext cx="528582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b="1" i="1" dirty="0">
                  <a:latin typeface="NimbusRomDOT-Reg"/>
                </a:rPr>
                <a:t>N</a:t>
              </a:r>
              <a:endParaRPr lang="zh-CN" altLang="en-US" b="1" i="1" dirty="0">
                <a:latin typeface="NimbusRomDOT-Reg"/>
              </a:endParaRPr>
            </a:p>
          </p:txBody>
        </p:sp>
        <p:sp>
          <p:nvSpPr>
            <p:cNvPr id="66" name="矩形 65">
              <a:extLst>
                <a:ext uri="{FF2B5EF4-FFF2-40B4-BE49-F238E27FC236}">
                  <a16:creationId xmlns:a16="http://schemas.microsoft.com/office/drawing/2014/main" id="{FBB83373-B85B-46DB-A9B7-AA1B702D0FF1}"/>
                </a:ext>
              </a:extLst>
            </p:cNvPr>
            <p:cNvSpPr/>
            <p:nvPr/>
          </p:nvSpPr>
          <p:spPr>
            <a:xfrm>
              <a:off x="6937640" y="4609182"/>
              <a:ext cx="917000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b="1" i="1" dirty="0">
                  <a:latin typeface="NimbusRomDOT-Reg"/>
                </a:rPr>
                <a:t>…</a:t>
              </a:r>
              <a:endParaRPr lang="zh-CN" altLang="en-US" b="1" i="1" dirty="0">
                <a:latin typeface="NimbusRomDOT-Reg"/>
              </a:endParaRPr>
            </a:p>
          </p:txBody>
        </p:sp>
        <p:sp>
          <p:nvSpPr>
            <p:cNvPr id="67" name="矩形 66">
              <a:extLst>
                <a:ext uri="{FF2B5EF4-FFF2-40B4-BE49-F238E27FC236}">
                  <a16:creationId xmlns:a16="http://schemas.microsoft.com/office/drawing/2014/main" id="{C22C5B9F-5BD8-4F34-AE53-9F48D33E7B86}"/>
                </a:ext>
              </a:extLst>
            </p:cNvPr>
            <p:cNvSpPr/>
            <p:nvPr/>
          </p:nvSpPr>
          <p:spPr>
            <a:xfrm>
              <a:off x="4434894" y="4612994"/>
              <a:ext cx="917000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b="1" i="1" dirty="0">
                  <a:latin typeface="NimbusRomDOT-Reg"/>
                </a:rPr>
                <a:t>…</a:t>
              </a:r>
              <a:endParaRPr lang="zh-CN" altLang="en-US" b="1" i="1" dirty="0">
                <a:latin typeface="NimbusRomDOT-Reg"/>
              </a:endParaRPr>
            </a:p>
          </p:txBody>
        </p:sp>
        <p:sp>
          <p:nvSpPr>
            <p:cNvPr id="68" name="矩形 67">
              <a:extLst>
                <a:ext uri="{FF2B5EF4-FFF2-40B4-BE49-F238E27FC236}">
                  <a16:creationId xmlns:a16="http://schemas.microsoft.com/office/drawing/2014/main" id="{B8AFE0FE-6DCA-4C49-A6BD-0B6C2129A52D}"/>
                </a:ext>
              </a:extLst>
            </p:cNvPr>
            <p:cNvSpPr/>
            <p:nvPr/>
          </p:nvSpPr>
          <p:spPr>
            <a:xfrm>
              <a:off x="5351894" y="4615134"/>
              <a:ext cx="528582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b="1" i="1" dirty="0">
                  <a:latin typeface="NimbusRomDOT-Reg"/>
                </a:rPr>
                <a:t>N’</a:t>
              </a:r>
              <a:endParaRPr lang="zh-CN" altLang="en-US" b="1" i="1" dirty="0">
                <a:latin typeface="NimbusRomDOT-Reg"/>
              </a:endParaRPr>
            </a:p>
          </p:txBody>
        </p:sp>
        <p:sp>
          <p:nvSpPr>
            <p:cNvPr id="69" name="矩形 68">
              <a:extLst>
                <a:ext uri="{FF2B5EF4-FFF2-40B4-BE49-F238E27FC236}">
                  <a16:creationId xmlns:a16="http://schemas.microsoft.com/office/drawing/2014/main" id="{3DF31640-8116-4314-BA3A-E23A18052619}"/>
                </a:ext>
              </a:extLst>
            </p:cNvPr>
            <p:cNvSpPr/>
            <p:nvPr/>
          </p:nvSpPr>
          <p:spPr>
            <a:xfrm>
              <a:off x="5880476" y="4609182"/>
              <a:ext cx="528582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b="1" i="1" dirty="0">
                  <a:latin typeface="NimbusRomDOT-Reg"/>
                </a:rPr>
                <a:t>K’</a:t>
              </a:r>
              <a:endParaRPr lang="zh-CN" altLang="en-US" b="1" i="1" dirty="0">
                <a:latin typeface="NimbusRomDOT-Reg"/>
              </a:endParaRPr>
            </a:p>
          </p:txBody>
        </p:sp>
      </p:grp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C82B485-330C-4F7C-AD75-86FB6EFA3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3B7373-642E-45FF-9FB4-0A355830879E}" type="datetime1">
              <a:rPr lang="zh-CN" altLang="en-US" smtClean="0"/>
              <a:t>2024/5/8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9398CB-94F3-4CE3-9880-9F79A418A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Tree Indices</a:t>
            </a:r>
            <a:endParaRPr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98061EF-E67D-4B6D-B836-FE67DC6C8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5A79-C12E-4282-8451-1BC984B858F9}" type="slidenum">
              <a:rPr lang="zh-CN" altLang="en-US" smtClean="0"/>
              <a:t>35</a:t>
            </a:fld>
            <a:endParaRPr lang="zh-CN" altLang="en-US" dirty="0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4D63A6BA-E7A8-4199-A9F7-13D20F493D3D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28878" y="0"/>
            <a:ext cx="6096000" cy="1325563"/>
          </a:xfrm>
        </p:spPr>
        <p:txBody>
          <a:bodyPr>
            <a:normAutofit/>
          </a:bodyPr>
          <a:lstStyle/>
          <a:p>
            <a:r>
              <a:rPr lang="en-US" altLang="zh-CN" dirty="0"/>
              <a:t>Borrow from right leaf</a:t>
            </a:r>
            <a:endParaRPr lang="zh-CN" altLang="en-US" dirty="0"/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D49D69E9-5C34-4447-9E99-6CDAEB61DA01}"/>
              </a:ext>
            </a:extLst>
          </p:cNvPr>
          <p:cNvGrpSpPr/>
          <p:nvPr/>
        </p:nvGrpSpPr>
        <p:grpSpPr>
          <a:xfrm>
            <a:off x="6161409" y="2731543"/>
            <a:ext cx="4359950" cy="470452"/>
            <a:chOff x="3604600" y="3788293"/>
            <a:chExt cx="4359950" cy="470452"/>
          </a:xfrm>
        </p:grpSpPr>
        <p:sp>
          <p:nvSpPr>
            <p:cNvPr id="27" name="矩形 26">
              <a:extLst>
                <a:ext uri="{FF2B5EF4-FFF2-40B4-BE49-F238E27FC236}">
                  <a16:creationId xmlns:a16="http://schemas.microsoft.com/office/drawing/2014/main" id="{B0CBB914-5EC1-4BAA-AF8C-4FD779D04839}"/>
                </a:ext>
              </a:extLst>
            </p:cNvPr>
            <p:cNvSpPr/>
            <p:nvPr/>
          </p:nvSpPr>
          <p:spPr>
            <a:xfrm>
              <a:off x="7341700" y="3788293"/>
              <a:ext cx="622850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lvl="0" algn="ctr"/>
              <a:endParaRPr lang="zh-CN" altLang="en-US" b="1" i="1" baseline="-25000" dirty="0">
                <a:solidFill>
                  <a:prstClr val="black"/>
                </a:solidFill>
                <a:latin typeface="NimbusRomDOT-Reg"/>
              </a:endParaRPr>
            </a:p>
          </p:txBody>
        </p:sp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D22AAD62-D706-4D04-930F-C6AA1F1BED3D}"/>
                </a:ext>
              </a:extLst>
            </p:cNvPr>
            <p:cNvSpPr/>
            <p:nvPr/>
          </p:nvSpPr>
          <p:spPr>
            <a:xfrm>
              <a:off x="6096000" y="3788293"/>
              <a:ext cx="622850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endParaRPr lang="zh-CN" altLang="en-US" b="1" i="1" baseline="-25000" dirty="0">
                <a:solidFill>
                  <a:srgbClr val="00B0F0"/>
                </a:solidFill>
                <a:latin typeface="NimbusRomDOT-Reg"/>
              </a:endParaRPr>
            </a:p>
          </p:txBody>
        </p:sp>
        <p:sp>
          <p:nvSpPr>
            <p:cNvPr id="29" name="矩形 28">
              <a:extLst>
                <a:ext uri="{FF2B5EF4-FFF2-40B4-BE49-F238E27FC236}">
                  <a16:creationId xmlns:a16="http://schemas.microsoft.com/office/drawing/2014/main" id="{F93411BD-672D-4D3D-95DB-83F50497D900}"/>
                </a:ext>
              </a:extLst>
            </p:cNvPr>
            <p:cNvSpPr/>
            <p:nvPr/>
          </p:nvSpPr>
          <p:spPr>
            <a:xfrm>
              <a:off x="5473150" y="3788293"/>
              <a:ext cx="622850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b="1" i="1" dirty="0">
                  <a:latin typeface="NimbusRomDOT-Reg"/>
                </a:rPr>
                <a:t>…</a:t>
              </a:r>
              <a:endParaRPr lang="zh-CN" altLang="en-US" b="1" i="1" dirty="0">
                <a:latin typeface="NimbusRomDOT-Reg"/>
              </a:endParaRPr>
            </a:p>
          </p:txBody>
        </p:sp>
        <p:sp>
          <p:nvSpPr>
            <p:cNvPr id="30" name="矩形 29">
              <a:extLst>
                <a:ext uri="{FF2B5EF4-FFF2-40B4-BE49-F238E27FC236}">
                  <a16:creationId xmlns:a16="http://schemas.microsoft.com/office/drawing/2014/main" id="{8302A4F3-99D4-4B19-87F4-A10F61D398FF}"/>
                </a:ext>
              </a:extLst>
            </p:cNvPr>
            <p:cNvSpPr/>
            <p:nvPr/>
          </p:nvSpPr>
          <p:spPr>
            <a:xfrm>
              <a:off x="3604600" y="3788293"/>
              <a:ext cx="622850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b="1" i="1" dirty="0">
                  <a:solidFill>
                    <a:srgbClr val="00B0F0"/>
                  </a:solidFill>
                  <a:latin typeface="NimbusRomDOT-Reg"/>
                </a:rPr>
                <a:t>P</a:t>
              </a:r>
              <a:r>
                <a:rPr lang="en-US" altLang="zh-CN" b="1" i="1" baseline="-25000" dirty="0">
                  <a:solidFill>
                    <a:srgbClr val="00B0F0"/>
                  </a:solidFill>
                  <a:latin typeface="NimbusRomDOT-Reg"/>
                </a:rPr>
                <a:t>1</a:t>
              </a:r>
              <a:endParaRPr lang="zh-CN" altLang="en-US" b="1" i="1" baseline="-25000" dirty="0">
                <a:solidFill>
                  <a:srgbClr val="00B0F0"/>
                </a:solidFill>
                <a:latin typeface="NimbusRomDOT-Reg"/>
              </a:endParaRPr>
            </a:p>
          </p:txBody>
        </p:sp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B99D6A06-9BD6-49FD-9425-094C2F520519}"/>
                </a:ext>
              </a:extLst>
            </p:cNvPr>
            <p:cNvSpPr/>
            <p:nvPr/>
          </p:nvSpPr>
          <p:spPr>
            <a:xfrm>
              <a:off x="4850300" y="3788293"/>
              <a:ext cx="622850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b="1" i="1" dirty="0">
                  <a:solidFill>
                    <a:srgbClr val="00B0F0"/>
                  </a:solidFill>
                  <a:latin typeface="NimbusRomDOT-Reg"/>
                </a:rPr>
                <a:t>P</a:t>
              </a:r>
              <a:r>
                <a:rPr lang="en-US" altLang="zh-CN" b="1" i="1" baseline="-25000" dirty="0">
                  <a:solidFill>
                    <a:srgbClr val="00B0F0"/>
                  </a:solidFill>
                  <a:latin typeface="NimbusRomDOT-Reg"/>
                </a:rPr>
                <a:t>2</a:t>
              </a:r>
              <a:endParaRPr lang="zh-CN" altLang="en-US" b="1" i="1" baseline="-25000" dirty="0">
                <a:solidFill>
                  <a:srgbClr val="00B0F0"/>
                </a:solidFill>
                <a:latin typeface="NimbusRomDOT-Reg"/>
              </a:endParaRPr>
            </a:p>
          </p:txBody>
        </p:sp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AD6E6633-0402-4FF6-BDEF-D08831D663F7}"/>
                </a:ext>
              </a:extLst>
            </p:cNvPr>
            <p:cNvSpPr/>
            <p:nvPr/>
          </p:nvSpPr>
          <p:spPr>
            <a:xfrm>
              <a:off x="4227450" y="3788293"/>
              <a:ext cx="622850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b="1" i="1" dirty="0">
                  <a:solidFill>
                    <a:srgbClr val="00B0F0"/>
                  </a:solidFill>
                  <a:latin typeface="NimbusRomDOT-Reg"/>
                </a:rPr>
                <a:t>K</a:t>
              </a:r>
              <a:r>
                <a:rPr lang="en-US" altLang="zh-CN" b="1" i="1" baseline="-25000" dirty="0">
                  <a:solidFill>
                    <a:srgbClr val="00B0F0"/>
                  </a:solidFill>
                  <a:latin typeface="NimbusRomDOT-Reg"/>
                </a:rPr>
                <a:t>1</a:t>
              </a:r>
              <a:endParaRPr lang="zh-CN" altLang="en-US" b="1" i="1" baseline="-25000" dirty="0">
                <a:solidFill>
                  <a:srgbClr val="00B0F0"/>
                </a:solidFill>
                <a:latin typeface="NimbusRomDOT-Reg"/>
              </a:endParaRPr>
            </a:p>
          </p:txBody>
        </p:sp>
        <p:sp>
          <p:nvSpPr>
            <p:cNvPr id="33" name="矩形 32">
              <a:extLst>
                <a:ext uri="{FF2B5EF4-FFF2-40B4-BE49-F238E27FC236}">
                  <a16:creationId xmlns:a16="http://schemas.microsoft.com/office/drawing/2014/main" id="{BC67FFD0-0C79-4D8B-B0D3-DA47956FD967}"/>
                </a:ext>
              </a:extLst>
            </p:cNvPr>
            <p:cNvSpPr/>
            <p:nvPr/>
          </p:nvSpPr>
          <p:spPr>
            <a:xfrm>
              <a:off x="6716668" y="3788293"/>
              <a:ext cx="622850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endParaRPr lang="zh-CN" altLang="en-US" b="1" i="1" baseline="-25000" dirty="0">
                <a:solidFill>
                  <a:srgbClr val="00B0F0"/>
                </a:solidFill>
                <a:latin typeface="NimbusRomDOT-Reg"/>
              </a:endParaRPr>
            </a:p>
          </p:txBody>
        </p:sp>
      </p:grp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B042A6BE-F0DE-4939-8D2F-583B96E52487}"/>
              </a:ext>
            </a:extLst>
          </p:cNvPr>
          <p:cNvCxnSpPr>
            <a:cxnSpLocks/>
            <a:stCxn id="68" idx="2"/>
            <a:endCxn id="79" idx="0"/>
          </p:cNvCxnSpPr>
          <p:nvPr/>
        </p:nvCxnSpPr>
        <p:spPr>
          <a:xfrm flipH="1">
            <a:off x="2905690" y="2075504"/>
            <a:ext cx="2104757" cy="660528"/>
          </a:xfrm>
          <a:prstGeom prst="straightConnector1">
            <a:avLst/>
          </a:prstGeom>
          <a:ln w="25400">
            <a:solidFill>
              <a:schemeClr val="tx1"/>
            </a:solidFill>
            <a:headEnd type="oval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3B96E2A9-7507-4D88-B5AC-C5E4F9830BEC}"/>
              </a:ext>
            </a:extLst>
          </p:cNvPr>
          <p:cNvCxnSpPr>
            <a:cxnSpLocks/>
            <a:stCxn id="65" idx="2"/>
            <a:endCxn id="29" idx="0"/>
          </p:cNvCxnSpPr>
          <p:nvPr/>
        </p:nvCxnSpPr>
        <p:spPr>
          <a:xfrm>
            <a:off x="6067611" y="2075504"/>
            <a:ext cx="2273773" cy="656039"/>
          </a:xfrm>
          <a:prstGeom prst="straightConnector1">
            <a:avLst/>
          </a:prstGeom>
          <a:ln w="25400">
            <a:solidFill>
              <a:schemeClr val="tx1"/>
            </a:solidFill>
            <a:headEnd type="oval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矩形 53">
            <a:extLst>
              <a:ext uri="{FF2B5EF4-FFF2-40B4-BE49-F238E27FC236}">
                <a16:creationId xmlns:a16="http://schemas.microsoft.com/office/drawing/2014/main" id="{437CAB6E-2BA4-4223-8F5B-FAFFEA17B391}"/>
              </a:ext>
            </a:extLst>
          </p:cNvPr>
          <p:cNvSpPr/>
          <p:nvPr/>
        </p:nvSpPr>
        <p:spPr>
          <a:xfrm>
            <a:off x="2497222" y="3294993"/>
            <a:ext cx="38664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i="1" dirty="0">
                <a:solidFill>
                  <a:srgbClr val="FF0000"/>
                </a:solidFill>
                <a:latin typeface="NimbusRomDOT-Reg"/>
                <a:cs typeface="Arial" panose="020B0604020202020204" pitchFamily="34" charset="0"/>
              </a:rPr>
              <a:t>N</a:t>
            </a:r>
            <a:endParaRPr lang="zh-CN" altLang="en-US" sz="2400" dirty="0"/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88052872-D607-452E-B43C-AFE234757C04}"/>
              </a:ext>
            </a:extLst>
          </p:cNvPr>
          <p:cNvGrpSpPr/>
          <p:nvPr/>
        </p:nvGrpSpPr>
        <p:grpSpPr>
          <a:xfrm>
            <a:off x="480540" y="1091907"/>
            <a:ext cx="6096000" cy="397271"/>
            <a:chOff x="2424913" y="237782"/>
            <a:chExt cx="6096000" cy="397271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309913B2-19B3-4BE6-89BD-0848BF19F858}"/>
                </a:ext>
              </a:extLst>
            </p:cNvPr>
            <p:cNvSpPr/>
            <p:nvPr/>
          </p:nvSpPr>
          <p:spPr>
            <a:xfrm>
              <a:off x="2424913" y="265721"/>
              <a:ext cx="6096000" cy="369332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marL="285750" lvl="1" indent="-285750">
                <a:lnSpc>
                  <a:spcPct val="100000"/>
                </a:lnSpc>
                <a:spcBef>
                  <a:spcPts val="1800"/>
                </a:spcBef>
                <a:buFont typeface="Wingdings" panose="05000000000000000000" pitchFamily="2" charset="2"/>
                <a:buChar char="l"/>
              </a:pPr>
              <a:r>
                <a:rPr lang="en-US" altLang="en-US" dirty="0">
                  <a:latin typeface="Arial" panose="020B0604020202020204" pitchFamily="34" charset="0"/>
                  <a:cs typeface="Arial" panose="020B0604020202020204" pitchFamily="34" charset="0"/>
                </a:rPr>
                <a:t>A leaf node has between                             values</a:t>
              </a:r>
            </a:p>
          </p:txBody>
        </p:sp>
        <p:pic>
          <p:nvPicPr>
            <p:cNvPr id="61" name="Picture 6" descr="http://www.sciweavers.org/upload/Tex2Img_1618646928/eqn.png">
              <a:extLst>
                <a:ext uri="{FF2B5EF4-FFF2-40B4-BE49-F238E27FC236}">
                  <a16:creationId xmlns:a16="http://schemas.microsoft.com/office/drawing/2014/main" id="{C9FBE15D-211B-4146-A130-0AC61C951F6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29412" y="237782"/>
              <a:ext cx="1780366" cy="38945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70" name="组合 69">
            <a:extLst>
              <a:ext uri="{FF2B5EF4-FFF2-40B4-BE49-F238E27FC236}">
                <a16:creationId xmlns:a16="http://schemas.microsoft.com/office/drawing/2014/main" id="{5F830678-943A-499C-BFAF-BC06759750F9}"/>
              </a:ext>
            </a:extLst>
          </p:cNvPr>
          <p:cNvGrpSpPr/>
          <p:nvPr/>
        </p:nvGrpSpPr>
        <p:grpSpPr>
          <a:xfrm>
            <a:off x="725715" y="2736032"/>
            <a:ext cx="4359950" cy="470452"/>
            <a:chOff x="3604600" y="3788293"/>
            <a:chExt cx="4359950" cy="470452"/>
          </a:xfrm>
        </p:grpSpPr>
        <p:sp>
          <p:nvSpPr>
            <p:cNvPr id="71" name="矩形 70">
              <a:extLst>
                <a:ext uri="{FF2B5EF4-FFF2-40B4-BE49-F238E27FC236}">
                  <a16:creationId xmlns:a16="http://schemas.microsoft.com/office/drawing/2014/main" id="{DF22C36B-5B53-4137-9875-3FD0C727C82B}"/>
                </a:ext>
              </a:extLst>
            </p:cNvPr>
            <p:cNvSpPr/>
            <p:nvPr/>
          </p:nvSpPr>
          <p:spPr>
            <a:xfrm>
              <a:off x="7341700" y="3788293"/>
              <a:ext cx="622850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lvl="0" algn="ctr"/>
              <a:endParaRPr lang="zh-CN" altLang="en-US" b="1" i="1" baseline="-25000" dirty="0">
                <a:solidFill>
                  <a:prstClr val="black"/>
                </a:solidFill>
                <a:latin typeface="NimbusRomDOT-Reg"/>
              </a:endParaRPr>
            </a:p>
          </p:txBody>
        </p:sp>
        <p:sp>
          <p:nvSpPr>
            <p:cNvPr id="72" name="矩形 71">
              <a:extLst>
                <a:ext uri="{FF2B5EF4-FFF2-40B4-BE49-F238E27FC236}">
                  <a16:creationId xmlns:a16="http://schemas.microsoft.com/office/drawing/2014/main" id="{9EEFE5F5-FA7E-4A53-A368-0CCB452D3137}"/>
                </a:ext>
              </a:extLst>
            </p:cNvPr>
            <p:cNvSpPr/>
            <p:nvPr/>
          </p:nvSpPr>
          <p:spPr>
            <a:xfrm>
              <a:off x="6096000" y="3788293"/>
              <a:ext cx="622850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b="1" i="1" baseline="-25000" dirty="0">
                <a:latin typeface="NimbusRomDOT-Reg"/>
              </a:endParaRPr>
            </a:p>
          </p:txBody>
        </p:sp>
        <p:sp>
          <p:nvSpPr>
            <p:cNvPr id="79" name="矩形 78">
              <a:extLst>
                <a:ext uri="{FF2B5EF4-FFF2-40B4-BE49-F238E27FC236}">
                  <a16:creationId xmlns:a16="http://schemas.microsoft.com/office/drawing/2014/main" id="{6C769D96-4917-429F-8F0D-CA7F38CF931E}"/>
                </a:ext>
              </a:extLst>
            </p:cNvPr>
            <p:cNvSpPr/>
            <p:nvPr/>
          </p:nvSpPr>
          <p:spPr>
            <a:xfrm>
              <a:off x="5473150" y="3788293"/>
              <a:ext cx="622850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b="1" i="1" dirty="0">
                  <a:solidFill>
                    <a:srgbClr val="00B050"/>
                  </a:solidFill>
                  <a:latin typeface="NimbusRomDOT-Reg"/>
                </a:rPr>
                <a:t>K</a:t>
              </a:r>
              <a:r>
                <a:rPr lang="en-US" altLang="zh-CN" b="1" i="1" baseline="-25000" dirty="0">
                  <a:solidFill>
                    <a:srgbClr val="00B050"/>
                  </a:solidFill>
                  <a:latin typeface="NimbusRomDOT-Reg"/>
                </a:rPr>
                <a:t>m</a:t>
              </a:r>
              <a:endParaRPr lang="zh-CN" altLang="en-US" b="1" i="1" baseline="-25000" dirty="0">
                <a:latin typeface="NimbusRomDOT-Reg"/>
              </a:endParaRPr>
            </a:p>
          </p:txBody>
        </p:sp>
        <p:sp>
          <p:nvSpPr>
            <p:cNvPr id="80" name="矩形 79">
              <a:extLst>
                <a:ext uri="{FF2B5EF4-FFF2-40B4-BE49-F238E27FC236}">
                  <a16:creationId xmlns:a16="http://schemas.microsoft.com/office/drawing/2014/main" id="{5BAD9BC2-AA3A-4AD5-990F-F59016C221C9}"/>
                </a:ext>
              </a:extLst>
            </p:cNvPr>
            <p:cNvSpPr/>
            <p:nvPr/>
          </p:nvSpPr>
          <p:spPr>
            <a:xfrm>
              <a:off x="3604600" y="3788293"/>
              <a:ext cx="622850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b="1" i="1" dirty="0">
                  <a:solidFill>
                    <a:srgbClr val="00B050"/>
                  </a:solidFill>
                  <a:latin typeface="NimbusRomDOT-Reg"/>
                </a:rPr>
                <a:t>P</a:t>
              </a:r>
              <a:r>
                <a:rPr lang="en-US" altLang="zh-CN" b="1" i="1" baseline="-25000" dirty="0">
                  <a:solidFill>
                    <a:srgbClr val="00B050"/>
                  </a:solidFill>
                  <a:latin typeface="NimbusRomDOT-Reg"/>
                </a:rPr>
                <a:t>1</a:t>
              </a:r>
              <a:endParaRPr lang="zh-CN" altLang="en-US" b="1" i="1" baseline="-25000" dirty="0">
                <a:solidFill>
                  <a:srgbClr val="00B050"/>
                </a:solidFill>
                <a:latin typeface="NimbusRomDOT-Reg"/>
              </a:endParaRPr>
            </a:p>
          </p:txBody>
        </p:sp>
        <p:sp>
          <p:nvSpPr>
            <p:cNvPr id="82" name="矩形 81">
              <a:extLst>
                <a:ext uri="{FF2B5EF4-FFF2-40B4-BE49-F238E27FC236}">
                  <a16:creationId xmlns:a16="http://schemas.microsoft.com/office/drawing/2014/main" id="{81D27FC0-C383-4C71-8D67-092C277CAA89}"/>
                </a:ext>
              </a:extLst>
            </p:cNvPr>
            <p:cNvSpPr/>
            <p:nvPr/>
          </p:nvSpPr>
          <p:spPr>
            <a:xfrm>
              <a:off x="4850300" y="3788293"/>
              <a:ext cx="622850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b="1" i="1" dirty="0">
                  <a:latin typeface="NimbusRomDOT-Reg"/>
                </a:rPr>
                <a:t>…</a:t>
              </a:r>
              <a:endParaRPr lang="zh-CN" altLang="en-US" b="1" i="1" dirty="0">
                <a:latin typeface="NimbusRomDOT-Reg"/>
              </a:endParaRPr>
            </a:p>
          </p:txBody>
        </p:sp>
        <p:sp>
          <p:nvSpPr>
            <p:cNvPr id="86" name="矩形 85">
              <a:extLst>
                <a:ext uri="{FF2B5EF4-FFF2-40B4-BE49-F238E27FC236}">
                  <a16:creationId xmlns:a16="http://schemas.microsoft.com/office/drawing/2014/main" id="{632AA107-37D0-44E8-8AE5-06B6B1F1C071}"/>
                </a:ext>
              </a:extLst>
            </p:cNvPr>
            <p:cNvSpPr/>
            <p:nvPr/>
          </p:nvSpPr>
          <p:spPr>
            <a:xfrm>
              <a:off x="4227450" y="3788293"/>
              <a:ext cx="622850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b="1" i="1" dirty="0">
                  <a:solidFill>
                    <a:srgbClr val="00B050"/>
                  </a:solidFill>
                  <a:latin typeface="NimbusRomDOT-Reg"/>
                </a:rPr>
                <a:t>K</a:t>
              </a:r>
              <a:r>
                <a:rPr lang="en-US" altLang="zh-CN" b="1" i="1" baseline="-25000" dirty="0">
                  <a:solidFill>
                    <a:srgbClr val="00B050"/>
                  </a:solidFill>
                  <a:latin typeface="NimbusRomDOT-Reg"/>
                </a:rPr>
                <a:t>1</a:t>
              </a:r>
              <a:endParaRPr lang="zh-CN" altLang="en-US" b="1" i="1" baseline="-25000" dirty="0">
                <a:solidFill>
                  <a:srgbClr val="00B050"/>
                </a:solidFill>
                <a:latin typeface="NimbusRomDOT-Reg"/>
              </a:endParaRPr>
            </a:p>
          </p:txBody>
        </p:sp>
        <p:sp>
          <p:nvSpPr>
            <p:cNvPr id="88" name="矩形 87">
              <a:extLst>
                <a:ext uri="{FF2B5EF4-FFF2-40B4-BE49-F238E27FC236}">
                  <a16:creationId xmlns:a16="http://schemas.microsoft.com/office/drawing/2014/main" id="{25D9757B-3B81-400B-A029-7A80F2A4DF89}"/>
                </a:ext>
              </a:extLst>
            </p:cNvPr>
            <p:cNvSpPr/>
            <p:nvPr/>
          </p:nvSpPr>
          <p:spPr>
            <a:xfrm>
              <a:off x="6716668" y="3788293"/>
              <a:ext cx="622850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b="1" i="1" baseline="-25000" dirty="0">
                <a:latin typeface="NimbusRomDOT-Reg"/>
              </a:endParaRPr>
            </a:p>
          </p:txBody>
        </p:sp>
      </p:grpSp>
      <p:sp>
        <p:nvSpPr>
          <p:cNvPr id="91" name="矩形 90">
            <a:extLst>
              <a:ext uri="{FF2B5EF4-FFF2-40B4-BE49-F238E27FC236}">
                <a16:creationId xmlns:a16="http://schemas.microsoft.com/office/drawing/2014/main" id="{8929DE81-3A31-46CF-9BB5-027D4AB41E69}"/>
              </a:ext>
            </a:extLst>
          </p:cNvPr>
          <p:cNvSpPr/>
          <p:nvPr/>
        </p:nvSpPr>
        <p:spPr>
          <a:xfrm>
            <a:off x="8381394" y="3209508"/>
            <a:ext cx="46679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i="1" dirty="0">
                <a:solidFill>
                  <a:srgbClr val="FF0000"/>
                </a:solidFill>
                <a:latin typeface="NimbusRomDOT-Reg"/>
                <a:cs typeface="Arial" panose="020B0604020202020204" pitchFamily="34" charset="0"/>
              </a:rPr>
              <a:t>N’</a:t>
            </a:r>
            <a:endParaRPr lang="zh-CN" altLang="en-US" sz="2400" dirty="0"/>
          </a:p>
        </p:txBody>
      </p:sp>
      <p:sp>
        <p:nvSpPr>
          <p:cNvPr id="95" name="文本框 94">
            <a:extLst>
              <a:ext uri="{FF2B5EF4-FFF2-40B4-BE49-F238E27FC236}">
                <a16:creationId xmlns:a16="http://schemas.microsoft.com/office/drawing/2014/main" id="{9EE2F2A4-E6F2-4F70-93D5-EBACECAA977C}"/>
              </a:ext>
            </a:extLst>
          </p:cNvPr>
          <p:cNvSpPr txBox="1"/>
          <p:nvPr/>
        </p:nvSpPr>
        <p:spPr>
          <a:xfrm>
            <a:off x="8387587" y="2005031"/>
            <a:ext cx="23946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# of N </a:t>
            </a:r>
            <a:r>
              <a:rPr lang="en-US" altLang="zh-CN" b="1" i="1" dirty="0"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  <a:r>
              <a:rPr lang="en-US" altLang="zh-CN" b="1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# of N’ </a:t>
            </a:r>
            <a:r>
              <a:rPr lang="en-US" altLang="zh-CN" b="1" i="1" dirty="0">
                <a:latin typeface="Arial" panose="020B0604020202020204" pitchFamily="34" charset="0"/>
                <a:cs typeface="Arial" panose="020B0604020202020204" pitchFamily="34" charset="0"/>
              </a:rPr>
              <a:t>&gt;</a:t>
            </a:r>
            <a:r>
              <a:rPr lang="en-US" altLang="zh-CN" b="1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n-1</a:t>
            </a:r>
            <a:endParaRPr lang="zh-CN" altLang="en-US" b="1" i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6" name="箭头: 下 95">
            <a:extLst>
              <a:ext uri="{FF2B5EF4-FFF2-40B4-BE49-F238E27FC236}">
                <a16:creationId xmlns:a16="http://schemas.microsoft.com/office/drawing/2014/main" id="{C31A8F03-C019-48D9-805A-1AA39C62BA3F}"/>
              </a:ext>
            </a:extLst>
          </p:cNvPr>
          <p:cNvSpPr/>
          <p:nvPr/>
        </p:nvSpPr>
        <p:spPr>
          <a:xfrm>
            <a:off x="5411370" y="3671453"/>
            <a:ext cx="496355" cy="470452"/>
          </a:xfrm>
          <a:prstGeom prst="downArrow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97" name="组合 96">
            <a:extLst>
              <a:ext uri="{FF2B5EF4-FFF2-40B4-BE49-F238E27FC236}">
                <a16:creationId xmlns:a16="http://schemas.microsoft.com/office/drawing/2014/main" id="{BAE26F1C-3902-4913-B448-B8B480E2CBA8}"/>
              </a:ext>
            </a:extLst>
          </p:cNvPr>
          <p:cNvGrpSpPr/>
          <p:nvPr/>
        </p:nvGrpSpPr>
        <p:grpSpPr>
          <a:xfrm>
            <a:off x="4024535" y="4362633"/>
            <a:ext cx="3419746" cy="476404"/>
            <a:chOff x="4434894" y="4609182"/>
            <a:chExt cx="3419746" cy="476404"/>
          </a:xfrm>
        </p:grpSpPr>
        <p:sp>
          <p:nvSpPr>
            <p:cNvPr id="98" name="矩形 97">
              <a:extLst>
                <a:ext uri="{FF2B5EF4-FFF2-40B4-BE49-F238E27FC236}">
                  <a16:creationId xmlns:a16="http://schemas.microsoft.com/office/drawing/2014/main" id="{7C7305BA-701C-47F9-9117-C9F3F4141FB5}"/>
                </a:ext>
              </a:extLst>
            </p:cNvPr>
            <p:cNvSpPr/>
            <p:nvPr/>
          </p:nvSpPr>
          <p:spPr>
            <a:xfrm>
              <a:off x="6409058" y="4615134"/>
              <a:ext cx="528582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b="1" i="1" dirty="0">
                  <a:latin typeface="NimbusRomDOT-Reg"/>
                </a:rPr>
                <a:t>N</a:t>
              </a:r>
              <a:endParaRPr lang="zh-CN" altLang="en-US" b="1" i="1" dirty="0">
                <a:latin typeface="NimbusRomDOT-Reg"/>
              </a:endParaRPr>
            </a:p>
          </p:txBody>
        </p:sp>
        <p:sp>
          <p:nvSpPr>
            <p:cNvPr id="99" name="矩形 98">
              <a:extLst>
                <a:ext uri="{FF2B5EF4-FFF2-40B4-BE49-F238E27FC236}">
                  <a16:creationId xmlns:a16="http://schemas.microsoft.com/office/drawing/2014/main" id="{2F906DB3-058B-4FAA-B76F-558693E370B2}"/>
                </a:ext>
              </a:extLst>
            </p:cNvPr>
            <p:cNvSpPr/>
            <p:nvPr/>
          </p:nvSpPr>
          <p:spPr>
            <a:xfrm>
              <a:off x="6937640" y="4609182"/>
              <a:ext cx="917000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b="1" i="1" dirty="0">
                  <a:latin typeface="NimbusRomDOT-Reg"/>
                </a:rPr>
                <a:t>…</a:t>
              </a:r>
              <a:endParaRPr lang="zh-CN" altLang="en-US" b="1" i="1" dirty="0">
                <a:latin typeface="NimbusRomDOT-Reg"/>
              </a:endParaRPr>
            </a:p>
          </p:txBody>
        </p:sp>
        <p:sp>
          <p:nvSpPr>
            <p:cNvPr id="100" name="矩形 99">
              <a:extLst>
                <a:ext uri="{FF2B5EF4-FFF2-40B4-BE49-F238E27FC236}">
                  <a16:creationId xmlns:a16="http://schemas.microsoft.com/office/drawing/2014/main" id="{A0F0584B-5706-4399-85CF-94845C136DFF}"/>
                </a:ext>
              </a:extLst>
            </p:cNvPr>
            <p:cNvSpPr/>
            <p:nvPr/>
          </p:nvSpPr>
          <p:spPr>
            <a:xfrm>
              <a:off x="4434894" y="4612994"/>
              <a:ext cx="917000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b="1" i="1" dirty="0">
                  <a:latin typeface="NimbusRomDOT-Reg"/>
                </a:rPr>
                <a:t>…</a:t>
              </a:r>
              <a:endParaRPr lang="zh-CN" altLang="en-US" b="1" i="1" dirty="0">
                <a:latin typeface="NimbusRomDOT-Reg"/>
              </a:endParaRPr>
            </a:p>
          </p:txBody>
        </p:sp>
        <p:sp>
          <p:nvSpPr>
            <p:cNvPr id="101" name="矩形 100">
              <a:extLst>
                <a:ext uri="{FF2B5EF4-FFF2-40B4-BE49-F238E27FC236}">
                  <a16:creationId xmlns:a16="http://schemas.microsoft.com/office/drawing/2014/main" id="{80F194A4-5191-4637-93E9-8E6814585E53}"/>
                </a:ext>
              </a:extLst>
            </p:cNvPr>
            <p:cNvSpPr/>
            <p:nvPr/>
          </p:nvSpPr>
          <p:spPr>
            <a:xfrm>
              <a:off x="5351894" y="4615134"/>
              <a:ext cx="528582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b="1" i="1" dirty="0">
                  <a:latin typeface="NimbusRomDOT-Reg"/>
                </a:rPr>
                <a:t>N’</a:t>
              </a:r>
              <a:endParaRPr lang="zh-CN" altLang="en-US" b="1" i="1" dirty="0">
                <a:latin typeface="NimbusRomDOT-Reg"/>
              </a:endParaRPr>
            </a:p>
          </p:txBody>
        </p:sp>
        <p:sp>
          <p:nvSpPr>
            <p:cNvPr id="102" name="矩形 101">
              <a:extLst>
                <a:ext uri="{FF2B5EF4-FFF2-40B4-BE49-F238E27FC236}">
                  <a16:creationId xmlns:a16="http://schemas.microsoft.com/office/drawing/2014/main" id="{CC5DB419-869F-45BC-91A4-D47B190ADA49}"/>
                </a:ext>
              </a:extLst>
            </p:cNvPr>
            <p:cNvSpPr/>
            <p:nvPr/>
          </p:nvSpPr>
          <p:spPr>
            <a:xfrm>
              <a:off x="5880476" y="4611054"/>
              <a:ext cx="528582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b="1" i="1" dirty="0">
                  <a:latin typeface="NimbusRomDOT-Reg"/>
                </a:rPr>
                <a:t>K’</a:t>
              </a:r>
              <a:endParaRPr lang="zh-CN" altLang="en-US" b="1" i="1" dirty="0">
                <a:latin typeface="NimbusRomDOT-Reg"/>
              </a:endParaRPr>
            </a:p>
          </p:txBody>
        </p:sp>
      </p:grpSp>
      <p:grpSp>
        <p:nvGrpSpPr>
          <p:cNvPr id="103" name="组合 102">
            <a:extLst>
              <a:ext uri="{FF2B5EF4-FFF2-40B4-BE49-F238E27FC236}">
                <a16:creationId xmlns:a16="http://schemas.microsoft.com/office/drawing/2014/main" id="{FCCDEDD7-2A40-4B91-A4C0-4FC6A6C1D637}"/>
              </a:ext>
            </a:extLst>
          </p:cNvPr>
          <p:cNvGrpSpPr/>
          <p:nvPr/>
        </p:nvGrpSpPr>
        <p:grpSpPr>
          <a:xfrm>
            <a:off x="6356788" y="5495076"/>
            <a:ext cx="4359950" cy="470452"/>
            <a:chOff x="3604600" y="3788293"/>
            <a:chExt cx="4359950" cy="470452"/>
          </a:xfrm>
        </p:grpSpPr>
        <p:sp>
          <p:nvSpPr>
            <p:cNvPr id="104" name="矩形 103">
              <a:extLst>
                <a:ext uri="{FF2B5EF4-FFF2-40B4-BE49-F238E27FC236}">
                  <a16:creationId xmlns:a16="http://schemas.microsoft.com/office/drawing/2014/main" id="{15219C22-7231-4B8B-B14F-622063CED33E}"/>
                </a:ext>
              </a:extLst>
            </p:cNvPr>
            <p:cNvSpPr/>
            <p:nvPr/>
          </p:nvSpPr>
          <p:spPr>
            <a:xfrm>
              <a:off x="7341700" y="3788293"/>
              <a:ext cx="622850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lvl="0" algn="ctr"/>
              <a:endParaRPr lang="zh-CN" altLang="en-US" b="1" i="1" baseline="-25000" dirty="0">
                <a:solidFill>
                  <a:prstClr val="black"/>
                </a:solidFill>
                <a:latin typeface="NimbusRomDOT-Reg"/>
              </a:endParaRPr>
            </a:p>
          </p:txBody>
        </p:sp>
        <p:sp>
          <p:nvSpPr>
            <p:cNvPr id="105" name="矩形 104">
              <a:extLst>
                <a:ext uri="{FF2B5EF4-FFF2-40B4-BE49-F238E27FC236}">
                  <a16:creationId xmlns:a16="http://schemas.microsoft.com/office/drawing/2014/main" id="{92495EDE-37BF-44B2-AB75-DEAE9FFA0D40}"/>
                </a:ext>
              </a:extLst>
            </p:cNvPr>
            <p:cNvSpPr/>
            <p:nvPr/>
          </p:nvSpPr>
          <p:spPr>
            <a:xfrm>
              <a:off x="6096000" y="3788293"/>
              <a:ext cx="622850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rIns="0" rtlCol="0" anchor="ctr"/>
            <a:lstStyle/>
            <a:p>
              <a:pPr lvl="0" algn="ctr"/>
              <a:endParaRPr lang="zh-CN" altLang="en-US" b="1" i="1" baseline="-25000" dirty="0">
                <a:solidFill>
                  <a:srgbClr val="00B0F0"/>
                </a:solidFill>
                <a:latin typeface="NimbusRomDOT-Reg"/>
              </a:endParaRPr>
            </a:p>
          </p:txBody>
        </p:sp>
        <p:sp>
          <p:nvSpPr>
            <p:cNvPr id="106" name="矩形 105">
              <a:extLst>
                <a:ext uri="{FF2B5EF4-FFF2-40B4-BE49-F238E27FC236}">
                  <a16:creationId xmlns:a16="http://schemas.microsoft.com/office/drawing/2014/main" id="{706888D0-6950-40A2-B01A-10A3BEACFCF9}"/>
                </a:ext>
              </a:extLst>
            </p:cNvPr>
            <p:cNvSpPr/>
            <p:nvPr/>
          </p:nvSpPr>
          <p:spPr>
            <a:xfrm>
              <a:off x="5473150" y="3788293"/>
              <a:ext cx="622850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b="1" i="1" dirty="0">
                  <a:latin typeface="NimbusRomDOT-Reg"/>
                </a:rPr>
                <a:t>…</a:t>
              </a:r>
              <a:endParaRPr lang="zh-CN" altLang="en-US" b="1" i="1" dirty="0">
                <a:latin typeface="NimbusRomDOT-Reg"/>
              </a:endParaRPr>
            </a:p>
          </p:txBody>
        </p:sp>
        <p:sp>
          <p:nvSpPr>
            <p:cNvPr id="107" name="矩形 106">
              <a:extLst>
                <a:ext uri="{FF2B5EF4-FFF2-40B4-BE49-F238E27FC236}">
                  <a16:creationId xmlns:a16="http://schemas.microsoft.com/office/drawing/2014/main" id="{7FDB873E-EC64-40E9-8CFF-49D1C428FB8D}"/>
                </a:ext>
              </a:extLst>
            </p:cNvPr>
            <p:cNvSpPr/>
            <p:nvPr/>
          </p:nvSpPr>
          <p:spPr>
            <a:xfrm>
              <a:off x="3604600" y="3788293"/>
              <a:ext cx="622850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b="1" i="1" dirty="0">
                  <a:solidFill>
                    <a:srgbClr val="00B0F0"/>
                  </a:solidFill>
                  <a:latin typeface="NimbusRomDOT-Reg"/>
                </a:rPr>
                <a:t>P</a:t>
              </a:r>
              <a:r>
                <a:rPr lang="en-US" altLang="zh-CN" b="1" i="1" baseline="-25000" dirty="0">
                  <a:solidFill>
                    <a:srgbClr val="00B0F0"/>
                  </a:solidFill>
                  <a:latin typeface="NimbusRomDOT-Reg"/>
                </a:rPr>
                <a:t>2</a:t>
              </a:r>
              <a:endParaRPr lang="zh-CN" altLang="en-US" b="1" i="1" baseline="-25000" dirty="0">
                <a:solidFill>
                  <a:srgbClr val="00B0F0"/>
                </a:solidFill>
                <a:latin typeface="NimbusRomDOT-Reg"/>
              </a:endParaRPr>
            </a:p>
          </p:txBody>
        </p:sp>
        <p:sp>
          <p:nvSpPr>
            <p:cNvPr id="108" name="矩形 107">
              <a:extLst>
                <a:ext uri="{FF2B5EF4-FFF2-40B4-BE49-F238E27FC236}">
                  <a16:creationId xmlns:a16="http://schemas.microsoft.com/office/drawing/2014/main" id="{BC0D25DC-D313-47B3-828A-7CADD1C9C1AF}"/>
                </a:ext>
              </a:extLst>
            </p:cNvPr>
            <p:cNvSpPr/>
            <p:nvPr/>
          </p:nvSpPr>
          <p:spPr>
            <a:xfrm>
              <a:off x="4850300" y="3788293"/>
              <a:ext cx="622850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b="1" i="1" dirty="0">
                  <a:solidFill>
                    <a:srgbClr val="00B0F0"/>
                  </a:solidFill>
                  <a:latin typeface="NimbusRomDOT-Reg"/>
                </a:rPr>
                <a:t>P</a:t>
              </a:r>
              <a:r>
                <a:rPr lang="en-US" altLang="zh-CN" b="1" i="1" baseline="-25000" dirty="0">
                  <a:solidFill>
                    <a:srgbClr val="00B0F0"/>
                  </a:solidFill>
                  <a:latin typeface="NimbusRomDOT-Reg"/>
                </a:rPr>
                <a:t>3</a:t>
              </a:r>
              <a:endParaRPr lang="zh-CN" altLang="en-US" b="1" i="1" baseline="-25000" dirty="0">
                <a:solidFill>
                  <a:srgbClr val="00B0F0"/>
                </a:solidFill>
                <a:latin typeface="NimbusRomDOT-Reg"/>
              </a:endParaRPr>
            </a:p>
          </p:txBody>
        </p:sp>
        <p:sp>
          <p:nvSpPr>
            <p:cNvPr id="109" name="矩形 108">
              <a:extLst>
                <a:ext uri="{FF2B5EF4-FFF2-40B4-BE49-F238E27FC236}">
                  <a16:creationId xmlns:a16="http://schemas.microsoft.com/office/drawing/2014/main" id="{F153F590-A690-41DD-AD23-426823066C6D}"/>
                </a:ext>
              </a:extLst>
            </p:cNvPr>
            <p:cNvSpPr/>
            <p:nvPr/>
          </p:nvSpPr>
          <p:spPr>
            <a:xfrm>
              <a:off x="4227450" y="3788293"/>
              <a:ext cx="622850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b="1" i="1" dirty="0">
                  <a:solidFill>
                    <a:srgbClr val="00B0F0"/>
                  </a:solidFill>
                  <a:latin typeface="NimbusRomDOT-Reg"/>
                </a:rPr>
                <a:t>K</a:t>
              </a:r>
              <a:r>
                <a:rPr lang="en-US" altLang="zh-CN" b="1" i="1" baseline="-25000" dirty="0">
                  <a:solidFill>
                    <a:srgbClr val="00B0F0"/>
                  </a:solidFill>
                  <a:latin typeface="NimbusRomDOT-Reg"/>
                </a:rPr>
                <a:t>2</a:t>
              </a:r>
              <a:endParaRPr lang="zh-CN" altLang="en-US" b="1" i="1" baseline="-25000" dirty="0">
                <a:solidFill>
                  <a:srgbClr val="00B0F0"/>
                </a:solidFill>
                <a:latin typeface="NimbusRomDOT-Reg"/>
              </a:endParaRPr>
            </a:p>
          </p:txBody>
        </p:sp>
        <p:sp>
          <p:nvSpPr>
            <p:cNvPr id="110" name="矩形 109">
              <a:extLst>
                <a:ext uri="{FF2B5EF4-FFF2-40B4-BE49-F238E27FC236}">
                  <a16:creationId xmlns:a16="http://schemas.microsoft.com/office/drawing/2014/main" id="{5ABC1623-1A9E-4B60-AE68-16D57919B32A}"/>
                </a:ext>
              </a:extLst>
            </p:cNvPr>
            <p:cNvSpPr/>
            <p:nvPr/>
          </p:nvSpPr>
          <p:spPr>
            <a:xfrm>
              <a:off x="6716668" y="3788293"/>
              <a:ext cx="622850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b="1" i="1" baseline="-25000" dirty="0">
                <a:latin typeface="NimbusRomDOT-Reg"/>
              </a:endParaRPr>
            </a:p>
          </p:txBody>
        </p:sp>
      </p:grpSp>
      <p:grpSp>
        <p:nvGrpSpPr>
          <p:cNvPr id="113" name="组合 112">
            <a:extLst>
              <a:ext uri="{FF2B5EF4-FFF2-40B4-BE49-F238E27FC236}">
                <a16:creationId xmlns:a16="http://schemas.microsoft.com/office/drawing/2014/main" id="{F3DF86EF-44E9-44BA-91D3-F480AF0BB17D}"/>
              </a:ext>
            </a:extLst>
          </p:cNvPr>
          <p:cNvGrpSpPr/>
          <p:nvPr/>
        </p:nvGrpSpPr>
        <p:grpSpPr>
          <a:xfrm>
            <a:off x="921094" y="5492741"/>
            <a:ext cx="4359950" cy="470452"/>
            <a:chOff x="3604600" y="3788293"/>
            <a:chExt cx="4359950" cy="470452"/>
          </a:xfrm>
        </p:grpSpPr>
        <p:sp>
          <p:nvSpPr>
            <p:cNvPr id="114" name="矩形 113">
              <a:extLst>
                <a:ext uri="{FF2B5EF4-FFF2-40B4-BE49-F238E27FC236}">
                  <a16:creationId xmlns:a16="http://schemas.microsoft.com/office/drawing/2014/main" id="{58E770B9-6E26-4750-BB45-8D96F593554B}"/>
                </a:ext>
              </a:extLst>
            </p:cNvPr>
            <p:cNvSpPr/>
            <p:nvPr/>
          </p:nvSpPr>
          <p:spPr>
            <a:xfrm>
              <a:off x="7341700" y="3788293"/>
              <a:ext cx="622850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rIns="0" rtlCol="0" anchor="ctr"/>
            <a:lstStyle/>
            <a:p>
              <a:pPr lvl="0" algn="ctr"/>
              <a:endParaRPr lang="zh-CN" altLang="en-US" b="1" i="1" baseline="-25000" dirty="0">
                <a:solidFill>
                  <a:srgbClr val="00B0F0"/>
                </a:solidFill>
                <a:latin typeface="NimbusRomDOT-Reg"/>
              </a:endParaRPr>
            </a:p>
          </p:txBody>
        </p:sp>
        <p:sp>
          <p:nvSpPr>
            <p:cNvPr id="115" name="矩形 114">
              <a:extLst>
                <a:ext uri="{FF2B5EF4-FFF2-40B4-BE49-F238E27FC236}">
                  <a16:creationId xmlns:a16="http://schemas.microsoft.com/office/drawing/2014/main" id="{AEA4C985-A116-4FC3-816B-769F0D031095}"/>
                </a:ext>
              </a:extLst>
            </p:cNvPr>
            <p:cNvSpPr/>
            <p:nvPr/>
          </p:nvSpPr>
          <p:spPr>
            <a:xfrm>
              <a:off x="6096000" y="3788293"/>
              <a:ext cx="622850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b="1" i="1" dirty="0">
                  <a:solidFill>
                    <a:srgbClr val="00B0F0"/>
                  </a:solidFill>
                  <a:latin typeface="NimbusRomDOT-Reg"/>
                </a:rPr>
                <a:t>P</a:t>
              </a:r>
              <a:r>
                <a:rPr lang="en-US" altLang="zh-CN" b="1" i="1" baseline="-25000" dirty="0">
                  <a:solidFill>
                    <a:srgbClr val="00B0F0"/>
                  </a:solidFill>
                  <a:latin typeface="NimbusRomDOT-Reg"/>
                </a:rPr>
                <a:t>1</a:t>
              </a:r>
              <a:endParaRPr lang="zh-CN" altLang="en-US" b="1" i="1" baseline="-25000" dirty="0">
                <a:solidFill>
                  <a:srgbClr val="00B0F0"/>
                </a:solidFill>
                <a:latin typeface="NimbusRomDOT-Reg"/>
              </a:endParaRPr>
            </a:p>
          </p:txBody>
        </p:sp>
        <p:sp>
          <p:nvSpPr>
            <p:cNvPr id="116" name="矩形 115">
              <a:extLst>
                <a:ext uri="{FF2B5EF4-FFF2-40B4-BE49-F238E27FC236}">
                  <a16:creationId xmlns:a16="http://schemas.microsoft.com/office/drawing/2014/main" id="{85087159-D46F-4494-8489-8CEBFB770435}"/>
                </a:ext>
              </a:extLst>
            </p:cNvPr>
            <p:cNvSpPr/>
            <p:nvPr/>
          </p:nvSpPr>
          <p:spPr>
            <a:xfrm>
              <a:off x="5473150" y="3788293"/>
              <a:ext cx="622850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b="1" i="1" dirty="0">
                  <a:solidFill>
                    <a:srgbClr val="00B050"/>
                  </a:solidFill>
                  <a:latin typeface="NimbusRomDOT-Reg"/>
                </a:rPr>
                <a:t>K</a:t>
              </a:r>
              <a:r>
                <a:rPr lang="en-US" altLang="zh-CN" b="1" i="1" baseline="-25000" dirty="0">
                  <a:solidFill>
                    <a:srgbClr val="00B050"/>
                  </a:solidFill>
                  <a:latin typeface="NimbusRomDOT-Reg"/>
                </a:rPr>
                <a:t>m</a:t>
              </a:r>
              <a:endParaRPr lang="zh-CN" altLang="en-US" b="1" i="1" baseline="-25000" dirty="0">
                <a:latin typeface="NimbusRomDOT-Reg"/>
              </a:endParaRPr>
            </a:p>
          </p:txBody>
        </p:sp>
        <p:sp>
          <p:nvSpPr>
            <p:cNvPr id="117" name="矩形 116">
              <a:extLst>
                <a:ext uri="{FF2B5EF4-FFF2-40B4-BE49-F238E27FC236}">
                  <a16:creationId xmlns:a16="http://schemas.microsoft.com/office/drawing/2014/main" id="{C71F6E96-40AD-4BA7-A601-50828E88E24F}"/>
                </a:ext>
              </a:extLst>
            </p:cNvPr>
            <p:cNvSpPr/>
            <p:nvPr/>
          </p:nvSpPr>
          <p:spPr>
            <a:xfrm>
              <a:off x="3604600" y="3788293"/>
              <a:ext cx="622850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b="1" i="1" dirty="0">
                  <a:solidFill>
                    <a:srgbClr val="00B050"/>
                  </a:solidFill>
                  <a:latin typeface="NimbusRomDOT-Reg"/>
                </a:rPr>
                <a:t>P</a:t>
              </a:r>
              <a:r>
                <a:rPr lang="en-US" altLang="zh-CN" b="1" i="1" baseline="-25000" dirty="0">
                  <a:solidFill>
                    <a:srgbClr val="00B050"/>
                  </a:solidFill>
                  <a:latin typeface="NimbusRomDOT-Reg"/>
                </a:rPr>
                <a:t>1</a:t>
              </a:r>
              <a:endParaRPr lang="zh-CN" altLang="en-US" b="1" i="1" baseline="-25000" dirty="0">
                <a:solidFill>
                  <a:srgbClr val="00B050"/>
                </a:solidFill>
                <a:latin typeface="NimbusRomDOT-Reg"/>
              </a:endParaRPr>
            </a:p>
          </p:txBody>
        </p:sp>
        <p:sp>
          <p:nvSpPr>
            <p:cNvPr id="118" name="矩形 117">
              <a:extLst>
                <a:ext uri="{FF2B5EF4-FFF2-40B4-BE49-F238E27FC236}">
                  <a16:creationId xmlns:a16="http://schemas.microsoft.com/office/drawing/2014/main" id="{BBC1D8AC-A636-457D-9288-772B6A2B8199}"/>
                </a:ext>
              </a:extLst>
            </p:cNvPr>
            <p:cNvSpPr/>
            <p:nvPr/>
          </p:nvSpPr>
          <p:spPr>
            <a:xfrm>
              <a:off x="4850300" y="3788293"/>
              <a:ext cx="622850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b="1" i="1" dirty="0">
                  <a:latin typeface="NimbusRomDOT-Reg"/>
                </a:rPr>
                <a:t>…</a:t>
              </a:r>
              <a:endParaRPr lang="zh-CN" altLang="en-US" b="1" i="1" dirty="0">
                <a:latin typeface="NimbusRomDOT-Reg"/>
              </a:endParaRPr>
            </a:p>
          </p:txBody>
        </p:sp>
        <p:sp>
          <p:nvSpPr>
            <p:cNvPr id="119" name="矩形 118">
              <a:extLst>
                <a:ext uri="{FF2B5EF4-FFF2-40B4-BE49-F238E27FC236}">
                  <a16:creationId xmlns:a16="http://schemas.microsoft.com/office/drawing/2014/main" id="{752193FF-2112-4DF5-ACB2-4927A4A77881}"/>
                </a:ext>
              </a:extLst>
            </p:cNvPr>
            <p:cNvSpPr/>
            <p:nvPr/>
          </p:nvSpPr>
          <p:spPr>
            <a:xfrm>
              <a:off x="4227450" y="3788293"/>
              <a:ext cx="622850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b="1" i="1" dirty="0">
                  <a:solidFill>
                    <a:srgbClr val="00B050"/>
                  </a:solidFill>
                  <a:latin typeface="NimbusRomDOT-Reg"/>
                </a:rPr>
                <a:t>K</a:t>
              </a:r>
              <a:r>
                <a:rPr lang="en-US" altLang="zh-CN" b="1" i="1" baseline="-25000" dirty="0">
                  <a:solidFill>
                    <a:srgbClr val="00B050"/>
                  </a:solidFill>
                  <a:latin typeface="NimbusRomDOT-Reg"/>
                </a:rPr>
                <a:t>1</a:t>
              </a:r>
              <a:endParaRPr lang="zh-CN" altLang="en-US" b="1" i="1" baseline="-25000" dirty="0">
                <a:solidFill>
                  <a:srgbClr val="00B050"/>
                </a:solidFill>
                <a:latin typeface="NimbusRomDOT-Reg"/>
              </a:endParaRPr>
            </a:p>
          </p:txBody>
        </p:sp>
        <p:sp>
          <p:nvSpPr>
            <p:cNvPr id="120" name="矩形 119">
              <a:extLst>
                <a:ext uri="{FF2B5EF4-FFF2-40B4-BE49-F238E27FC236}">
                  <a16:creationId xmlns:a16="http://schemas.microsoft.com/office/drawing/2014/main" id="{BBC83AB8-6BC5-4847-BAD2-0F2A579D1967}"/>
                </a:ext>
              </a:extLst>
            </p:cNvPr>
            <p:cNvSpPr/>
            <p:nvPr/>
          </p:nvSpPr>
          <p:spPr>
            <a:xfrm>
              <a:off x="6716668" y="3788293"/>
              <a:ext cx="622850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rIns="0" rtlCol="0" anchor="ctr"/>
            <a:lstStyle/>
            <a:p>
              <a:pPr lvl="0" algn="ctr"/>
              <a:r>
                <a:rPr lang="en-US" altLang="zh-CN" b="1" i="1" dirty="0">
                  <a:solidFill>
                    <a:srgbClr val="00B0F0"/>
                  </a:solidFill>
                  <a:latin typeface="NimbusRomDOT-Reg"/>
                </a:rPr>
                <a:t>K</a:t>
              </a:r>
              <a:r>
                <a:rPr lang="en-US" altLang="zh-CN" b="1" i="1" baseline="-25000" dirty="0">
                  <a:solidFill>
                    <a:srgbClr val="00B0F0"/>
                  </a:solidFill>
                  <a:latin typeface="NimbusRomDOT-Reg"/>
                </a:rPr>
                <a:t>1</a:t>
              </a:r>
              <a:endParaRPr lang="zh-CN" altLang="en-US" b="1" i="1" baseline="-25000" dirty="0">
                <a:solidFill>
                  <a:srgbClr val="00B0F0"/>
                </a:solidFill>
                <a:latin typeface="NimbusRomDOT-Reg"/>
              </a:endParaRPr>
            </a:p>
          </p:txBody>
        </p:sp>
      </p:grpSp>
      <p:cxnSp>
        <p:nvCxnSpPr>
          <p:cNvPr id="73" name="直接箭头连接符 72">
            <a:extLst>
              <a:ext uri="{FF2B5EF4-FFF2-40B4-BE49-F238E27FC236}">
                <a16:creationId xmlns:a16="http://schemas.microsoft.com/office/drawing/2014/main" id="{E893B7F3-95C9-4430-91F1-067BAAE41AD4}"/>
              </a:ext>
            </a:extLst>
          </p:cNvPr>
          <p:cNvCxnSpPr>
            <a:cxnSpLocks/>
            <a:stCxn id="71" idx="3"/>
            <a:endCxn id="30" idx="1"/>
          </p:cNvCxnSpPr>
          <p:nvPr/>
        </p:nvCxnSpPr>
        <p:spPr>
          <a:xfrm flipV="1">
            <a:off x="5085665" y="2966769"/>
            <a:ext cx="1075744" cy="4489"/>
          </a:xfrm>
          <a:prstGeom prst="straightConnector1">
            <a:avLst/>
          </a:prstGeom>
          <a:ln w="25400">
            <a:solidFill>
              <a:schemeClr val="tx1"/>
            </a:solidFill>
            <a:headEnd type="oval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053B9CC4-9371-43D9-B2C3-BE744270C090}"/>
              </a:ext>
            </a:extLst>
          </p:cNvPr>
          <p:cNvGrpSpPr/>
          <p:nvPr/>
        </p:nvGrpSpPr>
        <p:grpSpPr>
          <a:xfrm>
            <a:off x="663225" y="2125500"/>
            <a:ext cx="1814994" cy="434750"/>
            <a:chOff x="9578958" y="2155696"/>
            <a:chExt cx="1814994" cy="434750"/>
          </a:xfrm>
        </p:grpSpPr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B9BC818B-8F1C-4BE5-B9D8-202291DE25A5}"/>
                </a:ext>
              </a:extLst>
            </p:cNvPr>
            <p:cNvSpPr txBox="1"/>
            <p:nvPr/>
          </p:nvSpPr>
          <p:spPr>
            <a:xfrm>
              <a:off x="9578958" y="2191431"/>
              <a:ext cx="102463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 i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# of N</a:t>
              </a:r>
              <a:r>
                <a:rPr lang="en-US" altLang="zh-CN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altLang="zh-CN" b="1" dirty="0">
                  <a:latin typeface="Arial" panose="020B0604020202020204" pitchFamily="34" charset="0"/>
                  <a:cs typeface="Arial" panose="020B0604020202020204" pitchFamily="34" charset="0"/>
                </a:rPr>
                <a:t>&lt;</a:t>
              </a:r>
              <a:endParaRPr lang="zh-CN" altLang="en-US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74" name="Picture 6" descr="http://www.sciweavers.org/upload/Tex2Img_1618646928/eqn.png">
              <a:extLst>
                <a:ext uri="{FF2B5EF4-FFF2-40B4-BE49-F238E27FC236}">
                  <a16:creationId xmlns:a16="http://schemas.microsoft.com/office/drawing/2014/main" id="{1D45044F-136D-40FD-B565-EE86589D8FE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921" r="50990"/>
            <a:stretch/>
          </p:blipFill>
          <p:spPr bwMode="auto">
            <a:xfrm>
              <a:off x="10577331" y="2155696"/>
              <a:ext cx="816621" cy="4347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cxnSp>
        <p:nvCxnSpPr>
          <p:cNvPr id="75" name="直接箭头连接符 74">
            <a:extLst>
              <a:ext uri="{FF2B5EF4-FFF2-40B4-BE49-F238E27FC236}">
                <a16:creationId xmlns:a16="http://schemas.microsoft.com/office/drawing/2014/main" id="{6A13D568-163C-487C-98D6-B69E5215F5E7}"/>
              </a:ext>
            </a:extLst>
          </p:cNvPr>
          <p:cNvCxnSpPr>
            <a:cxnSpLocks/>
            <a:stCxn id="27" idx="3"/>
            <a:endCxn id="76" idx="1"/>
          </p:cNvCxnSpPr>
          <p:nvPr/>
        </p:nvCxnSpPr>
        <p:spPr>
          <a:xfrm>
            <a:off x="10521359" y="2966769"/>
            <a:ext cx="445221" cy="7513"/>
          </a:xfrm>
          <a:prstGeom prst="straightConnector1">
            <a:avLst/>
          </a:prstGeom>
          <a:ln w="25400">
            <a:solidFill>
              <a:schemeClr val="tx1"/>
            </a:solidFill>
            <a:headEnd type="oval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矩形 75">
            <a:extLst>
              <a:ext uri="{FF2B5EF4-FFF2-40B4-BE49-F238E27FC236}">
                <a16:creationId xmlns:a16="http://schemas.microsoft.com/office/drawing/2014/main" id="{E79A0DB0-AA08-424E-AED4-97F9BDB8FCB2}"/>
              </a:ext>
            </a:extLst>
          </p:cNvPr>
          <p:cNvSpPr/>
          <p:nvPr/>
        </p:nvSpPr>
        <p:spPr>
          <a:xfrm>
            <a:off x="10966580" y="2739056"/>
            <a:ext cx="622850" cy="47045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zh-CN" altLang="en-US" b="1" i="1" baseline="-25000" dirty="0">
              <a:solidFill>
                <a:prstClr val="black"/>
              </a:solidFill>
              <a:latin typeface="NimbusRomDOT-Reg"/>
            </a:endParaRPr>
          </a:p>
        </p:txBody>
      </p:sp>
      <p:sp>
        <p:nvSpPr>
          <p:cNvPr id="78" name="矩形 77">
            <a:extLst>
              <a:ext uri="{FF2B5EF4-FFF2-40B4-BE49-F238E27FC236}">
                <a16:creationId xmlns:a16="http://schemas.microsoft.com/office/drawing/2014/main" id="{C71ECDB9-BB93-446A-8576-092E904C2FB2}"/>
              </a:ext>
            </a:extLst>
          </p:cNvPr>
          <p:cNvSpPr/>
          <p:nvPr/>
        </p:nvSpPr>
        <p:spPr>
          <a:xfrm>
            <a:off x="11235570" y="5495076"/>
            <a:ext cx="622850" cy="47045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zh-CN" altLang="en-US" b="1" i="1" baseline="-25000" dirty="0">
              <a:solidFill>
                <a:prstClr val="black"/>
              </a:solidFill>
              <a:latin typeface="NimbusRomDOT-Reg"/>
            </a:endParaRPr>
          </a:p>
        </p:txBody>
      </p:sp>
      <p:cxnSp>
        <p:nvCxnSpPr>
          <p:cNvPr id="81" name="直接箭头连接符 80">
            <a:extLst>
              <a:ext uri="{FF2B5EF4-FFF2-40B4-BE49-F238E27FC236}">
                <a16:creationId xmlns:a16="http://schemas.microsoft.com/office/drawing/2014/main" id="{067F79A8-AFF3-406C-8215-3062A39058B0}"/>
              </a:ext>
            </a:extLst>
          </p:cNvPr>
          <p:cNvCxnSpPr>
            <a:cxnSpLocks/>
            <a:stCxn id="104" idx="3"/>
            <a:endCxn id="78" idx="1"/>
          </p:cNvCxnSpPr>
          <p:nvPr/>
        </p:nvCxnSpPr>
        <p:spPr>
          <a:xfrm>
            <a:off x="10716738" y="5730302"/>
            <a:ext cx="518832" cy="0"/>
          </a:xfrm>
          <a:prstGeom prst="straightConnector1">
            <a:avLst/>
          </a:prstGeom>
          <a:ln w="25400">
            <a:solidFill>
              <a:schemeClr val="tx1"/>
            </a:solidFill>
            <a:headEnd type="oval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接箭头连接符 82">
            <a:extLst>
              <a:ext uri="{FF2B5EF4-FFF2-40B4-BE49-F238E27FC236}">
                <a16:creationId xmlns:a16="http://schemas.microsoft.com/office/drawing/2014/main" id="{30AF00DB-B27A-4C25-8E63-0F5B25A0A31B}"/>
              </a:ext>
            </a:extLst>
          </p:cNvPr>
          <p:cNvCxnSpPr>
            <a:cxnSpLocks/>
            <a:stCxn id="114" idx="3"/>
            <a:endCxn id="107" idx="1"/>
          </p:cNvCxnSpPr>
          <p:nvPr/>
        </p:nvCxnSpPr>
        <p:spPr>
          <a:xfrm>
            <a:off x="5281044" y="5727967"/>
            <a:ext cx="1075744" cy="2335"/>
          </a:xfrm>
          <a:prstGeom prst="straightConnector1">
            <a:avLst/>
          </a:prstGeom>
          <a:ln w="25400">
            <a:solidFill>
              <a:schemeClr val="tx1"/>
            </a:solidFill>
            <a:headEnd type="oval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4" name="组合 83">
            <a:extLst>
              <a:ext uri="{FF2B5EF4-FFF2-40B4-BE49-F238E27FC236}">
                <a16:creationId xmlns:a16="http://schemas.microsoft.com/office/drawing/2014/main" id="{CADAB718-16CA-416A-906D-4FBBD43811DB}"/>
              </a:ext>
            </a:extLst>
          </p:cNvPr>
          <p:cNvGrpSpPr/>
          <p:nvPr/>
        </p:nvGrpSpPr>
        <p:grpSpPr>
          <a:xfrm>
            <a:off x="4024535" y="4372517"/>
            <a:ext cx="3419746" cy="476604"/>
            <a:chOff x="4434894" y="4612994"/>
            <a:chExt cx="3419746" cy="476604"/>
          </a:xfrm>
        </p:grpSpPr>
        <p:sp>
          <p:nvSpPr>
            <p:cNvPr id="85" name="矩形 84">
              <a:extLst>
                <a:ext uri="{FF2B5EF4-FFF2-40B4-BE49-F238E27FC236}">
                  <a16:creationId xmlns:a16="http://schemas.microsoft.com/office/drawing/2014/main" id="{6624027A-88FA-4BFF-B4F2-C5762FC1F970}"/>
                </a:ext>
              </a:extLst>
            </p:cNvPr>
            <p:cNvSpPr/>
            <p:nvPr/>
          </p:nvSpPr>
          <p:spPr>
            <a:xfrm>
              <a:off x="6409058" y="4615134"/>
              <a:ext cx="528582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b="1" i="1" dirty="0">
                  <a:latin typeface="NimbusRomDOT-Reg"/>
                </a:rPr>
                <a:t>N</a:t>
              </a:r>
              <a:endParaRPr lang="zh-CN" altLang="en-US" b="1" i="1" dirty="0">
                <a:latin typeface="NimbusRomDOT-Reg"/>
              </a:endParaRPr>
            </a:p>
          </p:txBody>
        </p:sp>
        <p:sp>
          <p:nvSpPr>
            <p:cNvPr id="87" name="矩形 86">
              <a:extLst>
                <a:ext uri="{FF2B5EF4-FFF2-40B4-BE49-F238E27FC236}">
                  <a16:creationId xmlns:a16="http://schemas.microsoft.com/office/drawing/2014/main" id="{F27F8372-0A1A-4356-AE96-85660261D124}"/>
                </a:ext>
              </a:extLst>
            </p:cNvPr>
            <p:cNvSpPr/>
            <p:nvPr/>
          </p:nvSpPr>
          <p:spPr>
            <a:xfrm>
              <a:off x="6937640" y="4617274"/>
              <a:ext cx="917000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b="1" i="1" dirty="0">
                  <a:latin typeface="NimbusRomDOT-Reg"/>
                </a:rPr>
                <a:t>…</a:t>
              </a:r>
              <a:endParaRPr lang="zh-CN" altLang="en-US" b="1" i="1" dirty="0">
                <a:latin typeface="NimbusRomDOT-Reg"/>
              </a:endParaRPr>
            </a:p>
          </p:txBody>
        </p:sp>
        <p:sp>
          <p:nvSpPr>
            <p:cNvPr id="89" name="矩形 88">
              <a:extLst>
                <a:ext uri="{FF2B5EF4-FFF2-40B4-BE49-F238E27FC236}">
                  <a16:creationId xmlns:a16="http://schemas.microsoft.com/office/drawing/2014/main" id="{AD483908-7274-46A3-BE80-C2629B227F25}"/>
                </a:ext>
              </a:extLst>
            </p:cNvPr>
            <p:cNvSpPr/>
            <p:nvPr/>
          </p:nvSpPr>
          <p:spPr>
            <a:xfrm>
              <a:off x="4434894" y="4612994"/>
              <a:ext cx="917000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b="1" i="1" dirty="0">
                  <a:latin typeface="NimbusRomDOT-Reg"/>
                </a:rPr>
                <a:t>…</a:t>
              </a:r>
              <a:endParaRPr lang="zh-CN" altLang="en-US" b="1" i="1" dirty="0">
                <a:latin typeface="NimbusRomDOT-Reg"/>
              </a:endParaRPr>
            </a:p>
          </p:txBody>
        </p:sp>
        <p:sp>
          <p:nvSpPr>
            <p:cNvPr id="90" name="矩形 89">
              <a:extLst>
                <a:ext uri="{FF2B5EF4-FFF2-40B4-BE49-F238E27FC236}">
                  <a16:creationId xmlns:a16="http://schemas.microsoft.com/office/drawing/2014/main" id="{E58E27A6-D4F0-40CA-A2B0-53EC30A89F35}"/>
                </a:ext>
              </a:extLst>
            </p:cNvPr>
            <p:cNvSpPr/>
            <p:nvPr/>
          </p:nvSpPr>
          <p:spPr>
            <a:xfrm>
              <a:off x="5351894" y="4615134"/>
              <a:ext cx="528582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b="1" i="1" dirty="0">
                  <a:latin typeface="NimbusRomDOT-Reg"/>
                </a:rPr>
                <a:t>N’</a:t>
              </a:r>
              <a:endParaRPr lang="zh-CN" altLang="en-US" b="1" i="1" dirty="0">
                <a:latin typeface="NimbusRomDOT-Reg"/>
              </a:endParaRPr>
            </a:p>
          </p:txBody>
        </p:sp>
        <p:sp>
          <p:nvSpPr>
            <p:cNvPr id="92" name="矩形 91">
              <a:extLst>
                <a:ext uri="{FF2B5EF4-FFF2-40B4-BE49-F238E27FC236}">
                  <a16:creationId xmlns:a16="http://schemas.microsoft.com/office/drawing/2014/main" id="{774531C4-CE70-48EE-A256-C501608C3BDB}"/>
                </a:ext>
              </a:extLst>
            </p:cNvPr>
            <p:cNvSpPr/>
            <p:nvPr/>
          </p:nvSpPr>
          <p:spPr>
            <a:xfrm>
              <a:off x="5880476" y="4619146"/>
              <a:ext cx="528582" cy="470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b="1" i="1" dirty="0">
                  <a:solidFill>
                    <a:srgbClr val="00B0F0"/>
                  </a:solidFill>
                  <a:latin typeface="NimbusRomDOT-Reg"/>
                </a:rPr>
                <a:t>K</a:t>
              </a:r>
              <a:r>
                <a:rPr lang="en-US" altLang="zh-CN" b="1" i="1" baseline="-25000" dirty="0">
                  <a:solidFill>
                    <a:srgbClr val="00B0F0"/>
                  </a:solidFill>
                  <a:latin typeface="NimbusRomDOT-Reg"/>
                </a:rPr>
                <a:t>2</a:t>
              </a:r>
              <a:endParaRPr lang="zh-CN" altLang="en-US" b="1" i="1" baseline="-25000" dirty="0">
                <a:solidFill>
                  <a:srgbClr val="00B0F0"/>
                </a:solidFill>
                <a:latin typeface="NimbusRomDOT-Reg"/>
              </a:endParaRPr>
            </a:p>
          </p:txBody>
        </p:sp>
      </p:grpSp>
      <p:cxnSp>
        <p:nvCxnSpPr>
          <p:cNvPr id="111" name="直接箭头连接符 110">
            <a:extLst>
              <a:ext uri="{FF2B5EF4-FFF2-40B4-BE49-F238E27FC236}">
                <a16:creationId xmlns:a16="http://schemas.microsoft.com/office/drawing/2014/main" id="{93F367ED-8B60-47BB-8A27-C9785C58F537}"/>
              </a:ext>
            </a:extLst>
          </p:cNvPr>
          <p:cNvCxnSpPr>
            <a:cxnSpLocks/>
            <a:stCxn id="101" idx="2"/>
            <a:endCxn id="116" idx="0"/>
          </p:cNvCxnSpPr>
          <p:nvPr/>
        </p:nvCxnSpPr>
        <p:spPr>
          <a:xfrm flipH="1">
            <a:off x="3101069" y="4839037"/>
            <a:ext cx="2104757" cy="653704"/>
          </a:xfrm>
          <a:prstGeom prst="straightConnector1">
            <a:avLst/>
          </a:prstGeom>
          <a:ln w="25400">
            <a:solidFill>
              <a:schemeClr val="tx1"/>
            </a:solidFill>
            <a:headEnd type="oval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直接箭头连接符 111">
            <a:extLst>
              <a:ext uri="{FF2B5EF4-FFF2-40B4-BE49-F238E27FC236}">
                <a16:creationId xmlns:a16="http://schemas.microsoft.com/office/drawing/2014/main" id="{09A87700-0DBE-457C-B2FF-A830A201E7F6}"/>
              </a:ext>
            </a:extLst>
          </p:cNvPr>
          <p:cNvCxnSpPr>
            <a:cxnSpLocks/>
            <a:stCxn id="98" idx="2"/>
            <a:endCxn id="106" idx="0"/>
          </p:cNvCxnSpPr>
          <p:nvPr/>
        </p:nvCxnSpPr>
        <p:spPr>
          <a:xfrm>
            <a:off x="6262990" y="4839037"/>
            <a:ext cx="2273773" cy="656039"/>
          </a:xfrm>
          <a:prstGeom prst="straightConnector1">
            <a:avLst/>
          </a:prstGeom>
          <a:ln w="25400">
            <a:solidFill>
              <a:schemeClr val="tx1"/>
            </a:solidFill>
            <a:headEnd type="oval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544123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6" grpId="0" animBg="1"/>
      <p:bldP spid="78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63A6BA-E7A8-4199-A9F7-13D20F493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Eample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C82B485-330C-4F7C-AD75-86FB6EFA3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E2CAA3-61D3-426F-B41B-64B703D06CD5}" type="datetime1">
              <a:rPr lang="zh-CN" altLang="en-US" smtClean="0"/>
              <a:t>2024/5/8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9398CB-94F3-4CE3-9880-9F79A418A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Tree Indices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98061EF-E67D-4B6D-B836-FE67DC6C8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5A79-C12E-4282-8451-1BC984B858F9}" type="slidenum">
              <a:rPr lang="zh-CN" altLang="en-US" smtClean="0"/>
              <a:t>36</a:t>
            </a:fld>
            <a:endParaRPr lang="zh-CN" altLang="en-US"/>
          </a:p>
        </p:txBody>
      </p:sp>
      <p:pic>
        <p:nvPicPr>
          <p:cNvPr id="7" name="Picture 5">
            <a:extLst>
              <a:ext uri="{FF2B5EF4-FFF2-40B4-BE49-F238E27FC236}">
                <a16:creationId xmlns:a16="http://schemas.microsoft.com/office/drawing/2014/main" id="{F8BD0298-8A6D-4DD2-A1D4-67B453F0598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4880" y="1726424"/>
            <a:ext cx="8730997" cy="20366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5">
            <a:extLst>
              <a:ext uri="{FF2B5EF4-FFF2-40B4-BE49-F238E27FC236}">
                <a16:creationId xmlns:a16="http://schemas.microsoft.com/office/drawing/2014/main" id="{3834AF92-C4DC-47E3-9325-AF076153A8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4880" y="3952064"/>
            <a:ext cx="8480425" cy="2368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963E21F0-8E96-465D-ACC2-70207CDF4406}"/>
              </a:ext>
            </a:extLst>
          </p:cNvPr>
          <p:cNvSpPr/>
          <p:nvPr/>
        </p:nvSpPr>
        <p:spPr>
          <a:xfrm>
            <a:off x="3523885" y="947702"/>
            <a:ext cx="23903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b="1" dirty="0"/>
              <a:t>deleting </a:t>
            </a:r>
            <a:r>
              <a:rPr lang="ja-JP" altLang="en-US" b="1" dirty="0"/>
              <a:t>“</a:t>
            </a:r>
            <a:r>
              <a:rPr lang="en-US" altLang="ja-JP" b="1" dirty="0"/>
              <a:t>Srinivasan</a:t>
            </a:r>
            <a:r>
              <a:rPr lang="ja-JP" altLang="en-US" b="1" dirty="0"/>
              <a:t>”</a:t>
            </a:r>
            <a:endParaRPr lang="zh-CN" altLang="en-US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A00FFEE-8A9A-4C45-BDE2-DB3F36EF7350}"/>
              </a:ext>
            </a:extLst>
          </p:cNvPr>
          <p:cNvSpPr/>
          <p:nvPr/>
        </p:nvSpPr>
        <p:spPr>
          <a:xfrm>
            <a:off x="989144" y="2560079"/>
            <a:ext cx="87395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b="1" dirty="0"/>
              <a:t>Before</a:t>
            </a:r>
            <a:endParaRPr lang="zh-CN" altLang="en-US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3A6287F-0D13-49D8-9159-CFABE3837680}"/>
              </a:ext>
            </a:extLst>
          </p:cNvPr>
          <p:cNvSpPr/>
          <p:nvPr/>
        </p:nvSpPr>
        <p:spPr>
          <a:xfrm>
            <a:off x="989143" y="4828358"/>
            <a:ext cx="71205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b="1" dirty="0"/>
              <a:t>After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5228709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63A6BA-E7A8-4199-A9F7-13D20F493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Example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C82B485-330C-4F7C-AD75-86FB6EFA3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D3228-94C2-4675-A232-8F2DDBF622AC}" type="datetime1">
              <a:rPr lang="zh-CN" altLang="en-US" smtClean="0"/>
              <a:t>2024/5/8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9398CB-94F3-4CE3-9880-9F79A418A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Tree Indices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98061EF-E67D-4B6D-B836-FE67DC6C8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5A79-C12E-4282-8451-1BC984B858F9}" type="slidenum">
              <a:rPr lang="zh-CN" altLang="en-US" smtClean="0"/>
              <a:t>37</a:t>
            </a:fld>
            <a:endParaRPr lang="zh-CN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EE085BF-3DAD-48B7-99BD-030F26F965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98712" y="4025881"/>
            <a:ext cx="7751451" cy="2154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5">
            <a:extLst>
              <a:ext uri="{FF2B5EF4-FFF2-40B4-BE49-F238E27FC236}">
                <a16:creationId xmlns:a16="http://schemas.microsoft.com/office/drawing/2014/main" id="{F0B4B625-AD82-4386-972B-A28EE1D0BB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98712" y="1784314"/>
            <a:ext cx="7394575" cy="2065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4FF4875D-8D2D-43F1-A875-5A2CC4C460AD}"/>
              </a:ext>
            </a:extLst>
          </p:cNvPr>
          <p:cNvSpPr/>
          <p:nvPr/>
        </p:nvSpPr>
        <p:spPr>
          <a:xfrm>
            <a:off x="989144" y="2560079"/>
            <a:ext cx="87395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b="1" dirty="0"/>
              <a:t>Before</a:t>
            </a:r>
            <a:endParaRPr lang="zh-CN" altLang="en-US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70ADF59-76EC-4184-92B6-C0148D6B7E73}"/>
              </a:ext>
            </a:extLst>
          </p:cNvPr>
          <p:cNvSpPr/>
          <p:nvPr/>
        </p:nvSpPr>
        <p:spPr>
          <a:xfrm>
            <a:off x="989143" y="4828358"/>
            <a:ext cx="71205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b="1" dirty="0"/>
              <a:t>After</a:t>
            </a:r>
            <a:endParaRPr lang="zh-CN" altLang="en-US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31B3128-1984-408B-BB1E-67643C406FBE}"/>
              </a:ext>
            </a:extLst>
          </p:cNvPr>
          <p:cNvSpPr/>
          <p:nvPr/>
        </p:nvSpPr>
        <p:spPr>
          <a:xfrm>
            <a:off x="3716853" y="931753"/>
            <a:ext cx="302518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b="1" dirty="0"/>
              <a:t>deleting </a:t>
            </a:r>
            <a:r>
              <a:rPr lang="ja-JP" altLang="en-US" b="1" dirty="0"/>
              <a:t>“</a:t>
            </a:r>
            <a:r>
              <a:rPr lang="en-US" altLang="ja-JP" b="1" dirty="0"/>
              <a:t>Singh</a:t>
            </a:r>
            <a:r>
              <a:rPr lang="ja-JP" altLang="en-US" b="1" dirty="0"/>
              <a:t>”</a:t>
            </a:r>
            <a:r>
              <a:rPr lang="en-US" altLang="ja-JP" b="1" dirty="0"/>
              <a:t> and </a:t>
            </a:r>
            <a:r>
              <a:rPr lang="ja-JP" altLang="en-US" b="1" dirty="0"/>
              <a:t>“</a:t>
            </a:r>
            <a:r>
              <a:rPr lang="en-US" altLang="ja-JP" b="1" dirty="0"/>
              <a:t>Wu</a:t>
            </a:r>
            <a:r>
              <a:rPr lang="ja-JP" altLang="en-US" b="1" dirty="0"/>
              <a:t>”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6463214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63A6BA-E7A8-4199-A9F7-13D20F493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Example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C82B485-330C-4F7C-AD75-86FB6EFA3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18268-934E-4EF7-8A3B-D8636434C7DD}" type="datetime1">
              <a:rPr lang="zh-CN" altLang="en-US" smtClean="0"/>
              <a:t>2024/5/8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9398CB-94F3-4CE3-9880-9F79A418A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Tree Indices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98061EF-E67D-4B6D-B836-FE67DC6C8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5A79-C12E-4282-8451-1BC984B858F9}" type="slidenum">
              <a:rPr lang="zh-CN" altLang="en-US" smtClean="0"/>
              <a:t>38</a:t>
            </a:fld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70D1E94-2018-49F1-ABCB-88EB3EDAC993}"/>
              </a:ext>
            </a:extLst>
          </p:cNvPr>
          <p:cNvSpPr/>
          <p:nvPr/>
        </p:nvSpPr>
        <p:spPr>
          <a:xfrm>
            <a:off x="3658029" y="915804"/>
            <a:ext cx="211147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b="1" dirty="0"/>
              <a:t>deletion of </a:t>
            </a:r>
            <a:r>
              <a:rPr lang="ja-JP" altLang="en-US" b="1" dirty="0"/>
              <a:t>“</a:t>
            </a:r>
            <a:r>
              <a:rPr lang="en-US" altLang="ja-JP" b="1" dirty="0"/>
              <a:t>Gold</a:t>
            </a:r>
            <a:r>
              <a:rPr lang="ja-JP" altLang="en-US" b="1" dirty="0"/>
              <a:t>”</a:t>
            </a:r>
            <a:endParaRPr lang="zh-CN" altLang="en-US" dirty="0"/>
          </a:p>
        </p:txBody>
      </p:sp>
      <p:pic>
        <p:nvPicPr>
          <p:cNvPr id="8" name="Picture 5">
            <a:extLst>
              <a:ext uri="{FF2B5EF4-FFF2-40B4-BE49-F238E27FC236}">
                <a16:creationId xmlns:a16="http://schemas.microsoft.com/office/drawing/2014/main" id="{D7CA96F4-EB14-4955-8CBA-2D9C759DC9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81048" y="4671891"/>
            <a:ext cx="7386637" cy="13500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6">
            <a:extLst>
              <a:ext uri="{FF2B5EF4-FFF2-40B4-BE49-F238E27FC236}">
                <a16:creationId xmlns:a16="http://schemas.microsoft.com/office/drawing/2014/main" id="{A53FC1CB-E0C6-4EBA-B48F-BC227FF6AD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38192" y="1912278"/>
            <a:ext cx="7832724" cy="21776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67379245-354B-4A74-BA21-A8382D78D099}"/>
              </a:ext>
            </a:extLst>
          </p:cNvPr>
          <p:cNvSpPr/>
          <p:nvPr/>
        </p:nvSpPr>
        <p:spPr>
          <a:xfrm>
            <a:off x="989144" y="2560079"/>
            <a:ext cx="87395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b="1" dirty="0"/>
              <a:t>Before</a:t>
            </a:r>
            <a:endParaRPr lang="zh-CN" altLang="en-US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DB5E506-FACB-47A7-9838-6107494AED8F}"/>
              </a:ext>
            </a:extLst>
          </p:cNvPr>
          <p:cNvSpPr/>
          <p:nvPr/>
        </p:nvSpPr>
        <p:spPr>
          <a:xfrm>
            <a:off x="989143" y="4828358"/>
            <a:ext cx="71205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b="1" dirty="0"/>
              <a:t>After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5166882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63A6BA-E7A8-4199-A9F7-13D20F493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Observations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41D338E-6007-4685-B707-13D151D5BE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690687"/>
            <a:ext cx="10868247" cy="4757959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ja-JP" altLang="en-US" sz="2000" dirty="0"/>
              <a:t>“</a:t>
            </a:r>
            <a:r>
              <a:rPr lang="en-US" altLang="ja-JP" sz="2000" dirty="0"/>
              <a:t>logically</a:t>
            </a:r>
            <a:r>
              <a:rPr lang="ja-JP" altLang="en-US" sz="2000" dirty="0"/>
              <a:t>”</a:t>
            </a:r>
            <a:r>
              <a:rPr lang="en-US" altLang="ja-JP" sz="2000" dirty="0"/>
              <a:t> close blocks need </a:t>
            </a:r>
            <a:r>
              <a:rPr lang="en-US" altLang="ja-JP" sz="2000" b="1" dirty="0">
                <a:solidFill>
                  <a:srgbClr val="FF0000"/>
                </a:solidFill>
              </a:rPr>
              <a:t>not</a:t>
            </a:r>
            <a:r>
              <a:rPr lang="en-US" altLang="ja-JP" sz="2000" dirty="0"/>
              <a:t> be </a:t>
            </a:r>
            <a:r>
              <a:rPr lang="ja-JP" altLang="en-US" sz="2000" dirty="0"/>
              <a:t>“</a:t>
            </a:r>
            <a:r>
              <a:rPr lang="en-US" altLang="ja-JP" sz="2000" dirty="0"/>
              <a:t>physically</a:t>
            </a:r>
            <a:r>
              <a:rPr lang="ja-JP" altLang="en-US" sz="2000" dirty="0"/>
              <a:t>”</a:t>
            </a:r>
            <a:r>
              <a:rPr lang="en-US" altLang="ja-JP" sz="2000" dirty="0"/>
              <a:t> close.</a:t>
            </a:r>
          </a:p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en-US" altLang="en-US" sz="2000" dirty="0"/>
              <a:t>The B</a:t>
            </a:r>
            <a:r>
              <a:rPr lang="en-US" altLang="en-US" sz="2000" baseline="30000" dirty="0"/>
              <a:t>+</a:t>
            </a:r>
            <a:r>
              <a:rPr lang="en-US" altLang="en-US" sz="2000" dirty="0"/>
              <a:t>-tree contains a relatively </a:t>
            </a:r>
            <a:r>
              <a:rPr lang="en-US" altLang="en-US" sz="2000" b="1" dirty="0">
                <a:solidFill>
                  <a:srgbClr val="00B050"/>
                </a:solidFill>
              </a:rPr>
              <a:t>small</a:t>
            </a:r>
            <a:r>
              <a:rPr lang="en-US" altLang="en-US" sz="2000" dirty="0"/>
              <a:t> number of levels</a:t>
            </a:r>
          </a:p>
          <a:p>
            <a:pPr lvl="2">
              <a:lnSpc>
                <a:spcPct val="100000"/>
              </a:lnSpc>
              <a:spcBef>
                <a:spcPts val="1200"/>
              </a:spcBef>
            </a:pPr>
            <a:r>
              <a:rPr lang="en-US" altLang="en-US" dirty="0"/>
              <a:t>Level below root has at least 2* </a:t>
            </a:r>
            <a:r>
              <a:rPr lang="en-US" altLang="en-US" dirty="0">
                <a:sym typeface="Symbol" panose="05050102010706020507" pitchFamily="18" charset="2"/>
              </a:rPr>
              <a:t></a:t>
            </a:r>
            <a:r>
              <a:rPr lang="en-US" altLang="en-US" dirty="0"/>
              <a:t>n/2</a:t>
            </a:r>
            <a:r>
              <a:rPr lang="en-US" altLang="en-US" dirty="0">
                <a:sym typeface="Symbol" panose="05050102010706020507" pitchFamily="18" charset="2"/>
              </a:rPr>
              <a:t> </a:t>
            </a:r>
            <a:r>
              <a:rPr lang="en-US" altLang="en-US" dirty="0"/>
              <a:t>values</a:t>
            </a:r>
          </a:p>
          <a:p>
            <a:pPr lvl="2">
              <a:lnSpc>
                <a:spcPct val="100000"/>
              </a:lnSpc>
              <a:spcBef>
                <a:spcPts val="1200"/>
              </a:spcBef>
            </a:pPr>
            <a:r>
              <a:rPr lang="en-US" altLang="en-US" dirty="0"/>
              <a:t>Next level has at least 2* </a:t>
            </a:r>
            <a:r>
              <a:rPr lang="en-US" altLang="en-US" dirty="0">
                <a:sym typeface="Symbol" panose="05050102010706020507" pitchFamily="18" charset="2"/>
              </a:rPr>
              <a:t></a:t>
            </a:r>
            <a:r>
              <a:rPr lang="en-US" altLang="en-US" dirty="0"/>
              <a:t>n/2</a:t>
            </a:r>
            <a:r>
              <a:rPr lang="en-US" altLang="en-US" dirty="0">
                <a:sym typeface="Symbol" panose="05050102010706020507" pitchFamily="18" charset="2"/>
              </a:rPr>
              <a:t> * </a:t>
            </a:r>
            <a:r>
              <a:rPr lang="en-US" altLang="en-US" dirty="0"/>
              <a:t>n/2</a:t>
            </a:r>
            <a:r>
              <a:rPr lang="en-US" altLang="en-US" dirty="0">
                <a:sym typeface="Symbol" panose="05050102010706020507" pitchFamily="18" charset="2"/>
              </a:rPr>
              <a:t></a:t>
            </a:r>
            <a:r>
              <a:rPr lang="en-US" altLang="en-US" dirty="0"/>
              <a:t> values</a:t>
            </a:r>
          </a:p>
          <a:p>
            <a:pPr lvl="2">
              <a:lnSpc>
                <a:spcPct val="100000"/>
              </a:lnSpc>
              <a:spcBef>
                <a:spcPts val="1200"/>
              </a:spcBef>
            </a:pPr>
            <a:r>
              <a:rPr lang="en-US" altLang="en-US" dirty="0"/>
              <a:t>.. etc.</a:t>
            </a:r>
          </a:p>
          <a:p>
            <a:pPr lvl="1">
              <a:lnSpc>
                <a:spcPct val="100000"/>
              </a:lnSpc>
              <a:spcBef>
                <a:spcPts val="1200"/>
              </a:spcBef>
            </a:pPr>
            <a:r>
              <a:rPr lang="en-US" altLang="en-US" sz="2000" dirty="0"/>
              <a:t>If there are </a:t>
            </a:r>
            <a:r>
              <a:rPr lang="en-US" altLang="en-US" sz="2000" i="1" dirty="0"/>
              <a:t>K</a:t>
            </a:r>
            <a:r>
              <a:rPr lang="en-US" altLang="en-US" sz="2000" dirty="0"/>
              <a:t> search-key values in the file, the tree height is no more than </a:t>
            </a:r>
            <a:r>
              <a:rPr lang="en-US" altLang="en-US" sz="2000" b="1" dirty="0">
                <a:solidFill>
                  <a:srgbClr val="00B050"/>
                </a:solidFill>
                <a:sym typeface="Symbol" panose="05050102010706020507" pitchFamily="18" charset="2"/>
              </a:rPr>
              <a:t> </a:t>
            </a:r>
            <a:r>
              <a:rPr lang="en-US" altLang="en-US" sz="2000" b="1" dirty="0" err="1">
                <a:solidFill>
                  <a:srgbClr val="00B050"/>
                </a:solidFill>
                <a:sym typeface="Symbol" panose="05050102010706020507" pitchFamily="18" charset="2"/>
              </a:rPr>
              <a:t>log</a:t>
            </a:r>
            <a:r>
              <a:rPr lang="en-US" altLang="en-US" sz="2000" b="1" baseline="-25000" dirty="0" err="1">
                <a:solidFill>
                  <a:srgbClr val="00B050"/>
                </a:solidFill>
                <a:sym typeface="Symbol" panose="05050102010706020507" pitchFamily="18" charset="2"/>
              </a:rPr>
              <a:t></a:t>
            </a:r>
            <a:r>
              <a:rPr lang="en-US" altLang="en-US" sz="2000" b="1" i="1" baseline="-25000" dirty="0" err="1">
                <a:solidFill>
                  <a:srgbClr val="00B050"/>
                </a:solidFill>
                <a:sym typeface="Symbol" panose="05050102010706020507" pitchFamily="18" charset="2"/>
              </a:rPr>
              <a:t>n</a:t>
            </a:r>
            <a:r>
              <a:rPr lang="en-US" altLang="en-US" sz="2000" b="1" baseline="-25000" dirty="0">
                <a:solidFill>
                  <a:srgbClr val="00B050"/>
                </a:solidFill>
                <a:sym typeface="Symbol" panose="05050102010706020507" pitchFamily="18" charset="2"/>
              </a:rPr>
              <a:t>/2</a:t>
            </a:r>
            <a:r>
              <a:rPr lang="en-US" altLang="en-US" sz="2000" b="1" dirty="0">
                <a:solidFill>
                  <a:srgbClr val="00B050"/>
                </a:solidFill>
                <a:sym typeface="Symbol" panose="05050102010706020507" pitchFamily="18" charset="2"/>
              </a:rPr>
              <a:t>(</a:t>
            </a:r>
            <a:r>
              <a:rPr lang="en-US" altLang="en-US" sz="2000" b="1" i="1" dirty="0">
                <a:solidFill>
                  <a:srgbClr val="00B050"/>
                </a:solidFill>
                <a:sym typeface="Symbol" panose="05050102010706020507" pitchFamily="18" charset="2"/>
              </a:rPr>
              <a:t>K</a:t>
            </a:r>
            <a:r>
              <a:rPr lang="en-US" altLang="en-US" sz="2000" b="1" dirty="0">
                <a:solidFill>
                  <a:srgbClr val="00B050"/>
                </a:solidFill>
                <a:sym typeface="Symbol" panose="05050102010706020507" pitchFamily="18" charset="2"/>
              </a:rPr>
              <a:t>)</a:t>
            </a:r>
            <a:endParaRPr lang="en-US" altLang="en-US" sz="2000" b="1" dirty="0">
              <a:solidFill>
                <a:srgbClr val="00B050"/>
              </a:solidFill>
            </a:endParaRPr>
          </a:p>
          <a:p>
            <a:pPr lvl="1">
              <a:lnSpc>
                <a:spcPct val="100000"/>
              </a:lnSpc>
              <a:spcBef>
                <a:spcPts val="1200"/>
              </a:spcBef>
            </a:pPr>
            <a:r>
              <a:rPr lang="en-US" altLang="en-US" sz="2000" dirty="0"/>
              <a:t>thus searches can be conducted efficiently.</a:t>
            </a:r>
          </a:p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en-US" altLang="en-US" sz="2000" dirty="0"/>
              <a:t>Insertions and deletions to the main file can be handled efficiently, as the index can be restructured in </a:t>
            </a:r>
            <a:r>
              <a:rPr lang="en-US" altLang="en-US" sz="2000" b="1" dirty="0">
                <a:solidFill>
                  <a:srgbClr val="00B050"/>
                </a:solidFill>
              </a:rPr>
              <a:t>logarithmic</a:t>
            </a:r>
            <a:r>
              <a:rPr lang="en-US" altLang="en-US" sz="2000" dirty="0"/>
              <a:t> time</a:t>
            </a:r>
          </a:p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en-US" altLang="en-US" sz="2000" dirty="0"/>
              <a:t>Average node occupancy depends on </a:t>
            </a:r>
            <a:r>
              <a:rPr lang="en-US" altLang="en-US" sz="2000" b="1" dirty="0">
                <a:solidFill>
                  <a:srgbClr val="00B050"/>
                </a:solidFill>
              </a:rPr>
              <a:t>insertion order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C82B485-330C-4F7C-AD75-86FB6EFA3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4FC07E-AAE1-48E3-96BF-6773203A8F5F}" type="datetime1">
              <a:rPr lang="zh-CN" altLang="en-US" smtClean="0"/>
              <a:t>2024/5/8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9398CB-94F3-4CE3-9880-9F79A418A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Tree Indices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98061EF-E67D-4B6D-B836-FE67DC6C8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5A79-C12E-4282-8451-1BC984B858F9}" type="slidenum">
              <a:rPr lang="zh-CN" altLang="en-US" smtClean="0"/>
              <a:t>39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854095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63A6BA-E7A8-4199-A9F7-13D20F493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Non-Unique Search Keys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41D338E-6007-4685-B707-13D151D5BE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665662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en-US" altLang="zh-CN" b="1" dirty="0">
                <a:solidFill>
                  <a:srgbClr val="00B050"/>
                </a:solidFill>
              </a:rPr>
              <a:t>Buckets</a:t>
            </a:r>
            <a:r>
              <a:rPr lang="en-US" altLang="zh-CN" dirty="0"/>
              <a:t> on separate block (bad idea)</a:t>
            </a:r>
          </a:p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en-US" altLang="zh-CN" dirty="0"/>
              <a:t>List of tuple pointers with each key</a:t>
            </a:r>
          </a:p>
          <a:p>
            <a:pPr lvl="1">
              <a:lnSpc>
                <a:spcPct val="100000"/>
              </a:lnSpc>
              <a:spcBef>
                <a:spcPts val="1200"/>
              </a:spcBef>
            </a:pPr>
            <a:r>
              <a:rPr lang="en-US" altLang="zh-CN" dirty="0"/>
              <a:t>Extra </a:t>
            </a:r>
            <a:r>
              <a:rPr lang="en-US" altLang="zh-CN" b="1" dirty="0">
                <a:solidFill>
                  <a:srgbClr val="FF0000"/>
                </a:solidFill>
              </a:rPr>
              <a:t>code</a:t>
            </a:r>
            <a:r>
              <a:rPr lang="en-US" altLang="zh-CN" dirty="0"/>
              <a:t> to handle long lists</a:t>
            </a:r>
          </a:p>
          <a:p>
            <a:pPr lvl="1">
              <a:lnSpc>
                <a:spcPct val="100000"/>
              </a:lnSpc>
              <a:spcBef>
                <a:spcPts val="1200"/>
              </a:spcBef>
            </a:pPr>
            <a:r>
              <a:rPr lang="en-US" altLang="zh-CN" dirty="0"/>
              <a:t>Deletion of a tuple can be expensive if there are many duplicates on search key (why?)</a:t>
            </a:r>
          </a:p>
          <a:p>
            <a:pPr lvl="1">
              <a:lnSpc>
                <a:spcPct val="100000"/>
              </a:lnSpc>
              <a:spcBef>
                <a:spcPts val="1200"/>
              </a:spcBef>
            </a:pPr>
            <a:r>
              <a:rPr lang="en-US" altLang="zh-CN" dirty="0"/>
              <a:t>Low space overhead, no extra cost for queries</a:t>
            </a:r>
          </a:p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en-US" altLang="zh-CN" dirty="0"/>
              <a:t>Make search key unique by adding a record-identifier</a:t>
            </a:r>
          </a:p>
          <a:p>
            <a:pPr lvl="1">
              <a:lnSpc>
                <a:spcPct val="100000"/>
              </a:lnSpc>
              <a:spcBef>
                <a:spcPts val="1200"/>
              </a:spcBef>
            </a:pPr>
            <a:r>
              <a:rPr lang="en-US" altLang="zh-CN" dirty="0"/>
              <a:t>Extra storage overhead for keys</a:t>
            </a:r>
          </a:p>
          <a:p>
            <a:pPr lvl="1">
              <a:lnSpc>
                <a:spcPct val="100000"/>
              </a:lnSpc>
              <a:spcBef>
                <a:spcPts val="1200"/>
              </a:spcBef>
            </a:pPr>
            <a:r>
              <a:rPr lang="en-US" altLang="zh-CN" dirty="0"/>
              <a:t>Simpler code for insertion/deletion</a:t>
            </a:r>
          </a:p>
          <a:p>
            <a:pPr lvl="1">
              <a:lnSpc>
                <a:spcPct val="100000"/>
              </a:lnSpc>
              <a:spcBef>
                <a:spcPts val="1200"/>
              </a:spcBef>
            </a:pPr>
            <a:r>
              <a:rPr lang="en-US" altLang="zh-CN" dirty="0"/>
              <a:t>Widely used</a:t>
            </a:r>
          </a:p>
          <a:p>
            <a:pPr>
              <a:lnSpc>
                <a:spcPct val="100000"/>
              </a:lnSpc>
              <a:spcBef>
                <a:spcPts val="1200"/>
              </a:spcBef>
            </a:pPr>
            <a:endParaRPr lang="en-US" altLang="zh-CN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C82B485-330C-4F7C-AD75-86FB6EFA3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A4357-7F47-4D09-98E9-F3A46CA5D4F5}" type="datetime1">
              <a:rPr lang="zh-CN" altLang="en-US" smtClean="0"/>
              <a:t>2024/5/8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9398CB-94F3-4CE3-9880-9F79A418A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Tree Indices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98061EF-E67D-4B6D-B836-FE67DC6C8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5A79-C12E-4282-8451-1BC984B858F9}" type="slidenum">
              <a:rPr lang="zh-CN" altLang="en-US" smtClean="0"/>
              <a:t>40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356393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63A6BA-E7A8-4199-A9F7-13D20F493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B</a:t>
            </a:r>
            <a:r>
              <a:rPr lang="en-US" altLang="zh-CN" baseline="30000" dirty="0"/>
              <a:t>+</a:t>
            </a:r>
            <a:r>
              <a:rPr lang="en-US" altLang="zh-CN" dirty="0"/>
              <a:t>-Tree File Organization</a:t>
            </a:r>
            <a:endParaRPr lang="zh-CN" altLang="en-US" dirty="0"/>
          </a:p>
        </p:txBody>
      </p:sp>
      <p:pic>
        <p:nvPicPr>
          <p:cNvPr id="7" name="内容占位符 6">
            <a:extLst>
              <a:ext uri="{FF2B5EF4-FFF2-40B4-BE49-F238E27FC236}">
                <a16:creationId xmlns:a16="http://schemas.microsoft.com/office/drawing/2014/main" id="{3305FDEA-B5BB-40F5-95E5-8FFE97886AE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853700"/>
            <a:ext cx="10515600" cy="3978545"/>
          </a:xfrm>
          <a:prstGeom prst="rect">
            <a:avLst/>
          </a:prstGeom>
        </p:spPr>
      </p:pic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C82B485-330C-4F7C-AD75-86FB6EFA3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EA09F4-A65B-4495-93FD-C6CD5C358951}" type="datetime1">
              <a:rPr lang="zh-CN" altLang="en-US" smtClean="0"/>
              <a:t>2024/5/8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9398CB-94F3-4CE3-9880-9F79A418A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Tree Indices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98061EF-E67D-4B6D-B836-FE67DC6C8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5A79-C12E-4282-8451-1BC984B858F9}" type="slidenum">
              <a:rPr lang="zh-CN" altLang="en-US" smtClean="0"/>
              <a:t>41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15614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63A6BA-E7A8-4199-A9F7-13D20F493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3600" dirty="0"/>
              <a:t>Record Relocation and Secondary Indices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41D338E-6007-4685-B707-13D151D5BE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7"/>
            <a:ext cx="10515600" cy="4731377"/>
          </a:xfrm>
        </p:spPr>
        <p:txBody>
          <a:bodyPr>
            <a:normAutofit lnSpcReduction="10000"/>
          </a:bodyPr>
          <a:lstStyle/>
          <a:p>
            <a:pPr>
              <a:lnSpc>
                <a:spcPct val="100000"/>
              </a:lnSpc>
              <a:spcBef>
                <a:spcPts val="1800"/>
              </a:spcBef>
            </a:pPr>
            <a:r>
              <a:rPr lang="en-US" altLang="zh-CN" dirty="0"/>
              <a:t>If a record </a:t>
            </a:r>
            <a:r>
              <a:rPr lang="en-US" altLang="zh-CN" b="1" dirty="0">
                <a:solidFill>
                  <a:srgbClr val="FF0000"/>
                </a:solidFill>
              </a:rPr>
              <a:t>moves</a:t>
            </a:r>
            <a:r>
              <a:rPr lang="en-US" altLang="zh-CN" dirty="0"/>
              <a:t>, all secondary indices that store record pointers have to be </a:t>
            </a:r>
            <a:r>
              <a:rPr lang="en-US" altLang="zh-CN" b="1" dirty="0">
                <a:solidFill>
                  <a:srgbClr val="FF0000"/>
                </a:solidFill>
              </a:rPr>
              <a:t>updated</a:t>
            </a:r>
            <a:r>
              <a:rPr lang="en-US" altLang="zh-CN" dirty="0"/>
              <a:t> </a:t>
            </a:r>
          </a:p>
          <a:p>
            <a:pPr>
              <a:lnSpc>
                <a:spcPct val="100000"/>
              </a:lnSpc>
              <a:spcBef>
                <a:spcPts val="1800"/>
              </a:spcBef>
            </a:pPr>
            <a:r>
              <a:rPr lang="en-US" altLang="zh-CN" dirty="0"/>
              <a:t>Node splits in B</a:t>
            </a:r>
            <a:r>
              <a:rPr lang="en-US" altLang="zh-CN" baseline="30000" dirty="0"/>
              <a:t>+</a:t>
            </a:r>
            <a:r>
              <a:rPr lang="en-US" altLang="zh-CN" dirty="0"/>
              <a:t>-tree file organizations become very expensive</a:t>
            </a:r>
          </a:p>
          <a:p>
            <a:pPr>
              <a:lnSpc>
                <a:spcPct val="100000"/>
              </a:lnSpc>
              <a:spcBef>
                <a:spcPts val="1800"/>
              </a:spcBef>
            </a:pPr>
            <a:r>
              <a:rPr lang="en-US" altLang="zh-CN" dirty="0"/>
              <a:t>Solution: use </a:t>
            </a:r>
            <a:r>
              <a:rPr lang="en-US" altLang="zh-CN" b="1" dirty="0">
                <a:solidFill>
                  <a:srgbClr val="00B050"/>
                </a:solidFill>
              </a:rPr>
              <a:t>search key </a:t>
            </a:r>
            <a:r>
              <a:rPr lang="en-US" altLang="zh-CN" dirty="0"/>
              <a:t>of B</a:t>
            </a:r>
            <a:r>
              <a:rPr lang="en-US" altLang="zh-CN" baseline="30000" dirty="0"/>
              <a:t>+</a:t>
            </a:r>
            <a:r>
              <a:rPr lang="en-US" altLang="zh-CN" dirty="0"/>
              <a:t>-tree file organization instead of record pointer in secondary index</a:t>
            </a:r>
          </a:p>
          <a:p>
            <a:pPr lvl="1">
              <a:lnSpc>
                <a:spcPct val="100000"/>
              </a:lnSpc>
              <a:spcBef>
                <a:spcPts val="1800"/>
              </a:spcBef>
            </a:pPr>
            <a:r>
              <a:rPr lang="en-US" altLang="zh-CN" dirty="0"/>
              <a:t>Add record-id if B</a:t>
            </a:r>
            <a:r>
              <a:rPr lang="en-US" altLang="zh-CN" baseline="30000" dirty="0"/>
              <a:t>+</a:t>
            </a:r>
            <a:r>
              <a:rPr lang="en-US" altLang="zh-CN" dirty="0"/>
              <a:t>-tree file organization search key is non-unique</a:t>
            </a:r>
          </a:p>
          <a:p>
            <a:pPr lvl="1">
              <a:lnSpc>
                <a:spcPct val="100000"/>
              </a:lnSpc>
              <a:spcBef>
                <a:spcPts val="1800"/>
              </a:spcBef>
            </a:pPr>
            <a:r>
              <a:rPr lang="en-US" altLang="zh-CN" dirty="0"/>
              <a:t>Extra traversal of file organization to locate record</a:t>
            </a:r>
          </a:p>
          <a:p>
            <a:pPr lvl="2">
              <a:lnSpc>
                <a:spcPct val="100000"/>
              </a:lnSpc>
              <a:spcBef>
                <a:spcPts val="1800"/>
              </a:spcBef>
            </a:pPr>
            <a:r>
              <a:rPr lang="en-US" altLang="zh-CN" dirty="0"/>
              <a:t>Higher cost for queries, but node splits are cheap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C82B485-330C-4F7C-AD75-86FB6EFA3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34B98-E3D3-490E-9CE3-E0870BB0D09D}" type="datetime1">
              <a:rPr lang="zh-CN" altLang="en-US" smtClean="0"/>
              <a:t>2024/5/8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9398CB-94F3-4CE3-9880-9F79A418A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Tree Indices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98061EF-E67D-4B6D-B836-FE67DC6C8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5A79-C12E-4282-8451-1BC984B858F9}" type="slidenum">
              <a:rPr lang="zh-CN" altLang="en-US" smtClean="0"/>
              <a:t>42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616177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63A6BA-E7A8-4199-A9F7-13D20F493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Indexing Strings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41D338E-6007-4685-B707-13D151D5BE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665662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en-US" altLang="zh-CN" b="1" dirty="0">
                <a:solidFill>
                  <a:srgbClr val="FF0000"/>
                </a:solidFill>
              </a:rPr>
              <a:t>Variable</a:t>
            </a:r>
            <a:r>
              <a:rPr lang="en-US" altLang="zh-CN" dirty="0"/>
              <a:t> length strings as keys</a:t>
            </a:r>
          </a:p>
          <a:p>
            <a:pPr lvl="1">
              <a:lnSpc>
                <a:spcPct val="100000"/>
              </a:lnSpc>
              <a:spcBef>
                <a:spcPts val="1200"/>
              </a:spcBef>
            </a:pPr>
            <a:r>
              <a:rPr lang="en-US" altLang="zh-CN" dirty="0"/>
              <a:t>Variable fanout</a:t>
            </a:r>
          </a:p>
          <a:p>
            <a:pPr lvl="1">
              <a:lnSpc>
                <a:spcPct val="100000"/>
              </a:lnSpc>
              <a:spcBef>
                <a:spcPts val="1200"/>
              </a:spcBef>
            </a:pPr>
            <a:r>
              <a:rPr lang="en-US" altLang="zh-CN" dirty="0"/>
              <a:t>Use space utilization as criterion for splitting, not number of pointers</a:t>
            </a:r>
          </a:p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en-US" altLang="zh-CN" dirty="0"/>
              <a:t>Prefix compression</a:t>
            </a:r>
          </a:p>
          <a:p>
            <a:pPr lvl="1">
              <a:lnSpc>
                <a:spcPct val="100000"/>
              </a:lnSpc>
              <a:spcBef>
                <a:spcPts val="1200"/>
              </a:spcBef>
            </a:pPr>
            <a:r>
              <a:rPr lang="en-US" altLang="zh-CN" dirty="0"/>
              <a:t>Key values at internal nodes can be </a:t>
            </a:r>
            <a:r>
              <a:rPr lang="en-US" altLang="zh-CN" b="1" dirty="0">
                <a:solidFill>
                  <a:srgbClr val="00B050"/>
                </a:solidFill>
              </a:rPr>
              <a:t>prefixes</a:t>
            </a:r>
            <a:r>
              <a:rPr lang="en-US" altLang="zh-CN" dirty="0"/>
              <a:t> of full key</a:t>
            </a:r>
          </a:p>
          <a:p>
            <a:pPr lvl="2">
              <a:lnSpc>
                <a:spcPct val="100000"/>
              </a:lnSpc>
              <a:spcBef>
                <a:spcPts val="1200"/>
              </a:spcBef>
            </a:pPr>
            <a:r>
              <a:rPr lang="en-US" altLang="zh-CN" dirty="0"/>
              <a:t>Keep enough characters to distinguish entries in the subtrees separated by the key value</a:t>
            </a:r>
          </a:p>
          <a:p>
            <a:pPr lvl="2">
              <a:lnSpc>
                <a:spcPct val="100000"/>
              </a:lnSpc>
              <a:spcBef>
                <a:spcPts val="1200"/>
              </a:spcBef>
            </a:pPr>
            <a:r>
              <a:rPr lang="en-US" altLang="zh-CN" dirty="0"/>
              <a:t>E.g., “Silas” and “</a:t>
            </a:r>
            <a:r>
              <a:rPr lang="en-US" altLang="zh-CN" dirty="0" err="1"/>
              <a:t>Silberschatz</a:t>
            </a:r>
            <a:r>
              <a:rPr lang="en-US" altLang="zh-CN" dirty="0"/>
              <a:t>” can be separated by “</a:t>
            </a:r>
            <a:r>
              <a:rPr lang="en-US" altLang="zh-CN" dirty="0" err="1"/>
              <a:t>Silb</a:t>
            </a:r>
            <a:r>
              <a:rPr lang="en-US" altLang="zh-CN" dirty="0"/>
              <a:t>”</a:t>
            </a:r>
          </a:p>
          <a:p>
            <a:pPr lvl="1">
              <a:lnSpc>
                <a:spcPct val="100000"/>
              </a:lnSpc>
              <a:spcBef>
                <a:spcPts val="1200"/>
              </a:spcBef>
            </a:pPr>
            <a:r>
              <a:rPr lang="en-US" altLang="zh-CN" dirty="0"/>
              <a:t>Keys in leaf node can be compressed by sharing common prefixes</a:t>
            </a:r>
          </a:p>
          <a:p>
            <a:pPr>
              <a:lnSpc>
                <a:spcPct val="100000"/>
              </a:lnSpc>
              <a:spcBef>
                <a:spcPts val="1200"/>
              </a:spcBef>
            </a:pPr>
            <a:endParaRPr lang="en-US" altLang="zh-CN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C82B485-330C-4F7C-AD75-86FB6EFA3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CB1FA3-EB3D-4986-8CD8-5E685A4FF5E7}" type="datetime1">
              <a:rPr lang="zh-CN" altLang="en-US" smtClean="0"/>
              <a:t>2024/5/8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9398CB-94F3-4CE3-9880-9F79A418A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Tree Indices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98061EF-E67D-4B6D-B836-FE67DC6C8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5A79-C12E-4282-8451-1BC984B858F9}" type="slidenum">
              <a:rPr lang="zh-CN" altLang="en-US" smtClean="0"/>
              <a:t>43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925067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63A6BA-E7A8-4199-A9F7-13D20F493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B-Tree vs B</a:t>
            </a:r>
            <a:r>
              <a:rPr lang="en-US" altLang="zh-CN" baseline="30000" dirty="0"/>
              <a:t>+</a:t>
            </a:r>
            <a:r>
              <a:rPr lang="en-US" altLang="zh-CN" dirty="0"/>
              <a:t>-Tree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C82B485-330C-4F7C-AD75-86FB6EFA3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FB1FCE-2EB9-48C3-9D29-8CC52794A756}" type="datetime1">
              <a:rPr lang="zh-CN" altLang="en-US" smtClean="0"/>
              <a:t>2024/5/8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9398CB-94F3-4CE3-9880-9F79A418A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Tree Indices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98061EF-E67D-4B6D-B836-FE67DC6C8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5A79-C12E-4282-8451-1BC984B858F9}" type="slidenum">
              <a:rPr lang="zh-CN" altLang="en-US" smtClean="0"/>
              <a:t>44</a:t>
            </a:fld>
            <a:endParaRPr lang="zh-CN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80FA802-FDA3-4F73-AF24-1D1CA8DB56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9951" y="1867749"/>
            <a:ext cx="8475662" cy="2241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5">
            <a:extLst>
              <a:ext uri="{FF2B5EF4-FFF2-40B4-BE49-F238E27FC236}">
                <a16:creationId xmlns:a16="http://schemas.microsoft.com/office/drawing/2014/main" id="{CA2CA3EA-C6C0-4392-918B-AC94C4CD53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9256"/>
          <a:stretch>
            <a:fillRect/>
          </a:stretch>
        </p:blipFill>
        <p:spPr bwMode="auto">
          <a:xfrm>
            <a:off x="1539951" y="4220314"/>
            <a:ext cx="8648700" cy="1958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5806651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63A6BA-E7A8-4199-A9F7-13D20F493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4000" dirty="0"/>
              <a:t>Homework 3-1</a:t>
            </a:r>
            <a:endParaRPr lang="zh-CN" altLang="en-US" sz="4000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C82B485-330C-4F7C-AD75-86FB6EFA3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98735-2498-4A58-A1B1-C71F9097959E}" type="datetime1">
              <a:rPr lang="zh-CN" altLang="en-US" smtClean="0"/>
              <a:t>2024/5/8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9398CB-94F3-4CE3-9880-9F79A418A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Tree Indices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98061EF-E67D-4B6D-B836-FE67DC6C8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5A79-C12E-4282-8451-1BC984B858F9}" type="slidenum">
              <a:rPr lang="zh-CN" altLang="en-US" smtClean="0"/>
              <a:t>45</a:t>
            </a:fld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3D66FC6-C80E-4B64-8910-26FF5A1E48C9}"/>
              </a:ext>
            </a:extLst>
          </p:cNvPr>
          <p:cNvSpPr/>
          <p:nvPr/>
        </p:nvSpPr>
        <p:spPr>
          <a:xfrm>
            <a:off x="838200" y="1732756"/>
            <a:ext cx="10515600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algn="just">
              <a:spcBef>
                <a:spcPts val="1200"/>
              </a:spcBef>
              <a:spcAft>
                <a:spcPts val="0"/>
              </a:spcAft>
              <a:buFont typeface="Wingdings" panose="05000000000000000000" pitchFamily="2" charset="2"/>
              <a:buChar char="l"/>
            </a:pPr>
            <a:r>
              <a:rPr lang="en-US" altLang="zh-CN" sz="2000" kern="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Construct a B</a:t>
            </a:r>
            <a:r>
              <a:rPr lang="en-US" altLang="zh-CN" sz="2000" kern="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+</a:t>
            </a:r>
            <a:r>
              <a:rPr lang="en-US" altLang="zh-CN" sz="2000" kern="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-tree for the following set of key values:</a:t>
            </a:r>
            <a:endParaRPr lang="en-US" altLang="zh-CN" sz="1600" kern="1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lvl="0" algn="just">
              <a:spcBef>
                <a:spcPts val="1200"/>
              </a:spcBef>
              <a:spcAft>
                <a:spcPts val="0"/>
              </a:spcAft>
            </a:pPr>
            <a:r>
              <a:rPr lang="en-US" altLang="zh-CN" sz="2000" i="1" kern="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(1, 2, 5, 6, 8, 10, 18, 27, 32, 39, 41, 45, 52, 58, 73, 80, 91, 99)</a:t>
            </a:r>
            <a:endParaRPr lang="zh-CN" altLang="zh-CN" sz="1600" kern="1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>
              <a:spcBef>
                <a:spcPts val="1200"/>
              </a:spcBef>
            </a:pP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Assume that the tree is initially empty and values are added in </a:t>
            </a:r>
            <a:r>
              <a:rPr lang="en-US" altLang="zh-CN" sz="2000" b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ascending</a:t>
            </a: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order. The number of pointers that will fit in one node is </a:t>
            </a:r>
            <a:r>
              <a:rPr lang="en-US" altLang="zh-CN" sz="2000" b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5</a:t>
            </a: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.</a:t>
            </a:r>
            <a:endParaRPr lang="zh-CN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E2EABAC-5489-4FC1-B465-A05437A4BC91}"/>
              </a:ext>
            </a:extLst>
          </p:cNvPr>
          <p:cNvSpPr/>
          <p:nvPr/>
        </p:nvSpPr>
        <p:spPr>
          <a:xfrm>
            <a:off x="838200" y="3363972"/>
            <a:ext cx="10515600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0" indent="-285750" algn="just">
              <a:spcBef>
                <a:spcPts val="1200"/>
              </a:spcBef>
              <a:spcAft>
                <a:spcPts val="0"/>
              </a:spcAft>
              <a:buFont typeface="Wingdings" panose="05000000000000000000" pitchFamily="2" charset="2"/>
              <a:buChar char="l"/>
            </a:pPr>
            <a:r>
              <a:rPr lang="en-US" altLang="zh-CN" kern="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For the result B</a:t>
            </a:r>
            <a:r>
              <a:rPr lang="en-US" altLang="zh-CN" kern="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+</a:t>
            </a:r>
            <a:r>
              <a:rPr lang="en-US" altLang="zh-CN" kern="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-tree of previous step, show the tree after the following series of operations. </a:t>
            </a:r>
          </a:p>
          <a:p>
            <a:pPr lvl="0" algn="just">
              <a:spcAft>
                <a:spcPts val="0"/>
              </a:spcAft>
            </a:pPr>
            <a:r>
              <a:rPr lang="en-US" altLang="zh-CN" i="1" kern="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	delete 8.</a:t>
            </a:r>
            <a:endParaRPr lang="zh-CN" altLang="zh-CN" sz="1400" kern="1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666750"/>
            <a:r>
              <a:rPr lang="en-US" altLang="zh-CN" i="1" kern="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	delete 10.</a:t>
            </a:r>
            <a:endParaRPr lang="zh-CN" altLang="zh-CN" sz="1400" kern="1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666750"/>
            <a:r>
              <a:rPr lang="en-US" altLang="zh-CN" i="1" kern="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	insert 46.</a:t>
            </a:r>
            <a:endParaRPr lang="zh-CN" altLang="zh-CN" sz="1400" kern="1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666750"/>
            <a:r>
              <a:rPr lang="en-US" altLang="zh-CN" i="1" kern="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	delete 52.</a:t>
            </a:r>
            <a:endParaRPr lang="zh-CN" altLang="zh-CN" sz="1400" kern="1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666750"/>
            <a:r>
              <a:rPr lang="en-US" altLang="zh-CN" i="1" kern="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	delete 32.</a:t>
            </a:r>
            <a:endParaRPr lang="zh-CN" altLang="zh-CN" sz="1400" kern="1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666750"/>
            <a:r>
              <a:rPr lang="en-US" altLang="zh-CN" i="1" kern="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	delete 39.</a:t>
            </a:r>
            <a:endParaRPr lang="zh-CN" altLang="zh-CN" sz="1400" kern="1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666750"/>
            <a:r>
              <a:rPr lang="en-US" altLang="zh-CN" i="1" kern="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	delete 41.</a:t>
            </a:r>
            <a:endParaRPr lang="zh-CN" altLang="zh-CN" sz="1400" kern="1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r>
              <a:rPr lang="en-US" altLang="zh-CN" i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	delete 45.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989297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63A6BA-E7A8-4199-A9F7-13D20F493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4000" dirty="0"/>
              <a:t>Homework 3-2</a:t>
            </a:r>
            <a:endParaRPr lang="zh-CN" altLang="en-US" sz="4000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C82B485-330C-4F7C-AD75-86FB6EFA3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BA727-000D-4C08-9D98-B7A438F8A3E2}" type="datetime1">
              <a:rPr lang="zh-CN" altLang="en-US" smtClean="0"/>
              <a:t>2024/5/8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9398CB-94F3-4CE3-9880-9F79A418A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Tree Indices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98061EF-E67D-4B6D-B836-FE67DC6C8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5A79-C12E-4282-8451-1BC984B858F9}" type="slidenum">
              <a:rPr lang="zh-CN" altLang="en-US" smtClean="0"/>
              <a:t>46</a:t>
            </a:fld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1DC17C5-9511-4B34-98A5-3903177837EB}"/>
              </a:ext>
            </a:extLst>
          </p:cNvPr>
          <p:cNvSpPr/>
          <p:nvPr/>
        </p:nvSpPr>
        <p:spPr>
          <a:xfrm>
            <a:off x="779720" y="1690688"/>
            <a:ext cx="10618382" cy="17851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0" indent="-285750" algn="just">
              <a:spcBef>
                <a:spcPts val="1200"/>
              </a:spcBef>
              <a:spcAft>
                <a:spcPts val="0"/>
              </a:spcAft>
              <a:buFont typeface="Wingdings" panose="05000000000000000000" pitchFamily="2" charset="2"/>
              <a:buChar char="l"/>
            </a:pPr>
            <a:r>
              <a:rPr lang="en-US" altLang="zh-CN" kern="0" dirty="0">
                <a:latin typeface="Arial" panose="020B060402020202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Construct a B</a:t>
            </a:r>
            <a:r>
              <a:rPr lang="en-US" altLang="zh-CN" kern="0" baseline="30000" dirty="0">
                <a:latin typeface="Arial" panose="020B060402020202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kern="0" dirty="0">
                <a:latin typeface="Arial" panose="020B060402020202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-tree for the following set of key values:</a:t>
            </a:r>
            <a:endParaRPr lang="en-US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0" algn="just">
              <a:spcBef>
                <a:spcPts val="1200"/>
              </a:spcBef>
              <a:spcAft>
                <a:spcPts val="0"/>
              </a:spcAft>
            </a:pPr>
            <a:r>
              <a:rPr lang="en-US" altLang="zh-CN" i="1" kern="0" dirty="0">
                <a:latin typeface="Arial" panose="020B060402020202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(apple, pear, apricot, peach, grape, banana, pineapple, plum, watermelon, orange, lemon, mango, strawberry, </a:t>
            </a:r>
            <a:r>
              <a:rPr lang="en-US" altLang="zh-CN" i="1" kern="0" dirty="0" err="1">
                <a:latin typeface="Arial" panose="020B060402020202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medlar</a:t>
            </a:r>
            <a:r>
              <a:rPr lang="en-US" altLang="zh-CN" i="1" kern="0" dirty="0">
                <a:latin typeface="Arial" panose="020B060402020202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, mulberry, nectarine, cherry, pomegranate)</a:t>
            </a:r>
            <a:endParaRPr lang="en-US" altLang="zh-CN" sz="1400" i="1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0" algn="just">
              <a:spcBef>
                <a:spcPts val="1200"/>
              </a:spcBef>
              <a:spcAft>
                <a:spcPts val="0"/>
              </a:spcAft>
            </a:pPr>
            <a:r>
              <a:rPr lang="en-US" altLang="zh-CN" kern="0" dirty="0">
                <a:latin typeface="Arial" panose="020B060402020202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Assume that the tree is initially empty and values are added in </a:t>
            </a:r>
            <a:r>
              <a:rPr lang="en-US" altLang="zh-CN" b="1" kern="0" dirty="0">
                <a:latin typeface="Arial" panose="020B060402020202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given</a:t>
            </a:r>
            <a:r>
              <a:rPr lang="en-US" altLang="zh-CN" kern="0" dirty="0">
                <a:latin typeface="Arial" panose="020B060402020202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 order. The number of pointers that will fit in one node is </a:t>
            </a:r>
            <a:r>
              <a:rPr lang="en-US" altLang="zh-CN" b="1" kern="0" dirty="0">
                <a:latin typeface="Arial" panose="020B060402020202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en-US" altLang="zh-CN" kern="0" dirty="0">
                <a:latin typeface="Arial" panose="020B060402020202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. </a:t>
            </a:r>
            <a:endParaRPr lang="zh-CN" altLang="zh-CN" sz="14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5721A8C-D44F-4EAE-982B-CEAD5B9D2A76}"/>
              </a:ext>
            </a:extLst>
          </p:cNvPr>
          <p:cNvSpPr/>
          <p:nvPr/>
        </p:nvSpPr>
        <p:spPr>
          <a:xfrm>
            <a:off x="779720" y="3623409"/>
            <a:ext cx="10515600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0" indent="-285750" algn="just">
              <a:spcBef>
                <a:spcPts val="1200"/>
              </a:spcBef>
              <a:spcAft>
                <a:spcPts val="0"/>
              </a:spcAft>
              <a:buFont typeface="Wingdings" panose="05000000000000000000" pitchFamily="2" charset="2"/>
              <a:buChar char="l"/>
            </a:pPr>
            <a:r>
              <a:rPr lang="en-US" altLang="zh-CN" kern="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For the result B</a:t>
            </a:r>
            <a:r>
              <a:rPr lang="en-US" altLang="zh-CN" kern="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+</a:t>
            </a:r>
            <a:r>
              <a:rPr lang="en-US" altLang="zh-CN" kern="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-tree of previous step, show the tree after the following series of operations. </a:t>
            </a:r>
          </a:p>
          <a:p>
            <a:pPr lvl="0" algn="just">
              <a:spcAft>
                <a:spcPts val="0"/>
              </a:spcAft>
            </a:pPr>
            <a:r>
              <a:rPr lang="en-US" altLang="zh-CN" i="1" kern="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	delete </a:t>
            </a:r>
            <a:r>
              <a:rPr lang="en-US" altLang="zh-CN" i="1" kern="0" dirty="0">
                <a:latin typeface="Arial" panose="020B060402020202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banana</a:t>
            </a:r>
            <a:r>
              <a:rPr lang="en-US" altLang="zh-CN" i="1" kern="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.</a:t>
            </a:r>
            <a:endParaRPr lang="zh-CN" altLang="zh-CN" sz="1400" kern="1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666750"/>
            <a:r>
              <a:rPr lang="en-US" altLang="zh-CN" i="1" kern="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	delete </a:t>
            </a:r>
            <a:r>
              <a:rPr lang="en-US" altLang="zh-CN" i="1" kern="0" dirty="0">
                <a:latin typeface="Arial" panose="020B060402020202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watermelon</a:t>
            </a:r>
            <a:r>
              <a:rPr lang="en-US" altLang="zh-CN" i="1" kern="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.</a:t>
            </a:r>
            <a:endParaRPr lang="zh-CN" altLang="zh-CN" sz="1400" kern="1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666750"/>
            <a:r>
              <a:rPr lang="en-US" altLang="zh-CN" i="1" kern="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	insert Carrot.</a:t>
            </a:r>
            <a:endParaRPr lang="zh-CN" altLang="zh-CN" sz="1400" kern="1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666750"/>
            <a:r>
              <a:rPr lang="en-US" altLang="zh-CN" i="1" kern="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	delete </a:t>
            </a:r>
            <a:r>
              <a:rPr lang="en-US" altLang="zh-CN" i="1" kern="0" dirty="0">
                <a:latin typeface="Arial" panose="020B060402020202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orange</a:t>
            </a:r>
            <a:r>
              <a:rPr lang="en-US" altLang="zh-CN" i="1" kern="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.</a:t>
            </a:r>
            <a:endParaRPr lang="zh-CN" altLang="zh-CN" sz="1400" kern="1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666750"/>
            <a:r>
              <a:rPr lang="en-US" altLang="zh-CN" i="1" kern="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	delete </a:t>
            </a:r>
            <a:r>
              <a:rPr lang="en-US" altLang="zh-CN" i="1" kern="0" dirty="0">
                <a:latin typeface="Arial" panose="020B060402020202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mango</a:t>
            </a:r>
            <a:r>
              <a:rPr lang="en-US" altLang="zh-CN" i="1" kern="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.</a:t>
            </a:r>
            <a:endParaRPr lang="zh-CN" altLang="zh-CN" sz="1400" kern="1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666750"/>
            <a:r>
              <a:rPr lang="en-US" altLang="zh-CN" i="1" kern="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	delete </a:t>
            </a:r>
            <a:r>
              <a:rPr lang="en-US" altLang="zh-CN" i="1" kern="0" dirty="0">
                <a:latin typeface="Arial" panose="020B060402020202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nectarine</a:t>
            </a:r>
            <a:r>
              <a:rPr lang="en-US" altLang="zh-CN" i="1" kern="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.</a:t>
            </a:r>
            <a:endParaRPr lang="zh-CN" altLang="zh-CN" sz="1400" kern="1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666750"/>
            <a:r>
              <a:rPr lang="en-US" altLang="zh-CN" i="1" kern="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	delete </a:t>
            </a:r>
            <a:r>
              <a:rPr lang="en-US" altLang="zh-CN" i="1" kern="0" dirty="0" err="1">
                <a:latin typeface="Arial" panose="020B060402020202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medlar</a:t>
            </a:r>
            <a:r>
              <a:rPr lang="en-US" altLang="zh-CN" i="1" kern="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.</a:t>
            </a:r>
            <a:endParaRPr lang="zh-CN" altLang="zh-CN" sz="1400" kern="1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r>
              <a:rPr lang="en-US" altLang="zh-CN" i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	delete </a:t>
            </a:r>
            <a:r>
              <a:rPr lang="en-US" altLang="zh-CN" i="1" kern="0" dirty="0">
                <a:latin typeface="Arial" panose="020B060402020202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apple</a:t>
            </a:r>
            <a:r>
              <a:rPr lang="en-US" altLang="zh-CN" i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.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696513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63A6BA-E7A8-4199-A9F7-13D20F493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B+-Tree Visualization 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C82B485-330C-4F7C-AD75-86FB6EFA3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C5684-5299-4D50-AE93-86BAC220F261}" type="datetime1">
              <a:rPr lang="zh-CN" altLang="en-US" smtClean="0"/>
              <a:t>2024/5/8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9398CB-94F3-4CE3-9880-9F79A418A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Tree Indices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98061EF-E67D-4B6D-B836-FE67DC6C8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5A79-C12E-4282-8451-1BC984B858F9}" type="slidenum">
              <a:rPr lang="zh-CN" altLang="en-US" smtClean="0"/>
              <a:t>47</a:t>
            </a:fld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0D5C72A-1413-4C5B-8411-3BF8C2FE3B9F}"/>
              </a:ext>
            </a:extLst>
          </p:cNvPr>
          <p:cNvSpPr/>
          <p:nvPr/>
        </p:nvSpPr>
        <p:spPr>
          <a:xfrm>
            <a:off x="838200" y="2063843"/>
            <a:ext cx="885692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hlinkClick r:id="rId2"/>
              </a:rPr>
              <a:t>https://www.cs.usfca.edu/~galles/visualization/BPlusTree.html</a:t>
            </a:r>
            <a:r>
              <a:rPr lang="zh-CN" altLang="en-US" sz="2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1095568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14210</TotalTime>
  <Words>3897</Words>
  <Application>Microsoft Macintosh PowerPoint</Application>
  <PresentationFormat>宽屏</PresentationFormat>
  <Paragraphs>1053</Paragraphs>
  <Slides>47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47</vt:i4>
      </vt:variant>
    </vt:vector>
  </HeadingPairs>
  <TitlesOfParts>
    <vt:vector size="55" baseType="lpstr">
      <vt:lpstr>等线</vt:lpstr>
      <vt:lpstr>NimbusRomDOT-Reg</vt:lpstr>
      <vt:lpstr>Arial</vt:lpstr>
      <vt:lpstr>Calibri</vt:lpstr>
      <vt:lpstr>Monotype Sorts</vt:lpstr>
      <vt:lpstr>Symbol</vt:lpstr>
      <vt:lpstr>Wingdings</vt:lpstr>
      <vt:lpstr>Office 主题​​</vt:lpstr>
      <vt:lpstr>Tree Indices</vt:lpstr>
      <vt:lpstr>Basic Concepts</vt:lpstr>
      <vt:lpstr>Show Case (Table Scan)</vt:lpstr>
      <vt:lpstr>Show Case (Index)</vt:lpstr>
      <vt:lpstr>Conceptual View</vt:lpstr>
      <vt:lpstr>Related Concepts</vt:lpstr>
      <vt:lpstr>Example</vt:lpstr>
      <vt:lpstr>Example</vt:lpstr>
      <vt:lpstr>Example</vt:lpstr>
      <vt:lpstr>Multilevel Index</vt:lpstr>
      <vt:lpstr>Indices on Multiple Attribtes</vt:lpstr>
      <vt:lpstr>B+-Tree</vt:lpstr>
      <vt:lpstr>B-Tree Family</vt:lpstr>
      <vt:lpstr>Example of B+-Tree</vt:lpstr>
      <vt:lpstr>Example of B+-Tree</vt:lpstr>
      <vt:lpstr>B+-Tree Index </vt:lpstr>
      <vt:lpstr>B+-Tree Node Structure</vt:lpstr>
      <vt:lpstr>B+-Tree Node Structure</vt:lpstr>
      <vt:lpstr>Queries on B+-Trees</vt:lpstr>
      <vt:lpstr>Insertion</vt:lpstr>
      <vt:lpstr>Demo</vt:lpstr>
      <vt:lpstr>PowerPoint 演示文稿</vt:lpstr>
      <vt:lpstr>PowerPoint 演示文稿</vt:lpstr>
      <vt:lpstr>Demo</vt:lpstr>
      <vt:lpstr>Example</vt:lpstr>
      <vt:lpstr>Example</vt:lpstr>
      <vt:lpstr>Deletion</vt:lpstr>
      <vt:lpstr>PowerPoint 演示文稿</vt:lpstr>
      <vt:lpstr>Demo</vt:lpstr>
      <vt:lpstr>Merge with sibling</vt:lpstr>
      <vt:lpstr>Merge with leaf</vt:lpstr>
      <vt:lpstr>Borrow from left sibling</vt:lpstr>
      <vt:lpstr>Borrow from left leaf</vt:lpstr>
      <vt:lpstr>Borrow from right sibling</vt:lpstr>
      <vt:lpstr>Borrow from right leaf</vt:lpstr>
      <vt:lpstr>Eample</vt:lpstr>
      <vt:lpstr>Example</vt:lpstr>
      <vt:lpstr>Example</vt:lpstr>
      <vt:lpstr>Observations</vt:lpstr>
      <vt:lpstr>Non-Unique Search Keys</vt:lpstr>
      <vt:lpstr>B+-Tree File Organization</vt:lpstr>
      <vt:lpstr>Record Relocation and Secondary Indices</vt:lpstr>
      <vt:lpstr>Indexing Strings</vt:lpstr>
      <vt:lpstr>B-Tree vs B+-Tree</vt:lpstr>
      <vt:lpstr>Homework 3-1</vt:lpstr>
      <vt:lpstr>Homework 3-2</vt:lpstr>
      <vt:lpstr>B+-Tree Visualization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Xueqing Gong</dc:creator>
  <cp:lastModifiedBy>Junjie Yao</cp:lastModifiedBy>
  <cp:revision>494</cp:revision>
  <dcterms:created xsi:type="dcterms:W3CDTF">2019-10-29T09:57:08Z</dcterms:created>
  <dcterms:modified xsi:type="dcterms:W3CDTF">2024-05-08T00:34:11Z</dcterms:modified>
</cp:coreProperties>
</file>